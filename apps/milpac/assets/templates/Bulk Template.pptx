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18"/>
  </p:notesMasterIdLst>
  <p:sldIdLst>
    <p:sldId id="382" r:id="rId2"/>
    <p:sldId id="384" r:id="rId3"/>
    <p:sldId id="385" r:id="rId4"/>
    <p:sldId id="447" r:id="rId5"/>
    <p:sldId id="448" r:id="rId6"/>
    <p:sldId id="449" r:id="rId7"/>
    <p:sldId id="450" r:id="rId8"/>
    <p:sldId id="456" r:id="rId9"/>
    <p:sldId id="451" r:id="rId10"/>
    <p:sldId id="452" r:id="rId11"/>
    <p:sldId id="453" r:id="rId12"/>
    <p:sldId id="454" r:id="rId13"/>
    <p:sldId id="457" r:id="rId14"/>
    <p:sldId id="458" r:id="rId15"/>
    <p:sldId id="459" r:id="rId16"/>
    <p:sldId id="460" r:id="rId17"/>
    <p:sldId id="461" r:id="rId18"/>
    <p:sldId id="462" r:id="rId19"/>
    <p:sldId id="463" r:id="rId20"/>
    <p:sldId id="464" r:id="rId21"/>
    <p:sldId id="465" r:id="rId22"/>
    <p:sldId id="466" r:id="rId23"/>
    <p:sldId id="467" r:id="rId24"/>
    <p:sldId id="468" r:id="rId25"/>
    <p:sldId id="469" r:id="rId26"/>
    <p:sldId id="470" r:id="rId27"/>
    <p:sldId id="471" r:id="rId28"/>
    <p:sldId id="472" r:id="rId29"/>
    <p:sldId id="473" r:id="rId30"/>
    <p:sldId id="474" r:id="rId31"/>
    <p:sldId id="475" r:id="rId32"/>
    <p:sldId id="476" r:id="rId33"/>
    <p:sldId id="477" r:id="rId34"/>
    <p:sldId id="478" r:id="rId35"/>
    <p:sldId id="479" r:id="rId36"/>
    <p:sldId id="480" r:id="rId37"/>
    <p:sldId id="481" r:id="rId38"/>
    <p:sldId id="482" r:id="rId39"/>
    <p:sldId id="483" r:id="rId40"/>
    <p:sldId id="484" r:id="rId41"/>
    <p:sldId id="485" r:id="rId42"/>
    <p:sldId id="486" r:id="rId43"/>
    <p:sldId id="487" r:id="rId44"/>
    <p:sldId id="488" r:id="rId45"/>
    <p:sldId id="489" r:id="rId46"/>
    <p:sldId id="490" r:id="rId47"/>
    <p:sldId id="491" r:id="rId48"/>
    <p:sldId id="492" r:id="rId49"/>
    <p:sldId id="493" r:id="rId50"/>
    <p:sldId id="494" r:id="rId51"/>
    <p:sldId id="495" r:id="rId52"/>
    <p:sldId id="496" r:id="rId53"/>
    <p:sldId id="497" r:id="rId54"/>
    <p:sldId id="498" r:id="rId55"/>
    <p:sldId id="499" r:id="rId56"/>
    <p:sldId id="500" r:id="rId57"/>
    <p:sldId id="501" r:id="rId58"/>
    <p:sldId id="502" r:id="rId59"/>
    <p:sldId id="503" r:id="rId60"/>
    <p:sldId id="504" r:id="rId61"/>
    <p:sldId id="505" r:id="rId62"/>
    <p:sldId id="506" r:id="rId63"/>
    <p:sldId id="507" r:id="rId64"/>
    <p:sldId id="508" r:id="rId65"/>
    <p:sldId id="509" r:id="rId66"/>
    <p:sldId id="511" r:id="rId67"/>
    <p:sldId id="512" r:id="rId68"/>
    <p:sldId id="513" r:id="rId69"/>
    <p:sldId id="514" r:id="rId70"/>
    <p:sldId id="515" r:id="rId71"/>
    <p:sldId id="516" r:id="rId72"/>
    <p:sldId id="517" r:id="rId73"/>
    <p:sldId id="518" r:id="rId74"/>
    <p:sldId id="519" r:id="rId75"/>
    <p:sldId id="520" r:id="rId76"/>
    <p:sldId id="521" r:id="rId77"/>
    <p:sldId id="510" r:id="rId78"/>
    <p:sldId id="523" r:id="rId79"/>
    <p:sldId id="524" r:id="rId80"/>
    <p:sldId id="525" r:id="rId81"/>
    <p:sldId id="526" r:id="rId82"/>
    <p:sldId id="527" r:id="rId83"/>
    <p:sldId id="528" r:id="rId84"/>
    <p:sldId id="529" r:id="rId85"/>
    <p:sldId id="561" r:id="rId86"/>
    <p:sldId id="530" r:id="rId87"/>
    <p:sldId id="531" r:id="rId88"/>
    <p:sldId id="533" r:id="rId89"/>
    <p:sldId id="532" r:id="rId90"/>
    <p:sldId id="534" r:id="rId91"/>
    <p:sldId id="535" r:id="rId92"/>
    <p:sldId id="536" r:id="rId93"/>
    <p:sldId id="537" r:id="rId94"/>
    <p:sldId id="550" r:id="rId95"/>
    <p:sldId id="549" r:id="rId96"/>
    <p:sldId id="562" r:id="rId97"/>
    <p:sldId id="548" r:id="rId98"/>
    <p:sldId id="547" r:id="rId99"/>
    <p:sldId id="546" r:id="rId100"/>
    <p:sldId id="545" r:id="rId101"/>
    <p:sldId id="544" r:id="rId102"/>
    <p:sldId id="543" r:id="rId103"/>
    <p:sldId id="539" r:id="rId104"/>
    <p:sldId id="541" r:id="rId105"/>
    <p:sldId id="540" r:id="rId106"/>
    <p:sldId id="538" r:id="rId107"/>
    <p:sldId id="551" r:id="rId108"/>
    <p:sldId id="552" r:id="rId109"/>
    <p:sldId id="553" r:id="rId110"/>
    <p:sldId id="554" r:id="rId111"/>
    <p:sldId id="555" r:id="rId112"/>
    <p:sldId id="556" r:id="rId113"/>
    <p:sldId id="557" r:id="rId114"/>
    <p:sldId id="559" r:id="rId115"/>
    <p:sldId id="558" r:id="rId116"/>
    <p:sldId id="560" r:id="rId117"/>
  </p:sldIdLst>
  <p:sldSz cx="8280400" cy="11268075"/>
  <p:notesSz cx="7559675" cy="10691813"/>
  <p:embeddedFontLst>
    <p:embeddedFont>
      <p:font typeface="Brush Script MT" panose="03060802040406070304" pitchFamily="66" charset="0"/>
      <p:italic r:id="rId119"/>
    </p:embeddedFont>
    <p:embeddedFont>
      <p:font typeface="Old English Text MT" panose="03040902040508030806" pitchFamily="66" charset="0"/>
      <p:regular r:id="rId1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40" roundtripDataSignature="AMtx7mhO0uRThrEUh9zj+osGZHqXrf1Z5w==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4787A594-B64C-2223-CF94-8276C2E8B223}" name="William Cui" initials="WC" userId="c1609328ec52f675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509" autoAdjust="0"/>
    <p:restoredTop sz="94660"/>
  </p:normalViewPr>
  <p:slideViewPr>
    <p:cSldViewPr snapToGrid="0">
      <p:cViewPr>
        <p:scale>
          <a:sx n="66" d="100"/>
          <a:sy n="66" d="100"/>
        </p:scale>
        <p:origin x="343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44" Type="http://schemas.openxmlformats.org/officeDocument/2006/relationships/tableStyles" Target="tableStyles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notesMaster" Target="notesMasters/notesMaster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40" Type="http://customschemas.google.com/relationships/presentationmetadata" Target="metadata"/><Relationship Id="rId145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font" Target="fonts/font1.fntdata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font" Target="fonts/font2.fntdata"/><Relationship Id="rId141" Type="http://schemas.openxmlformats.org/officeDocument/2006/relationships/presProps" Target="presProps.xml"/><Relationship Id="rId146" Type="http://schemas.microsoft.com/office/2018/10/relationships/authors" Target="author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42" Type="http://schemas.openxmlformats.org/officeDocument/2006/relationships/viewProps" Target="viewProps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43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illiam Cui" userId="c1609328ec52f675" providerId="LiveId" clId="{0EE99BD9-EC20-449B-93FD-E9A1FBA8E1F4}"/>
    <pc:docChg chg="undo custSel addSld delSld modSld sldOrd">
      <pc:chgData name="William Cui" userId="c1609328ec52f675" providerId="LiveId" clId="{0EE99BD9-EC20-449B-93FD-E9A1FBA8E1F4}" dt="2025-12-09T12:21:36.680" v="477"/>
      <pc:docMkLst>
        <pc:docMk/>
      </pc:docMkLst>
      <pc:sldChg chg="modSp mod">
        <pc:chgData name="William Cui" userId="c1609328ec52f675" providerId="LiveId" clId="{0EE99BD9-EC20-449B-93FD-E9A1FBA8E1F4}" dt="2025-12-09T12:13:25.514" v="218" actId="2711"/>
        <pc:sldMkLst>
          <pc:docMk/>
          <pc:sldMk cId="3558880507" sldId="382"/>
        </pc:sldMkLst>
        <pc:spChg chg="mod">
          <ac:chgData name="William Cui" userId="c1609328ec52f675" providerId="LiveId" clId="{0EE99BD9-EC20-449B-93FD-E9A1FBA8E1F4}" dt="2025-12-09T12:13:25.514" v="218" actId="2711"/>
          <ac:spMkLst>
            <pc:docMk/>
            <pc:sldMk cId="3558880507" sldId="382"/>
            <ac:spMk id="38" creationId="{8ACD5997-BA5C-51DA-21E8-B941C0F011AF}"/>
          </ac:spMkLst>
        </pc:spChg>
      </pc:sldChg>
      <pc:sldChg chg="addSp delSp modSp mod">
        <pc:chgData name="William Cui" userId="c1609328ec52f675" providerId="LiveId" clId="{0EE99BD9-EC20-449B-93FD-E9A1FBA8E1F4}" dt="2025-12-09T12:13:57.613" v="220"/>
        <pc:sldMkLst>
          <pc:docMk/>
          <pc:sldMk cId="3234990204" sldId="384"/>
        </pc:sldMkLst>
        <pc:spChg chg="add mod">
          <ac:chgData name="William Cui" userId="c1609328ec52f675" providerId="LiveId" clId="{0EE99BD9-EC20-449B-93FD-E9A1FBA8E1F4}" dt="2025-12-09T12:13:57.613" v="220"/>
          <ac:spMkLst>
            <pc:docMk/>
            <pc:sldMk cId="3234990204" sldId="384"/>
            <ac:spMk id="7" creationId="{9EA5EEB8-9875-7173-AAF8-A5892988E059}"/>
          </ac:spMkLst>
        </pc:spChg>
        <pc:spChg chg="del">
          <ac:chgData name="William Cui" userId="c1609328ec52f675" providerId="LiveId" clId="{0EE99BD9-EC20-449B-93FD-E9A1FBA8E1F4}" dt="2025-12-09T12:13:57.400" v="219" actId="478"/>
          <ac:spMkLst>
            <pc:docMk/>
            <pc:sldMk cId="3234990204" sldId="384"/>
            <ac:spMk id="38" creationId="{55A7014A-7836-386B-F5E0-F6582D5C060C}"/>
          </ac:spMkLst>
        </pc:spChg>
      </pc:sldChg>
      <pc:sldChg chg="addSp delSp modSp mod">
        <pc:chgData name="William Cui" userId="c1609328ec52f675" providerId="LiveId" clId="{0EE99BD9-EC20-449B-93FD-E9A1FBA8E1F4}" dt="2025-12-09T12:14:01.988" v="222"/>
        <pc:sldMkLst>
          <pc:docMk/>
          <pc:sldMk cId="866959238" sldId="385"/>
        </pc:sldMkLst>
        <pc:spChg chg="add mod">
          <ac:chgData name="William Cui" userId="c1609328ec52f675" providerId="LiveId" clId="{0EE99BD9-EC20-449B-93FD-E9A1FBA8E1F4}" dt="2025-12-09T12:14:01.988" v="222"/>
          <ac:spMkLst>
            <pc:docMk/>
            <pc:sldMk cId="866959238" sldId="385"/>
            <ac:spMk id="2" creationId="{F149A0A3-8B76-2001-A1B4-EEF4C3F1B0CF}"/>
          </ac:spMkLst>
        </pc:spChg>
        <pc:spChg chg="del">
          <ac:chgData name="William Cui" userId="c1609328ec52f675" providerId="LiveId" clId="{0EE99BD9-EC20-449B-93FD-E9A1FBA8E1F4}" dt="2025-12-09T12:14:01.781" v="221" actId="478"/>
          <ac:spMkLst>
            <pc:docMk/>
            <pc:sldMk cId="866959238" sldId="385"/>
            <ac:spMk id="38" creationId="{E044B1F5-D8E9-73B1-09A5-18E4A26EB97F}"/>
          </ac:spMkLst>
        </pc:spChg>
      </pc:sldChg>
      <pc:sldChg chg="addSp delSp modSp mod">
        <pc:chgData name="William Cui" userId="c1609328ec52f675" providerId="LiveId" clId="{0EE99BD9-EC20-449B-93FD-E9A1FBA8E1F4}" dt="2025-12-09T12:14:05.062" v="224"/>
        <pc:sldMkLst>
          <pc:docMk/>
          <pc:sldMk cId="3149380263" sldId="447"/>
        </pc:sldMkLst>
        <pc:spChg chg="add mod">
          <ac:chgData name="William Cui" userId="c1609328ec52f675" providerId="LiveId" clId="{0EE99BD9-EC20-449B-93FD-E9A1FBA8E1F4}" dt="2025-12-09T12:14:05.062" v="224"/>
          <ac:spMkLst>
            <pc:docMk/>
            <pc:sldMk cId="3149380263" sldId="447"/>
            <ac:spMk id="3" creationId="{36063512-6A4E-C8C6-2255-7F7ACE78B377}"/>
          </ac:spMkLst>
        </pc:spChg>
        <pc:spChg chg="del">
          <ac:chgData name="William Cui" userId="c1609328ec52f675" providerId="LiveId" clId="{0EE99BD9-EC20-449B-93FD-E9A1FBA8E1F4}" dt="2025-12-09T12:14:04.842" v="223" actId="478"/>
          <ac:spMkLst>
            <pc:docMk/>
            <pc:sldMk cId="3149380263" sldId="447"/>
            <ac:spMk id="38" creationId="{6F5E18CE-D32E-3D1D-53DE-D7A7F726FC74}"/>
          </ac:spMkLst>
        </pc:spChg>
      </pc:sldChg>
      <pc:sldChg chg="addSp delSp modSp mod">
        <pc:chgData name="William Cui" userId="c1609328ec52f675" providerId="LiveId" clId="{0EE99BD9-EC20-449B-93FD-E9A1FBA8E1F4}" dt="2025-12-09T12:14:08.013" v="226"/>
        <pc:sldMkLst>
          <pc:docMk/>
          <pc:sldMk cId="1669155690" sldId="448"/>
        </pc:sldMkLst>
        <pc:spChg chg="add mod">
          <ac:chgData name="William Cui" userId="c1609328ec52f675" providerId="LiveId" clId="{0EE99BD9-EC20-449B-93FD-E9A1FBA8E1F4}" dt="2025-12-09T12:14:08.013" v="226"/>
          <ac:spMkLst>
            <pc:docMk/>
            <pc:sldMk cId="1669155690" sldId="448"/>
            <ac:spMk id="3" creationId="{E5256EEB-316E-D3BE-B608-5C98EF1D8681}"/>
          </ac:spMkLst>
        </pc:spChg>
        <pc:spChg chg="del">
          <ac:chgData name="William Cui" userId="c1609328ec52f675" providerId="LiveId" clId="{0EE99BD9-EC20-449B-93FD-E9A1FBA8E1F4}" dt="2025-12-09T12:14:07.799" v="225" actId="478"/>
          <ac:spMkLst>
            <pc:docMk/>
            <pc:sldMk cId="1669155690" sldId="448"/>
            <ac:spMk id="38" creationId="{EEE47A2D-2114-C313-D36D-E5733F1814B4}"/>
          </ac:spMkLst>
        </pc:spChg>
      </pc:sldChg>
      <pc:sldChg chg="addSp delSp modSp mod">
        <pc:chgData name="William Cui" userId="c1609328ec52f675" providerId="LiveId" clId="{0EE99BD9-EC20-449B-93FD-E9A1FBA8E1F4}" dt="2025-12-09T12:14:14.467" v="229"/>
        <pc:sldMkLst>
          <pc:docMk/>
          <pc:sldMk cId="1915053169" sldId="449"/>
        </pc:sldMkLst>
        <pc:spChg chg="add mod">
          <ac:chgData name="William Cui" userId="c1609328ec52f675" providerId="LiveId" clId="{0EE99BD9-EC20-449B-93FD-E9A1FBA8E1F4}" dt="2025-12-09T12:14:14.467" v="229"/>
          <ac:spMkLst>
            <pc:docMk/>
            <pc:sldMk cId="1915053169" sldId="449"/>
            <ac:spMk id="2" creationId="{63662207-9089-8DD2-72A2-2E9DA44D1738}"/>
          </ac:spMkLst>
        </pc:spChg>
        <pc:spChg chg="del mod">
          <ac:chgData name="William Cui" userId="c1609328ec52f675" providerId="LiveId" clId="{0EE99BD9-EC20-449B-93FD-E9A1FBA8E1F4}" dt="2025-12-09T12:14:14.175" v="228" actId="478"/>
          <ac:spMkLst>
            <pc:docMk/>
            <pc:sldMk cId="1915053169" sldId="449"/>
            <ac:spMk id="38" creationId="{015092EC-F352-6022-DA93-015C43C38396}"/>
          </ac:spMkLst>
        </pc:spChg>
      </pc:sldChg>
      <pc:sldChg chg="addSp delSp modSp mod">
        <pc:chgData name="William Cui" userId="c1609328ec52f675" providerId="LiveId" clId="{0EE99BD9-EC20-449B-93FD-E9A1FBA8E1F4}" dt="2025-12-09T12:14:18.524" v="231"/>
        <pc:sldMkLst>
          <pc:docMk/>
          <pc:sldMk cId="2850051459" sldId="450"/>
        </pc:sldMkLst>
        <pc:spChg chg="add mod">
          <ac:chgData name="William Cui" userId="c1609328ec52f675" providerId="LiveId" clId="{0EE99BD9-EC20-449B-93FD-E9A1FBA8E1F4}" dt="2025-12-09T12:14:18.524" v="231"/>
          <ac:spMkLst>
            <pc:docMk/>
            <pc:sldMk cId="2850051459" sldId="450"/>
            <ac:spMk id="3" creationId="{173AF5B8-445D-403D-E8E4-8D6A40010895}"/>
          </ac:spMkLst>
        </pc:spChg>
        <pc:spChg chg="del">
          <ac:chgData name="William Cui" userId="c1609328ec52f675" providerId="LiveId" clId="{0EE99BD9-EC20-449B-93FD-E9A1FBA8E1F4}" dt="2025-12-09T12:14:18.290" v="230" actId="478"/>
          <ac:spMkLst>
            <pc:docMk/>
            <pc:sldMk cId="2850051459" sldId="450"/>
            <ac:spMk id="38" creationId="{BC7E9E1F-70B1-6F5F-D69E-79DF1C45BF8B}"/>
          </ac:spMkLst>
        </pc:spChg>
      </pc:sldChg>
      <pc:sldChg chg="addSp delSp modSp mod">
        <pc:chgData name="William Cui" userId="c1609328ec52f675" providerId="LiveId" clId="{0EE99BD9-EC20-449B-93FD-E9A1FBA8E1F4}" dt="2025-12-09T12:14:33.326" v="250" actId="20577"/>
        <pc:sldMkLst>
          <pc:docMk/>
          <pc:sldMk cId="786695563" sldId="451"/>
        </pc:sldMkLst>
        <pc:spChg chg="add mod">
          <ac:chgData name="William Cui" userId="c1609328ec52f675" providerId="LiveId" clId="{0EE99BD9-EC20-449B-93FD-E9A1FBA8E1F4}" dt="2025-12-09T12:14:33.326" v="250" actId="20577"/>
          <ac:spMkLst>
            <pc:docMk/>
            <pc:sldMk cId="786695563" sldId="451"/>
            <ac:spMk id="3" creationId="{A17B5191-39F9-1D82-86B8-2A541AC0509A}"/>
          </ac:spMkLst>
        </pc:spChg>
        <pc:spChg chg="del">
          <ac:chgData name="William Cui" userId="c1609328ec52f675" providerId="LiveId" clId="{0EE99BD9-EC20-449B-93FD-E9A1FBA8E1F4}" dt="2025-12-09T12:14:27.169" v="234" actId="478"/>
          <ac:spMkLst>
            <pc:docMk/>
            <pc:sldMk cId="786695563" sldId="451"/>
            <ac:spMk id="38" creationId="{11980F7A-3E45-F797-D7BF-65C8EB2D96E9}"/>
          </ac:spMkLst>
        </pc:spChg>
      </pc:sldChg>
      <pc:sldChg chg="addSp delSp modSp mod">
        <pc:chgData name="William Cui" userId="c1609328ec52f675" providerId="LiveId" clId="{0EE99BD9-EC20-449B-93FD-E9A1FBA8E1F4}" dt="2025-12-09T12:14:37.089" v="252"/>
        <pc:sldMkLst>
          <pc:docMk/>
          <pc:sldMk cId="2459587475" sldId="452"/>
        </pc:sldMkLst>
        <pc:spChg chg="add mod">
          <ac:chgData name="William Cui" userId="c1609328ec52f675" providerId="LiveId" clId="{0EE99BD9-EC20-449B-93FD-E9A1FBA8E1F4}" dt="2025-12-09T12:14:37.089" v="252"/>
          <ac:spMkLst>
            <pc:docMk/>
            <pc:sldMk cId="2459587475" sldId="452"/>
            <ac:spMk id="3" creationId="{15B31477-3FF9-0847-90A2-82B848A542E9}"/>
          </ac:spMkLst>
        </pc:spChg>
        <pc:spChg chg="del">
          <ac:chgData name="William Cui" userId="c1609328ec52f675" providerId="LiveId" clId="{0EE99BD9-EC20-449B-93FD-E9A1FBA8E1F4}" dt="2025-12-09T12:14:36.650" v="251" actId="478"/>
          <ac:spMkLst>
            <pc:docMk/>
            <pc:sldMk cId="2459587475" sldId="452"/>
            <ac:spMk id="38" creationId="{3CEDDF98-AD40-A9A0-FDDF-7AF4189D61B9}"/>
          </ac:spMkLst>
        </pc:spChg>
      </pc:sldChg>
      <pc:sldChg chg="addSp delSp modSp mod">
        <pc:chgData name="William Cui" userId="c1609328ec52f675" providerId="LiveId" clId="{0EE99BD9-EC20-449B-93FD-E9A1FBA8E1F4}" dt="2025-12-09T12:14:42.678" v="254"/>
        <pc:sldMkLst>
          <pc:docMk/>
          <pc:sldMk cId="2704080577" sldId="453"/>
        </pc:sldMkLst>
        <pc:spChg chg="add mod">
          <ac:chgData name="William Cui" userId="c1609328ec52f675" providerId="LiveId" clId="{0EE99BD9-EC20-449B-93FD-E9A1FBA8E1F4}" dt="2025-12-09T12:14:42.678" v="254"/>
          <ac:spMkLst>
            <pc:docMk/>
            <pc:sldMk cId="2704080577" sldId="453"/>
            <ac:spMk id="2" creationId="{DE391BDF-4171-59BE-5A71-411116D1D5CA}"/>
          </ac:spMkLst>
        </pc:spChg>
        <pc:spChg chg="del">
          <ac:chgData name="William Cui" userId="c1609328ec52f675" providerId="LiveId" clId="{0EE99BD9-EC20-449B-93FD-E9A1FBA8E1F4}" dt="2025-12-09T12:14:42.428" v="253" actId="478"/>
          <ac:spMkLst>
            <pc:docMk/>
            <pc:sldMk cId="2704080577" sldId="453"/>
            <ac:spMk id="38" creationId="{39FB538D-B433-1F9D-A663-C29F7843EB7A}"/>
          </ac:spMkLst>
        </pc:spChg>
      </pc:sldChg>
      <pc:sldChg chg="addSp delSp modSp mod">
        <pc:chgData name="William Cui" userId="c1609328ec52f675" providerId="LiveId" clId="{0EE99BD9-EC20-449B-93FD-E9A1FBA8E1F4}" dt="2025-12-09T12:14:46.663" v="256"/>
        <pc:sldMkLst>
          <pc:docMk/>
          <pc:sldMk cId="1100193893" sldId="454"/>
        </pc:sldMkLst>
        <pc:spChg chg="add mod">
          <ac:chgData name="William Cui" userId="c1609328ec52f675" providerId="LiveId" clId="{0EE99BD9-EC20-449B-93FD-E9A1FBA8E1F4}" dt="2025-12-09T12:14:46.663" v="256"/>
          <ac:spMkLst>
            <pc:docMk/>
            <pc:sldMk cId="1100193893" sldId="454"/>
            <ac:spMk id="3" creationId="{4E8F814F-440D-882B-A353-06777A30E3F9}"/>
          </ac:spMkLst>
        </pc:spChg>
        <pc:spChg chg="del">
          <ac:chgData name="William Cui" userId="c1609328ec52f675" providerId="LiveId" clId="{0EE99BD9-EC20-449B-93FD-E9A1FBA8E1F4}" dt="2025-12-09T12:14:46.395" v="255" actId="478"/>
          <ac:spMkLst>
            <pc:docMk/>
            <pc:sldMk cId="1100193893" sldId="454"/>
            <ac:spMk id="38" creationId="{C413BE33-BD75-C71A-E8B8-451CA17670C2}"/>
          </ac:spMkLst>
        </pc:spChg>
      </pc:sldChg>
      <pc:sldChg chg="addSp delSp modSp mod">
        <pc:chgData name="William Cui" userId="c1609328ec52f675" providerId="LiveId" clId="{0EE99BD9-EC20-449B-93FD-E9A1FBA8E1F4}" dt="2025-12-09T12:14:21.947" v="233"/>
        <pc:sldMkLst>
          <pc:docMk/>
          <pc:sldMk cId="2032521354" sldId="456"/>
        </pc:sldMkLst>
        <pc:spChg chg="add mod">
          <ac:chgData name="William Cui" userId="c1609328ec52f675" providerId="LiveId" clId="{0EE99BD9-EC20-449B-93FD-E9A1FBA8E1F4}" dt="2025-12-09T12:14:21.947" v="233"/>
          <ac:spMkLst>
            <pc:docMk/>
            <pc:sldMk cId="2032521354" sldId="456"/>
            <ac:spMk id="2" creationId="{3355BB2E-A94E-461D-91B9-F8A7D1828980}"/>
          </ac:spMkLst>
        </pc:spChg>
        <pc:spChg chg="del">
          <ac:chgData name="William Cui" userId="c1609328ec52f675" providerId="LiveId" clId="{0EE99BD9-EC20-449B-93FD-E9A1FBA8E1F4}" dt="2025-12-09T12:14:21.595" v="232" actId="478"/>
          <ac:spMkLst>
            <pc:docMk/>
            <pc:sldMk cId="2032521354" sldId="456"/>
            <ac:spMk id="38" creationId="{3FA79305-D88A-D26B-66A9-034030AA2B43}"/>
          </ac:spMkLst>
        </pc:spChg>
      </pc:sldChg>
      <pc:sldChg chg="addSp delSp modSp mod">
        <pc:chgData name="William Cui" userId="c1609328ec52f675" providerId="LiveId" clId="{0EE99BD9-EC20-449B-93FD-E9A1FBA8E1F4}" dt="2025-12-09T12:14:51.618" v="258"/>
        <pc:sldMkLst>
          <pc:docMk/>
          <pc:sldMk cId="2716172623" sldId="457"/>
        </pc:sldMkLst>
        <pc:spChg chg="add mod">
          <ac:chgData name="William Cui" userId="c1609328ec52f675" providerId="LiveId" clId="{0EE99BD9-EC20-449B-93FD-E9A1FBA8E1F4}" dt="2025-12-09T12:14:51.618" v="258"/>
          <ac:spMkLst>
            <pc:docMk/>
            <pc:sldMk cId="2716172623" sldId="457"/>
            <ac:spMk id="2" creationId="{A93D1EF9-05F0-9F49-DDF7-43EDAAE9DA50}"/>
          </ac:spMkLst>
        </pc:spChg>
        <pc:spChg chg="del">
          <ac:chgData name="William Cui" userId="c1609328ec52f675" providerId="LiveId" clId="{0EE99BD9-EC20-449B-93FD-E9A1FBA8E1F4}" dt="2025-12-09T12:14:51.380" v="257" actId="478"/>
          <ac:spMkLst>
            <pc:docMk/>
            <pc:sldMk cId="2716172623" sldId="457"/>
            <ac:spMk id="38" creationId="{AD4807D7-4B28-30C5-C266-830882DF62F8}"/>
          </ac:spMkLst>
        </pc:spChg>
      </pc:sldChg>
      <pc:sldChg chg="addSp delSp modSp mod">
        <pc:chgData name="William Cui" userId="c1609328ec52f675" providerId="LiveId" clId="{0EE99BD9-EC20-449B-93FD-E9A1FBA8E1F4}" dt="2025-12-09T12:14:55.428" v="260"/>
        <pc:sldMkLst>
          <pc:docMk/>
          <pc:sldMk cId="3360082541" sldId="458"/>
        </pc:sldMkLst>
        <pc:spChg chg="add mod">
          <ac:chgData name="William Cui" userId="c1609328ec52f675" providerId="LiveId" clId="{0EE99BD9-EC20-449B-93FD-E9A1FBA8E1F4}" dt="2025-12-09T12:14:55.428" v="260"/>
          <ac:spMkLst>
            <pc:docMk/>
            <pc:sldMk cId="3360082541" sldId="458"/>
            <ac:spMk id="3" creationId="{895DB3DA-021D-E83A-E5BA-1E4D43BC0EDC}"/>
          </ac:spMkLst>
        </pc:spChg>
        <pc:spChg chg="del">
          <ac:chgData name="William Cui" userId="c1609328ec52f675" providerId="LiveId" clId="{0EE99BD9-EC20-449B-93FD-E9A1FBA8E1F4}" dt="2025-12-09T12:14:55.107" v="259" actId="478"/>
          <ac:spMkLst>
            <pc:docMk/>
            <pc:sldMk cId="3360082541" sldId="458"/>
            <ac:spMk id="38" creationId="{F3E63854-B2D2-7CF4-AC4C-E92806C23D85}"/>
          </ac:spMkLst>
        </pc:spChg>
      </pc:sldChg>
      <pc:sldChg chg="addSp delSp modSp mod">
        <pc:chgData name="William Cui" userId="c1609328ec52f675" providerId="LiveId" clId="{0EE99BD9-EC20-449B-93FD-E9A1FBA8E1F4}" dt="2025-12-09T12:14:59.373" v="262"/>
        <pc:sldMkLst>
          <pc:docMk/>
          <pc:sldMk cId="1505874678" sldId="459"/>
        </pc:sldMkLst>
        <pc:spChg chg="add mod">
          <ac:chgData name="William Cui" userId="c1609328ec52f675" providerId="LiveId" clId="{0EE99BD9-EC20-449B-93FD-E9A1FBA8E1F4}" dt="2025-12-09T12:14:59.373" v="262"/>
          <ac:spMkLst>
            <pc:docMk/>
            <pc:sldMk cId="1505874678" sldId="459"/>
            <ac:spMk id="3" creationId="{899BE0B0-5779-62F3-9D67-00C31E98EEB1}"/>
          </ac:spMkLst>
        </pc:spChg>
        <pc:spChg chg="del">
          <ac:chgData name="William Cui" userId="c1609328ec52f675" providerId="LiveId" clId="{0EE99BD9-EC20-449B-93FD-E9A1FBA8E1F4}" dt="2025-12-09T12:14:59.081" v="261" actId="478"/>
          <ac:spMkLst>
            <pc:docMk/>
            <pc:sldMk cId="1505874678" sldId="459"/>
            <ac:spMk id="38" creationId="{01118D6B-1692-19C3-75A0-E67A36D0E2D4}"/>
          </ac:spMkLst>
        </pc:spChg>
      </pc:sldChg>
      <pc:sldChg chg="addSp delSp modSp mod">
        <pc:chgData name="William Cui" userId="c1609328ec52f675" providerId="LiveId" clId="{0EE99BD9-EC20-449B-93FD-E9A1FBA8E1F4}" dt="2025-12-09T12:15:03.438" v="264"/>
        <pc:sldMkLst>
          <pc:docMk/>
          <pc:sldMk cId="3064561134" sldId="460"/>
        </pc:sldMkLst>
        <pc:spChg chg="add mod">
          <ac:chgData name="William Cui" userId="c1609328ec52f675" providerId="LiveId" clId="{0EE99BD9-EC20-449B-93FD-E9A1FBA8E1F4}" dt="2025-12-09T12:15:03.438" v="264"/>
          <ac:spMkLst>
            <pc:docMk/>
            <pc:sldMk cId="3064561134" sldId="460"/>
            <ac:spMk id="2" creationId="{7866DD93-4A06-65C9-2358-1553F0C200AE}"/>
          </ac:spMkLst>
        </pc:spChg>
        <pc:spChg chg="del">
          <ac:chgData name="William Cui" userId="c1609328ec52f675" providerId="LiveId" clId="{0EE99BD9-EC20-449B-93FD-E9A1FBA8E1F4}" dt="2025-12-09T12:15:03.114" v="263" actId="478"/>
          <ac:spMkLst>
            <pc:docMk/>
            <pc:sldMk cId="3064561134" sldId="460"/>
            <ac:spMk id="38" creationId="{56C8D302-05FC-1FB1-6CED-760B866FC02A}"/>
          </ac:spMkLst>
        </pc:spChg>
      </pc:sldChg>
      <pc:sldChg chg="addSp delSp modSp mod">
        <pc:chgData name="William Cui" userId="c1609328ec52f675" providerId="LiveId" clId="{0EE99BD9-EC20-449B-93FD-E9A1FBA8E1F4}" dt="2025-12-09T12:15:06.662" v="266"/>
        <pc:sldMkLst>
          <pc:docMk/>
          <pc:sldMk cId="60411721" sldId="461"/>
        </pc:sldMkLst>
        <pc:spChg chg="add mod">
          <ac:chgData name="William Cui" userId="c1609328ec52f675" providerId="LiveId" clId="{0EE99BD9-EC20-449B-93FD-E9A1FBA8E1F4}" dt="2025-12-09T12:15:06.662" v="266"/>
          <ac:spMkLst>
            <pc:docMk/>
            <pc:sldMk cId="60411721" sldId="461"/>
            <ac:spMk id="3" creationId="{0142DF78-C505-3477-6854-F0724E1FC68A}"/>
          </ac:spMkLst>
        </pc:spChg>
        <pc:spChg chg="del">
          <ac:chgData name="William Cui" userId="c1609328ec52f675" providerId="LiveId" clId="{0EE99BD9-EC20-449B-93FD-E9A1FBA8E1F4}" dt="2025-12-09T12:15:06.323" v="265" actId="478"/>
          <ac:spMkLst>
            <pc:docMk/>
            <pc:sldMk cId="60411721" sldId="461"/>
            <ac:spMk id="38" creationId="{27984082-A2BB-7285-51C7-D7A57ECDE61E}"/>
          </ac:spMkLst>
        </pc:spChg>
      </pc:sldChg>
      <pc:sldChg chg="addSp delSp modSp mod">
        <pc:chgData name="William Cui" userId="c1609328ec52f675" providerId="LiveId" clId="{0EE99BD9-EC20-449B-93FD-E9A1FBA8E1F4}" dt="2025-12-09T12:15:10.280" v="268"/>
        <pc:sldMkLst>
          <pc:docMk/>
          <pc:sldMk cId="1537924134" sldId="462"/>
        </pc:sldMkLst>
        <pc:spChg chg="add mod">
          <ac:chgData name="William Cui" userId="c1609328ec52f675" providerId="LiveId" clId="{0EE99BD9-EC20-449B-93FD-E9A1FBA8E1F4}" dt="2025-12-09T12:15:10.280" v="268"/>
          <ac:spMkLst>
            <pc:docMk/>
            <pc:sldMk cId="1537924134" sldId="462"/>
            <ac:spMk id="2" creationId="{0A9F379C-F939-BD2E-0857-5FE7F4923F37}"/>
          </ac:spMkLst>
        </pc:spChg>
        <pc:spChg chg="del">
          <ac:chgData name="William Cui" userId="c1609328ec52f675" providerId="LiveId" clId="{0EE99BD9-EC20-449B-93FD-E9A1FBA8E1F4}" dt="2025-12-09T12:15:10.048" v="267" actId="478"/>
          <ac:spMkLst>
            <pc:docMk/>
            <pc:sldMk cId="1537924134" sldId="462"/>
            <ac:spMk id="38" creationId="{C25C889C-F178-D5F3-81C7-CD3047ED7936}"/>
          </ac:spMkLst>
        </pc:spChg>
      </pc:sldChg>
      <pc:sldChg chg="addSp delSp modSp mod">
        <pc:chgData name="William Cui" userId="c1609328ec52f675" providerId="LiveId" clId="{0EE99BD9-EC20-449B-93FD-E9A1FBA8E1F4}" dt="2025-12-09T12:15:13.832" v="270"/>
        <pc:sldMkLst>
          <pc:docMk/>
          <pc:sldMk cId="1021109308" sldId="463"/>
        </pc:sldMkLst>
        <pc:spChg chg="add mod">
          <ac:chgData name="William Cui" userId="c1609328ec52f675" providerId="LiveId" clId="{0EE99BD9-EC20-449B-93FD-E9A1FBA8E1F4}" dt="2025-12-09T12:15:13.832" v="270"/>
          <ac:spMkLst>
            <pc:docMk/>
            <pc:sldMk cId="1021109308" sldId="463"/>
            <ac:spMk id="3" creationId="{744C6CBF-677C-04FC-DC4A-496DCC475899}"/>
          </ac:spMkLst>
        </pc:spChg>
        <pc:spChg chg="del">
          <ac:chgData name="William Cui" userId="c1609328ec52f675" providerId="LiveId" clId="{0EE99BD9-EC20-449B-93FD-E9A1FBA8E1F4}" dt="2025-12-09T12:15:13.604" v="269" actId="478"/>
          <ac:spMkLst>
            <pc:docMk/>
            <pc:sldMk cId="1021109308" sldId="463"/>
            <ac:spMk id="38" creationId="{D4093A74-49FE-3586-6A08-F3F879C6A36D}"/>
          </ac:spMkLst>
        </pc:spChg>
      </pc:sldChg>
      <pc:sldChg chg="addSp delSp modSp mod">
        <pc:chgData name="William Cui" userId="c1609328ec52f675" providerId="LiveId" clId="{0EE99BD9-EC20-449B-93FD-E9A1FBA8E1F4}" dt="2025-12-09T12:15:17.867" v="272"/>
        <pc:sldMkLst>
          <pc:docMk/>
          <pc:sldMk cId="2236801155" sldId="464"/>
        </pc:sldMkLst>
        <pc:spChg chg="add mod">
          <ac:chgData name="William Cui" userId="c1609328ec52f675" providerId="LiveId" clId="{0EE99BD9-EC20-449B-93FD-E9A1FBA8E1F4}" dt="2025-12-09T12:15:17.867" v="272"/>
          <ac:spMkLst>
            <pc:docMk/>
            <pc:sldMk cId="2236801155" sldId="464"/>
            <ac:spMk id="2" creationId="{8467435F-7404-FFB1-BBD3-53D54CDAD454}"/>
          </ac:spMkLst>
        </pc:spChg>
        <pc:spChg chg="del">
          <ac:chgData name="William Cui" userId="c1609328ec52f675" providerId="LiveId" clId="{0EE99BD9-EC20-449B-93FD-E9A1FBA8E1F4}" dt="2025-12-09T12:15:17.627" v="271" actId="478"/>
          <ac:spMkLst>
            <pc:docMk/>
            <pc:sldMk cId="2236801155" sldId="464"/>
            <ac:spMk id="38" creationId="{63274CDF-F7F2-10F7-F97B-756089F949C4}"/>
          </ac:spMkLst>
        </pc:spChg>
      </pc:sldChg>
      <pc:sldChg chg="addSp delSp modSp mod">
        <pc:chgData name="William Cui" userId="c1609328ec52f675" providerId="LiveId" clId="{0EE99BD9-EC20-449B-93FD-E9A1FBA8E1F4}" dt="2025-12-09T12:15:20.870" v="274"/>
        <pc:sldMkLst>
          <pc:docMk/>
          <pc:sldMk cId="2625557902" sldId="465"/>
        </pc:sldMkLst>
        <pc:spChg chg="add mod">
          <ac:chgData name="William Cui" userId="c1609328ec52f675" providerId="LiveId" clId="{0EE99BD9-EC20-449B-93FD-E9A1FBA8E1F4}" dt="2025-12-09T12:15:20.870" v="274"/>
          <ac:spMkLst>
            <pc:docMk/>
            <pc:sldMk cId="2625557902" sldId="465"/>
            <ac:spMk id="2" creationId="{DC7A5381-D63C-E0AE-C754-0F693E99713C}"/>
          </ac:spMkLst>
        </pc:spChg>
        <pc:spChg chg="del">
          <ac:chgData name="William Cui" userId="c1609328ec52f675" providerId="LiveId" clId="{0EE99BD9-EC20-449B-93FD-E9A1FBA8E1F4}" dt="2025-12-09T12:15:20.628" v="273" actId="478"/>
          <ac:spMkLst>
            <pc:docMk/>
            <pc:sldMk cId="2625557902" sldId="465"/>
            <ac:spMk id="38" creationId="{B49DE8F9-6022-AA00-278E-BD55F09938FD}"/>
          </ac:spMkLst>
        </pc:spChg>
      </pc:sldChg>
      <pc:sldChg chg="addSp delSp modSp mod">
        <pc:chgData name="William Cui" userId="c1609328ec52f675" providerId="LiveId" clId="{0EE99BD9-EC20-449B-93FD-E9A1FBA8E1F4}" dt="2025-12-09T12:15:25.425" v="276"/>
        <pc:sldMkLst>
          <pc:docMk/>
          <pc:sldMk cId="152714637" sldId="466"/>
        </pc:sldMkLst>
        <pc:spChg chg="add mod">
          <ac:chgData name="William Cui" userId="c1609328ec52f675" providerId="LiveId" clId="{0EE99BD9-EC20-449B-93FD-E9A1FBA8E1F4}" dt="2025-12-09T12:15:25.425" v="276"/>
          <ac:spMkLst>
            <pc:docMk/>
            <pc:sldMk cId="152714637" sldId="466"/>
            <ac:spMk id="2" creationId="{3231EAB9-6799-B69D-E1EB-62EE1647D33F}"/>
          </ac:spMkLst>
        </pc:spChg>
        <pc:spChg chg="del">
          <ac:chgData name="William Cui" userId="c1609328ec52f675" providerId="LiveId" clId="{0EE99BD9-EC20-449B-93FD-E9A1FBA8E1F4}" dt="2025-12-09T12:15:24.926" v="275" actId="478"/>
          <ac:spMkLst>
            <pc:docMk/>
            <pc:sldMk cId="152714637" sldId="466"/>
            <ac:spMk id="38" creationId="{4AF03BFE-947E-5FA7-F016-ECBDC6E89D44}"/>
          </ac:spMkLst>
        </pc:spChg>
      </pc:sldChg>
      <pc:sldChg chg="addSp delSp modSp mod">
        <pc:chgData name="William Cui" userId="c1609328ec52f675" providerId="LiveId" clId="{0EE99BD9-EC20-449B-93FD-E9A1FBA8E1F4}" dt="2025-12-09T12:15:29.615" v="278"/>
        <pc:sldMkLst>
          <pc:docMk/>
          <pc:sldMk cId="4155524744" sldId="467"/>
        </pc:sldMkLst>
        <pc:spChg chg="add mod">
          <ac:chgData name="William Cui" userId="c1609328ec52f675" providerId="LiveId" clId="{0EE99BD9-EC20-449B-93FD-E9A1FBA8E1F4}" dt="2025-12-09T12:15:29.615" v="278"/>
          <ac:spMkLst>
            <pc:docMk/>
            <pc:sldMk cId="4155524744" sldId="467"/>
            <ac:spMk id="2" creationId="{612D6649-5FBB-2B77-9D64-C135E8B3CF7B}"/>
          </ac:spMkLst>
        </pc:spChg>
        <pc:spChg chg="del">
          <ac:chgData name="William Cui" userId="c1609328ec52f675" providerId="LiveId" clId="{0EE99BD9-EC20-449B-93FD-E9A1FBA8E1F4}" dt="2025-12-09T12:15:29.426" v="277" actId="478"/>
          <ac:spMkLst>
            <pc:docMk/>
            <pc:sldMk cId="4155524744" sldId="467"/>
            <ac:spMk id="38" creationId="{209187A6-69EF-B889-56DF-FAA5F596B896}"/>
          </ac:spMkLst>
        </pc:spChg>
      </pc:sldChg>
      <pc:sldChg chg="addSp delSp modSp mod">
        <pc:chgData name="William Cui" userId="c1609328ec52f675" providerId="LiveId" clId="{0EE99BD9-EC20-449B-93FD-E9A1FBA8E1F4}" dt="2025-12-09T12:15:34.106" v="280"/>
        <pc:sldMkLst>
          <pc:docMk/>
          <pc:sldMk cId="3729468640" sldId="468"/>
        </pc:sldMkLst>
        <pc:spChg chg="add mod">
          <ac:chgData name="William Cui" userId="c1609328ec52f675" providerId="LiveId" clId="{0EE99BD9-EC20-449B-93FD-E9A1FBA8E1F4}" dt="2025-12-09T12:15:34.106" v="280"/>
          <ac:spMkLst>
            <pc:docMk/>
            <pc:sldMk cId="3729468640" sldId="468"/>
            <ac:spMk id="2" creationId="{5A07FA6E-AD9C-D93E-9534-BCBD462B825C}"/>
          </ac:spMkLst>
        </pc:spChg>
        <pc:spChg chg="del">
          <ac:chgData name="William Cui" userId="c1609328ec52f675" providerId="LiveId" clId="{0EE99BD9-EC20-449B-93FD-E9A1FBA8E1F4}" dt="2025-12-09T12:15:33.929" v="279" actId="478"/>
          <ac:spMkLst>
            <pc:docMk/>
            <pc:sldMk cId="3729468640" sldId="468"/>
            <ac:spMk id="38" creationId="{9DE91FE9-98B9-102C-22D0-DC97EA8DE0B5}"/>
          </ac:spMkLst>
        </pc:spChg>
      </pc:sldChg>
      <pc:sldChg chg="addSp delSp modSp mod">
        <pc:chgData name="William Cui" userId="c1609328ec52f675" providerId="LiveId" clId="{0EE99BD9-EC20-449B-93FD-E9A1FBA8E1F4}" dt="2025-12-09T12:15:43.886" v="282"/>
        <pc:sldMkLst>
          <pc:docMk/>
          <pc:sldMk cId="3050147319" sldId="469"/>
        </pc:sldMkLst>
        <pc:spChg chg="add mod">
          <ac:chgData name="William Cui" userId="c1609328ec52f675" providerId="LiveId" clId="{0EE99BD9-EC20-449B-93FD-E9A1FBA8E1F4}" dt="2025-12-09T12:15:43.886" v="282"/>
          <ac:spMkLst>
            <pc:docMk/>
            <pc:sldMk cId="3050147319" sldId="469"/>
            <ac:spMk id="2" creationId="{020DE462-7284-3F16-7956-DC0F43465F82}"/>
          </ac:spMkLst>
        </pc:spChg>
        <pc:spChg chg="del">
          <ac:chgData name="William Cui" userId="c1609328ec52f675" providerId="LiveId" clId="{0EE99BD9-EC20-449B-93FD-E9A1FBA8E1F4}" dt="2025-12-09T12:15:43.121" v="281" actId="478"/>
          <ac:spMkLst>
            <pc:docMk/>
            <pc:sldMk cId="3050147319" sldId="469"/>
            <ac:spMk id="38" creationId="{B56D232F-63FF-8257-D9D6-41A89931CF7F}"/>
          </ac:spMkLst>
        </pc:spChg>
      </pc:sldChg>
      <pc:sldChg chg="addSp delSp modSp mod">
        <pc:chgData name="William Cui" userId="c1609328ec52f675" providerId="LiveId" clId="{0EE99BD9-EC20-449B-93FD-E9A1FBA8E1F4}" dt="2025-12-09T12:15:47.626" v="284"/>
        <pc:sldMkLst>
          <pc:docMk/>
          <pc:sldMk cId="828338167" sldId="470"/>
        </pc:sldMkLst>
        <pc:spChg chg="add mod">
          <ac:chgData name="William Cui" userId="c1609328ec52f675" providerId="LiveId" clId="{0EE99BD9-EC20-449B-93FD-E9A1FBA8E1F4}" dt="2025-12-09T11:33:46.763" v="122"/>
          <ac:spMkLst>
            <pc:docMk/>
            <pc:sldMk cId="828338167" sldId="470"/>
            <ac:spMk id="3" creationId="{41C0C432-F358-8280-852C-25C188A2CBE8}"/>
          </ac:spMkLst>
        </pc:spChg>
        <pc:spChg chg="add mod">
          <ac:chgData name="William Cui" userId="c1609328ec52f675" providerId="LiveId" clId="{0EE99BD9-EC20-449B-93FD-E9A1FBA8E1F4}" dt="2025-12-09T11:33:46.763" v="122"/>
          <ac:spMkLst>
            <pc:docMk/>
            <pc:sldMk cId="828338167" sldId="470"/>
            <ac:spMk id="7" creationId="{3ADB18E1-50FA-94D7-ECBB-CF4F80FDDD46}"/>
          </ac:spMkLst>
        </pc:spChg>
        <pc:spChg chg="add mod">
          <ac:chgData name="William Cui" userId="c1609328ec52f675" providerId="LiveId" clId="{0EE99BD9-EC20-449B-93FD-E9A1FBA8E1F4}" dt="2025-12-09T11:33:46.763" v="122"/>
          <ac:spMkLst>
            <pc:docMk/>
            <pc:sldMk cId="828338167" sldId="470"/>
            <ac:spMk id="8" creationId="{9F7A7460-5C9A-72CC-5A9E-F47F8211B32E}"/>
          </ac:spMkLst>
        </pc:spChg>
        <pc:spChg chg="add mod">
          <ac:chgData name="William Cui" userId="c1609328ec52f675" providerId="LiveId" clId="{0EE99BD9-EC20-449B-93FD-E9A1FBA8E1F4}" dt="2025-12-09T11:33:46.763" v="122"/>
          <ac:spMkLst>
            <pc:docMk/>
            <pc:sldMk cId="828338167" sldId="470"/>
            <ac:spMk id="9" creationId="{2BB9FD06-559E-A090-9359-86FFB93373A9}"/>
          </ac:spMkLst>
        </pc:spChg>
        <pc:spChg chg="add mod">
          <ac:chgData name="William Cui" userId="c1609328ec52f675" providerId="LiveId" clId="{0EE99BD9-EC20-449B-93FD-E9A1FBA8E1F4}" dt="2025-12-09T11:33:46.763" v="122"/>
          <ac:spMkLst>
            <pc:docMk/>
            <pc:sldMk cId="828338167" sldId="470"/>
            <ac:spMk id="10" creationId="{DA781D54-8987-B486-7F56-1000F0BA1D0F}"/>
          </ac:spMkLst>
        </pc:spChg>
        <pc:spChg chg="add mod">
          <ac:chgData name="William Cui" userId="c1609328ec52f675" providerId="LiveId" clId="{0EE99BD9-EC20-449B-93FD-E9A1FBA8E1F4}" dt="2025-12-09T11:33:50.908" v="123"/>
          <ac:spMkLst>
            <pc:docMk/>
            <pc:sldMk cId="828338167" sldId="470"/>
            <ac:spMk id="12" creationId="{A20A0D90-D446-B576-FA58-9A1ED3AE658A}"/>
          </ac:spMkLst>
        </pc:spChg>
        <pc:spChg chg="add mod">
          <ac:chgData name="William Cui" userId="c1609328ec52f675" providerId="LiveId" clId="{0EE99BD9-EC20-449B-93FD-E9A1FBA8E1F4}" dt="2025-12-09T11:33:50.908" v="123"/>
          <ac:spMkLst>
            <pc:docMk/>
            <pc:sldMk cId="828338167" sldId="470"/>
            <ac:spMk id="13" creationId="{B5714FC1-9B32-716C-7CA3-5085CA04797A}"/>
          </ac:spMkLst>
        </pc:spChg>
        <pc:spChg chg="add mod">
          <ac:chgData name="William Cui" userId="c1609328ec52f675" providerId="LiveId" clId="{0EE99BD9-EC20-449B-93FD-E9A1FBA8E1F4}" dt="2025-12-09T11:33:50.908" v="123"/>
          <ac:spMkLst>
            <pc:docMk/>
            <pc:sldMk cId="828338167" sldId="470"/>
            <ac:spMk id="14" creationId="{CAECE90E-71AA-E46F-F8AA-B52AFAB3D391}"/>
          </ac:spMkLst>
        </pc:spChg>
        <pc:spChg chg="add mod">
          <ac:chgData name="William Cui" userId="c1609328ec52f675" providerId="LiveId" clId="{0EE99BD9-EC20-449B-93FD-E9A1FBA8E1F4}" dt="2025-12-09T11:33:50.908" v="123"/>
          <ac:spMkLst>
            <pc:docMk/>
            <pc:sldMk cId="828338167" sldId="470"/>
            <ac:spMk id="15" creationId="{7E556712-C84D-94B2-7D5B-53F970666C9D}"/>
          </ac:spMkLst>
        </pc:spChg>
        <pc:spChg chg="add mod">
          <ac:chgData name="William Cui" userId="c1609328ec52f675" providerId="LiveId" clId="{0EE99BD9-EC20-449B-93FD-E9A1FBA8E1F4}" dt="2025-12-09T11:33:50.908" v="123"/>
          <ac:spMkLst>
            <pc:docMk/>
            <pc:sldMk cId="828338167" sldId="470"/>
            <ac:spMk id="16" creationId="{30B3F9B6-A78F-6530-D1E9-E3F1FF836647}"/>
          </ac:spMkLst>
        </pc:spChg>
        <pc:spChg chg="add mod">
          <ac:chgData name="William Cui" userId="c1609328ec52f675" providerId="LiveId" clId="{0EE99BD9-EC20-449B-93FD-E9A1FBA8E1F4}" dt="2025-12-09T12:15:47.626" v="284"/>
          <ac:spMkLst>
            <pc:docMk/>
            <pc:sldMk cId="828338167" sldId="470"/>
            <ac:spMk id="17" creationId="{C3188DA4-F484-0A18-2442-106350DE5D92}"/>
          </ac:spMkLst>
        </pc:spChg>
        <pc:spChg chg="del">
          <ac:chgData name="William Cui" userId="c1609328ec52f675" providerId="LiveId" clId="{0EE99BD9-EC20-449B-93FD-E9A1FBA8E1F4}" dt="2025-12-09T12:15:47.359" v="283" actId="478"/>
          <ac:spMkLst>
            <pc:docMk/>
            <pc:sldMk cId="828338167" sldId="470"/>
            <ac:spMk id="38" creationId="{8D459454-73EC-9D1A-AE88-6168F81DCD5A}"/>
          </ac:spMkLst>
        </pc:spChg>
        <pc:cxnChg chg="add mod">
          <ac:chgData name="William Cui" userId="c1609328ec52f675" providerId="LiveId" clId="{0EE99BD9-EC20-449B-93FD-E9A1FBA8E1F4}" dt="2025-12-09T11:33:46.763" v="122"/>
          <ac:cxnSpMkLst>
            <pc:docMk/>
            <pc:sldMk cId="828338167" sldId="470"/>
            <ac:cxnSpMk id="2" creationId="{03D72C8D-2935-C893-8279-B32835F99497}"/>
          </ac:cxnSpMkLst>
        </pc:cxnChg>
        <pc:cxnChg chg="add mod">
          <ac:chgData name="William Cui" userId="c1609328ec52f675" providerId="LiveId" clId="{0EE99BD9-EC20-449B-93FD-E9A1FBA8E1F4}" dt="2025-12-09T11:33:50.908" v="123"/>
          <ac:cxnSpMkLst>
            <pc:docMk/>
            <pc:sldMk cId="828338167" sldId="470"/>
            <ac:cxnSpMk id="11" creationId="{DB8CCB11-F2BE-ABBB-C952-77512685DE6C}"/>
          </ac:cxnSpMkLst>
        </pc:cxnChg>
      </pc:sldChg>
      <pc:sldChg chg="addSp delSp modSp mod">
        <pc:chgData name="William Cui" userId="c1609328ec52f675" providerId="LiveId" clId="{0EE99BD9-EC20-449B-93FD-E9A1FBA8E1F4}" dt="2025-12-09T12:15:50.936" v="286"/>
        <pc:sldMkLst>
          <pc:docMk/>
          <pc:sldMk cId="1131724297" sldId="471"/>
        </pc:sldMkLst>
        <pc:spChg chg="add mod">
          <ac:chgData name="William Cui" userId="c1609328ec52f675" providerId="LiveId" clId="{0EE99BD9-EC20-449B-93FD-E9A1FBA8E1F4}" dt="2025-12-09T12:15:50.936" v="286"/>
          <ac:spMkLst>
            <pc:docMk/>
            <pc:sldMk cId="1131724297" sldId="471"/>
            <ac:spMk id="3" creationId="{FE16BBA2-CEE2-DB5A-BA49-1AFE2477D681}"/>
          </ac:spMkLst>
        </pc:spChg>
        <pc:spChg chg="del">
          <ac:chgData name="William Cui" userId="c1609328ec52f675" providerId="LiveId" clId="{0EE99BD9-EC20-449B-93FD-E9A1FBA8E1F4}" dt="2025-12-09T12:15:50.673" v="285" actId="478"/>
          <ac:spMkLst>
            <pc:docMk/>
            <pc:sldMk cId="1131724297" sldId="471"/>
            <ac:spMk id="38" creationId="{C3E9102E-EFD7-3290-AED4-53C36A5D05D7}"/>
          </ac:spMkLst>
        </pc:spChg>
      </pc:sldChg>
      <pc:sldChg chg="addSp delSp modSp mod">
        <pc:chgData name="William Cui" userId="c1609328ec52f675" providerId="LiveId" clId="{0EE99BD9-EC20-449B-93FD-E9A1FBA8E1F4}" dt="2025-12-09T12:15:54.568" v="288"/>
        <pc:sldMkLst>
          <pc:docMk/>
          <pc:sldMk cId="3139785754" sldId="472"/>
        </pc:sldMkLst>
        <pc:spChg chg="add mod">
          <ac:chgData name="William Cui" userId="c1609328ec52f675" providerId="LiveId" clId="{0EE99BD9-EC20-449B-93FD-E9A1FBA8E1F4}" dt="2025-12-09T12:15:54.568" v="288"/>
          <ac:spMkLst>
            <pc:docMk/>
            <pc:sldMk cId="3139785754" sldId="472"/>
            <ac:spMk id="2" creationId="{8BB8881E-1725-27FE-E64C-436AADA9FC2F}"/>
          </ac:spMkLst>
        </pc:spChg>
        <pc:spChg chg="del">
          <ac:chgData name="William Cui" userId="c1609328ec52f675" providerId="LiveId" clId="{0EE99BD9-EC20-449B-93FD-E9A1FBA8E1F4}" dt="2025-12-09T12:15:54.336" v="287" actId="478"/>
          <ac:spMkLst>
            <pc:docMk/>
            <pc:sldMk cId="3139785754" sldId="472"/>
            <ac:spMk id="38" creationId="{B35FD094-0138-419E-7093-7037C0F7A61C}"/>
          </ac:spMkLst>
        </pc:spChg>
      </pc:sldChg>
      <pc:sldChg chg="addSp delSp modSp mod">
        <pc:chgData name="William Cui" userId="c1609328ec52f675" providerId="LiveId" clId="{0EE99BD9-EC20-449B-93FD-E9A1FBA8E1F4}" dt="2025-12-09T12:16:00.266" v="290"/>
        <pc:sldMkLst>
          <pc:docMk/>
          <pc:sldMk cId="4067243077" sldId="473"/>
        </pc:sldMkLst>
        <pc:spChg chg="add mod">
          <ac:chgData name="William Cui" userId="c1609328ec52f675" providerId="LiveId" clId="{0EE99BD9-EC20-449B-93FD-E9A1FBA8E1F4}" dt="2025-12-09T12:16:00.266" v="290"/>
          <ac:spMkLst>
            <pc:docMk/>
            <pc:sldMk cId="4067243077" sldId="473"/>
            <ac:spMk id="2" creationId="{FDC63A4A-6C4E-D61A-E77F-27C2E5D72B1E}"/>
          </ac:spMkLst>
        </pc:spChg>
        <pc:spChg chg="del">
          <ac:chgData name="William Cui" userId="c1609328ec52f675" providerId="LiveId" clId="{0EE99BD9-EC20-449B-93FD-E9A1FBA8E1F4}" dt="2025-12-09T12:15:59.998" v="289" actId="478"/>
          <ac:spMkLst>
            <pc:docMk/>
            <pc:sldMk cId="4067243077" sldId="473"/>
            <ac:spMk id="38" creationId="{A4CEFF0D-1938-E19A-CE63-FDFEB22ED7D1}"/>
          </ac:spMkLst>
        </pc:spChg>
      </pc:sldChg>
      <pc:sldChg chg="addSp delSp modSp mod">
        <pc:chgData name="William Cui" userId="c1609328ec52f675" providerId="LiveId" clId="{0EE99BD9-EC20-449B-93FD-E9A1FBA8E1F4}" dt="2025-12-09T12:16:04.462" v="292"/>
        <pc:sldMkLst>
          <pc:docMk/>
          <pc:sldMk cId="4005909415" sldId="474"/>
        </pc:sldMkLst>
        <pc:spChg chg="add mod">
          <ac:chgData name="William Cui" userId="c1609328ec52f675" providerId="LiveId" clId="{0EE99BD9-EC20-449B-93FD-E9A1FBA8E1F4}" dt="2025-12-09T12:16:04.462" v="292"/>
          <ac:spMkLst>
            <pc:docMk/>
            <pc:sldMk cId="4005909415" sldId="474"/>
            <ac:spMk id="2" creationId="{FFCEFDE3-46DA-8BA9-D39A-6590C94B2702}"/>
          </ac:spMkLst>
        </pc:spChg>
        <pc:spChg chg="del">
          <ac:chgData name="William Cui" userId="c1609328ec52f675" providerId="LiveId" clId="{0EE99BD9-EC20-449B-93FD-E9A1FBA8E1F4}" dt="2025-12-09T12:16:04.186" v="291" actId="478"/>
          <ac:spMkLst>
            <pc:docMk/>
            <pc:sldMk cId="4005909415" sldId="474"/>
            <ac:spMk id="38" creationId="{0041770A-53E9-822C-D8E3-074860449650}"/>
          </ac:spMkLst>
        </pc:spChg>
      </pc:sldChg>
      <pc:sldChg chg="addSp delSp modSp mod">
        <pc:chgData name="William Cui" userId="c1609328ec52f675" providerId="LiveId" clId="{0EE99BD9-EC20-449B-93FD-E9A1FBA8E1F4}" dt="2025-12-09T12:16:07.658" v="294"/>
        <pc:sldMkLst>
          <pc:docMk/>
          <pc:sldMk cId="223947696" sldId="475"/>
        </pc:sldMkLst>
        <pc:spChg chg="add mod">
          <ac:chgData name="William Cui" userId="c1609328ec52f675" providerId="LiveId" clId="{0EE99BD9-EC20-449B-93FD-E9A1FBA8E1F4}" dt="2025-12-09T12:16:07.658" v="294"/>
          <ac:spMkLst>
            <pc:docMk/>
            <pc:sldMk cId="223947696" sldId="475"/>
            <ac:spMk id="2" creationId="{FFCC580A-F918-8763-5971-D6A3A699BB0E}"/>
          </ac:spMkLst>
        </pc:spChg>
        <pc:spChg chg="del">
          <ac:chgData name="William Cui" userId="c1609328ec52f675" providerId="LiveId" clId="{0EE99BD9-EC20-449B-93FD-E9A1FBA8E1F4}" dt="2025-12-09T12:16:07.439" v="293" actId="478"/>
          <ac:spMkLst>
            <pc:docMk/>
            <pc:sldMk cId="223947696" sldId="475"/>
            <ac:spMk id="38" creationId="{229D29A5-5162-0EF9-BBAB-9BE608CC0282}"/>
          </ac:spMkLst>
        </pc:spChg>
      </pc:sldChg>
      <pc:sldChg chg="addSp delSp modSp mod">
        <pc:chgData name="William Cui" userId="c1609328ec52f675" providerId="LiveId" clId="{0EE99BD9-EC20-449B-93FD-E9A1FBA8E1F4}" dt="2025-12-09T12:16:11.334" v="296"/>
        <pc:sldMkLst>
          <pc:docMk/>
          <pc:sldMk cId="2859479067" sldId="476"/>
        </pc:sldMkLst>
        <pc:spChg chg="add mod">
          <ac:chgData name="William Cui" userId="c1609328ec52f675" providerId="LiveId" clId="{0EE99BD9-EC20-449B-93FD-E9A1FBA8E1F4}" dt="2025-12-09T12:16:11.334" v="296"/>
          <ac:spMkLst>
            <pc:docMk/>
            <pc:sldMk cId="2859479067" sldId="476"/>
            <ac:spMk id="3" creationId="{63280F13-F1D9-BE5D-F8DB-8E4A37266AC8}"/>
          </ac:spMkLst>
        </pc:spChg>
        <pc:spChg chg="del">
          <ac:chgData name="William Cui" userId="c1609328ec52f675" providerId="LiveId" clId="{0EE99BD9-EC20-449B-93FD-E9A1FBA8E1F4}" dt="2025-12-09T12:16:11.126" v="295" actId="478"/>
          <ac:spMkLst>
            <pc:docMk/>
            <pc:sldMk cId="2859479067" sldId="476"/>
            <ac:spMk id="38" creationId="{3FEB7B2D-9C9D-983F-835B-EE818AF2937F}"/>
          </ac:spMkLst>
        </pc:spChg>
      </pc:sldChg>
      <pc:sldChg chg="addSp delSp modSp mod">
        <pc:chgData name="William Cui" userId="c1609328ec52f675" providerId="LiveId" clId="{0EE99BD9-EC20-449B-93FD-E9A1FBA8E1F4}" dt="2025-12-09T12:16:14.886" v="298"/>
        <pc:sldMkLst>
          <pc:docMk/>
          <pc:sldMk cId="3213272389" sldId="477"/>
        </pc:sldMkLst>
        <pc:spChg chg="add mod">
          <ac:chgData name="William Cui" userId="c1609328ec52f675" providerId="LiveId" clId="{0EE99BD9-EC20-449B-93FD-E9A1FBA8E1F4}" dt="2025-12-09T12:16:14.886" v="298"/>
          <ac:spMkLst>
            <pc:docMk/>
            <pc:sldMk cId="3213272389" sldId="477"/>
            <ac:spMk id="2" creationId="{2E7750E5-E986-7BD2-A051-92CF25E608F5}"/>
          </ac:spMkLst>
        </pc:spChg>
        <pc:spChg chg="del">
          <ac:chgData name="William Cui" userId="c1609328ec52f675" providerId="LiveId" clId="{0EE99BD9-EC20-449B-93FD-E9A1FBA8E1F4}" dt="2025-12-09T12:16:14.653" v="297" actId="478"/>
          <ac:spMkLst>
            <pc:docMk/>
            <pc:sldMk cId="3213272389" sldId="477"/>
            <ac:spMk id="38" creationId="{05E05D67-01BF-3B89-CF0E-D96FDD476B6F}"/>
          </ac:spMkLst>
        </pc:spChg>
      </pc:sldChg>
      <pc:sldChg chg="addSp delSp modSp mod">
        <pc:chgData name="William Cui" userId="c1609328ec52f675" providerId="LiveId" clId="{0EE99BD9-EC20-449B-93FD-E9A1FBA8E1F4}" dt="2025-12-09T12:16:19.210" v="300"/>
        <pc:sldMkLst>
          <pc:docMk/>
          <pc:sldMk cId="1038876373" sldId="478"/>
        </pc:sldMkLst>
        <pc:spChg chg="add mod">
          <ac:chgData name="William Cui" userId="c1609328ec52f675" providerId="LiveId" clId="{0EE99BD9-EC20-449B-93FD-E9A1FBA8E1F4}" dt="2025-12-09T12:16:19.210" v="300"/>
          <ac:spMkLst>
            <pc:docMk/>
            <pc:sldMk cId="1038876373" sldId="478"/>
            <ac:spMk id="2" creationId="{030F588A-9806-CBBF-E18D-42CBE70F6D7D}"/>
          </ac:spMkLst>
        </pc:spChg>
        <pc:spChg chg="del">
          <ac:chgData name="William Cui" userId="c1609328ec52f675" providerId="LiveId" clId="{0EE99BD9-EC20-449B-93FD-E9A1FBA8E1F4}" dt="2025-12-09T12:16:18.938" v="299" actId="478"/>
          <ac:spMkLst>
            <pc:docMk/>
            <pc:sldMk cId="1038876373" sldId="478"/>
            <ac:spMk id="38" creationId="{42CCB331-CF2D-127E-8793-0CF18E102646}"/>
          </ac:spMkLst>
        </pc:spChg>
      </pc:sldChg>
      <pc:sldChg chg="addSp delSp modSp mod">
        <pc:chgData name="William Cui" userId="c1609328ec52f675" providerId="LiveId" clId="{0EE99BD9-EC20-449B-93FD-E9A1FBA8E1F4}" dt="2025-12-09T12:16:22.337" v="302"/>
        <pc:sldMkLst>
          <pc:docMk/>
          <pc:sldMk cId="2404947423" sldId="479"/>
        </pc:sldMkLst>
        <pc:spChg chg="add mod">
          <ac:chgData name="William Cui" userId="c1609328ec52f675" providerId="LiveId" clId="{0EE99BD9-EC20-449B-93FD-E9A1FBA8E1F4}" dt="2025-12-09T12:16:22.337" v="302"/>
          <ac:spMkLst>
            <pc:docMk/>
            <pc:sldMk cId="2404947423" sldId="479"/>
            <ac:spMk id="3" creationId="{12770A15-536F-1E79-F7F3-8CC458E5430E}"/>
          </ac:spMkLst>
        </pc:spChg>
        <pc:spChg chg="del">
          <ac:chgData name="William Cui" userId="c1609328ec52f675" providerId="LiveId" clId="{0EE99BD9-EC20-449B-93FD-E9A1FBA8E1F4}" dt="2025-12-09T12:16:22.047" v="301" actId="478"/>
          <ac:spMkLst>
            <pc:docMk/>
            <pc:sldMk cId="2404947423" sldId="479"/>
            <ac:spMk id="38" creationId="{EA46BDD0-563E-00C2-90E6-9C0257BC3BC9}"/>
          </ac:spMkLst>
        </pc:spChg>
      </pc:sldChg>
      <pc:sldChg chg="addSp delSp modSp mod">
        <pc:chgData name="William Cui" userId="c1609328ec52f675" providerId="LiveId" clId="{0EE99BD9-EC20-449B-93FD-E9A1FBA8E1F4}" dt="2025-12-09T12:16:25.938" v="304"/>
        <pc:sldMkLst>
          <pc:docMk/>
          <pc:sldMk cId="711879258" sldId="480"/>
        </pc:sldMkLst>
        <pc:spChg chg="add mod">
          <ac:chgData name="William Cui" userId="c1609328ec52f675" providerId="LiveId" clId="{0EE99BD9-EC20-449B-93FD-E9A1FBA8E1F4}" dt="2025-12-09T12:16:25.938" v="304"/>
          <ac:spMkLst>
            <pc:docMk/>
            <pc:sldMk cId="711879258" sldId="480"/>
            <ac:spMk id="3" creationId="{063CD40F-505A-F557-ADE2-0103279B419B}"/>
          </ac:spMkLst>
        </pc:spChg>
        <pc:spChg chg="del">
          <ac:chgData name="William Cui" userId="c1609328ec52f675" providerId="LiveId" clId="{0EE99BD9-EC20-449B-93FD-E9A1FBA8E1F4}" dt="2025-12-09T12:16:25.705" v="303" actId="478"/>
          <ac:spMkLst>
            <pc:docMk/>
            <pc:sldMk cId="711879258" sldId="480"/>
            <ac:spMk id="38" creationId="{7636C2E7-790E-2A8A-C094-F1E76C71DCF0}"/>
          </ac:spMkLst>
        </pc:spChg>
      </pc:sldChg>
      <pc:sldChg chg="addSp delSp modSp mod">
        <pc:chgData name="William Cui" userId="c1609328ec52f675" providerId="LiveId" clId="{0EE99BD9-EC20-449B-93FD-E9A1FBA8E1F4}" dt="2025-12-09T12:16:30.008" v="306"/>
        <pc:sldMkLst>
          <pc:docMk/>
          <pc:sldMk cId="4228796381" sldId="481"/>
        </pc:sldMkLst>
        <pc:spChg chg="add mod">
          <ac:chgData name="William Cui" userId="c1609328ec52f675" providerId="LiveId" clId="{0EE99BD9-EC20-449B-93FD-E9A1FBA8E1F4}" dt="2025-12-09T12:16:30.008" v="306"/>
          <ac:spMkLst>
            <pc:docMk/>
            <pc:sldMk cId="4228796381" sldId="481"/>
            <ac:spMk id="2" creationId="{5EF2F5E6-5D0E-5F62-F83D-EC45906A3CA6}"/>
          </ac:spMkLst>
        </pc:spChg>
        <pc:spChg chg="del">
          <ac:chgData name="William Cui" userId="c1609328ec52f675" providerId="LiveId" clId="{0EE99BD9-EC20-449B-93FD-E9A1FBA8E1F4}" dt="2025-12-09T12:16:29.818" v="305" actId="478"/>
          <ac:spMkLst>
            <pc:docMk/>
            <pc:sldMk cId="4228796381" sldId="481"/>
            <ac:spMk id="38" creationId="{CB41915E-CE40-7F97-B540-6F0147A6E351}"/>
          </ac:spMkLst>
        </pc:spChg>
      </pc:sldChg>
      <pc:sldChg chg="addSp delSp modSp mod">
        <pc:chgData name="William Cui" userId="c1609328ec52f675" providerId="LiveId" clId="{0EE99BD9-EC20-449B-93FD-E9A1FBA8E1F4}" dt="2025-12-09T12:16:33.544" v="308"/>
        <pc:sldMkLst>
          <pc:docMk/>
          <pc:sldMk cId="1761205377" sldId="482"/>
        </pc:sldMkLst>
        <pc:spChg chg="add mod">
          <ac:chgData name="William Cui" userId="c1609328ec52f675" providerId="LiveId" clId="{0EE99BD9-EC20-449B-93FD-E9A1FBA8E1F4}" dt="2025-12-09T12:16:33.544" v="308"/>
          <ac:spMkLst>
            <pc:docMk/>
            <pc:sldMk cId="1761205377" sldId="482"/>
            <ac:spMk id="2" creationId="{161FF668-9763-4EF9-8336-712D7D068705}"/>
          </ac:spMkLst>
        </pc:spChg>
        <pc:spChg chg="del">
          <ac:chgData name="William Cui" userId="c1609328ec52f675" providerId="LiveId" clId="{0EE99BD9-EC20-449B-93FD-E9A1FBA8E1F4}" dt="2025-12-09T12:16:33.291" v="307" actId="478"/>
          <ac:spMkLst>
            <pc:docMk/>
            <pc:sldMk cId="1761205377" sldId="482"/>
            <ac:spMk id="38" creationId="{AB2B4E76-7C7E-5085-AB1D-CDFA93F0BF94}"/>
          </ac:spMkLst>
        </pc:spChg>
      </pc:sldChg>
      <pc:sldChg chg="addSp delSp modSp mod">
        <pc:chgData name="William Cui" userId="c1609328ec52f675" providerId="LiveId" clId="{0EE99BD9-EC20-449B-93FD-E9A1FBA8E1F4}" dt="2025-12-09T12:16:37.409" v="310"/>
        <pc:sldMkLst>
          <pc:docMk/>
          <pc:sldMk cId="3652655108" sldId="483"/>
        </pc:sldMkLst>
        <pc:spChg chg="add mod">
          <ac:chgData name="William Cui" userId="c1609328ec52f675" providerId="LiveId" clId="{0EE99BD9-EC20-449B-93FD-E9A1FBA8E1F4}" dt="2025-12-09T12:16:37.409" v="310"/>
          <ac:spMkLst>
            <pc:docMk/>
            <pc:sldMk cId="3652655108" sldId="483"/>
            <ac:spMk id="3" creationId="{885D969F-E5B9-D8AF-7664-174065F49E4E}"/>
          </ac:spMkLst>
        </pc:spChg>
        <pc:spChg chg="del">
          <ac:chgData name="William Cui" userId="c1609328ec52f675" providerId="LiveId" clId="{0EE99BD9-EC20-449B-93FD-E9A1FBA8E1F4}" dt="2025-12-09T12:16:37.175" v="309" actId="478"/>
          <ac:spMkLst>
            <pc:docMk/>
            <pc:sldMk cId="3652655108" sldId="483"/>
            <ac:spMk id="38" creationId="{C7BB0B5D-5046-5F60-820D-B55DA7067984}"/>
          </ac:spMkLst>
        </pc:spChg>
      </pc:sldChg>
      <pc:sldChg chg="addSp delSp modSp mod">
        <pc:chgData name="William Cui" userId="c1609328ec52f675" providerId="LiveId" clId="{0EE99BD9-EC20-449B-93FD-E9A1FBA8E1F4}" dt="2025-12-09T12:16:40.656" v="312"/>
        <pc:sldMkLst>
          <pc:docMk/>
          <pc:sldMk cId="4190264478" sldId="484"/>
        </pc:sldMkLst>
        <pc:spChg chg="add mod">
          <ac:chgData name="William Cui" userId="c1609328ec52f675" providerId="LiveId" clId="{0EE99BD9-EC20-449B-93FD-E9A1FBA8E1F4}" dt="2025-12-09T12:16:40.656" v="312"/>
          <ac:spMkLst>
            <pc:docMk/>
            <pc:sldMk cId="4190264478" sldId="484"/>
            <ac:spMk id="3" creationId="{9BE8D8E7-7A95-716D-5B00-FCF754D562C2}"/>
          </ac:spMkLst>
        </pc:spChg>
        <pc:spChg chg="del">
          <ac:chgData name="William Cui" userId="c1609328ec52f675" providerId="LiveId" clId="{0EE99BD9-EC20-449B-93FD-E9A1FBA8E1F4}" dt="2025-12-09T12:16:40.424" v="311" actId="478"/>
          <ac:spMkLst>
            <pc:docMk/>
            <pc:sldMk cId="4190264478" sldId="484"/>
            <ac:spMk id="38" creationId="{C7C88C19-1180-B363-BC98-3590F34B1103}"/>
          </ac:spMkLst>
        </pc:spChg>
      </pc:sldChg>
      <pc:sldChg chg="addSp delSp modSp mod">
        <pc:chgData name="William Cui" userId="c1609328ec52f675" providerId="LiveId" clId="{0EE99BD9-EC20-449B-93FD-E9A1FBA8E1F4}" dt="2025-12-09T12:16:45.428" v="314"/>
        <pc:sldMkLst>
          <pc:docMk/>
          <pc:sldMk cId="1975028415" sldId="485"/>
        </pc:sldMkLst>
        <pc:spChg chg="add mod">
          <ac:chgData name="William Cui" userId="c1609328ec52f675" providerId="LiveId" clId="{0EE99BD9-EC20-449B-93FD-E9A1FBA8E1F4}" dt="2025-12-09T12:16:45.428" v="314"/>
          <ac:spMkLst>
            <pc:docMk/>
            <pc:sldMk cId="1975028415" sldId="485"/>
            <ac:spMk id="3" creationId="{8FBAD24C-5BF9-1C92-8CA1-BBDB374700F6}"/>
          </ac:spMkLst>
        </pc:spChg>
        <pc:spChg chg="mod">
          <ac:chgData name="William Cui" userId="c1609328ec52f675" providerId="LiveId" clId="{0EE99BD9-EC20-449B-93FD-E9A1FBA8E1F4}" dt="2025-12-09T11:33:38.319" v="110" actId="20577"/>
          <ac:spMkLst>
            <pc:docMk/>
            <pc:sldMk cId="1975028415" sldId="485"/>
            <ac:spMk id="5" creationId="{1C5F54FF-F758-3A74-38E6-52CDFFCF9B26}"/>
          </ac:spMkLst>
        </pc:spChg>
        <pc:spChg chg="mod">
          <ac:chgData name="William Cui" userId="c1609328ec52f675" providerId="LiveId" clId="{0EE99BD9-EC20-449B-93FD-E9A1FBA8E1F4}" dt="2025-12-09T11:33:38.251" v="108"/>
          <ac:spMkLst>
            <pc:docMk/>
            <pc:sldMk cId="1975028415" sldId="485"/>
            <ac:spMk id="30" creationId="{C8780285-9D4B-1D4A-BB6E-6A03FFD4FAC6}"/>
          </ac:spMkLst>
        </pc:spChg>
        <pc:spChg chg="mod">
          <ac:chgData name="William Cui" userId="c1609328ec52f675" providerId="LiveId" clId="{0EE99BD9-EC20-449B-93FD-E9A1FBA8E1F4}" dt="2025-12-09T11:33:37.726" v="106"/>
          <ac:spMkLst>
            <pc:docMk/>
            <pc:sldMk cId="1975028415" sldId="485"/>
            <ac:spMk id="33" creationId="{CBD24C9C-975C-7DC8-9AA6-8CB983314163}"/>
          </ac:spMkLst>
        </pc:spChg>
        <pc:spChg chg="mod">
          <ac:chgData name="William Cui" userId="c1609328ec52f675" providerId="LiveId" clId="{0EE99BD9-EC20-449B-93FD-E9A1FBA8E1F4}" dt="2025-12-09T11:33:38.677" v="121" actId="20577"/>
          <ac:spMkLst>
            <pc:docMk/>
            <pc:sldMk cId="1975028415" sldId="485"/>
            <ac:spMk id="34" creationId="{CBB2A8A6-D6A7-CB2B-F44F-4449245404FC}"/>
          </ac:spMkLst>
        </pc:spChg>
        <pc:spChg chg="mod">
          <ac:chgData name="William Cui" userId="c1609328ec52f675" providerId="LiveId" clId="{0EE99BD9-EC20-449B-93FD-E9A1FBA8E1F4}" dt="2025-12-09T11:33:38.297" v="109" actId="20577"/>
          <ac:spMkLst>
            <pc:docMk/>
            <pc:sldMk cId="1975028415" sldId="485"/>
            <ac:spMk id="35" creationId="{A66F37AF-DD88-DCE7-2304-2247036E5BEA}"/>
          </ac:spMkLst>
        </pc:spChg>
        <pc:spChg chg="mod">
          <ac:chgData name="William Cui" userId="c1609328ec52f675" providerId="LiveId" clId="{0EE99BD9-EC20-449B-93FD-E9A1FBA8E1F4}" dt="2025-12-09T11:33:38.411" v="113" actId="20577"/>
          <ac:spMkLst>
            <pc:docMk/>
            <pc:sldMk cId="1975028415" sldId="485"/>
            <ac:spMk id="37" creationId="{9E3AF05E-8FC3-7E95-8FDB-1ABDD5A80939}"/>
          </ac:spMkLst>
        </pc:spChg>
        <pc:spChg chg="del mod">
          <ac:chgData name="William Cui" userId="c1609328ec52f675" providerId="LiveId" clId="{0EE99BD9-EC20-449B-93FD-E9A1FBA8E1F4}" dt="2025-12-09T12:16:45.208" v="313" actId="478"/>
          <ac:spMkLst>
            <pc:docMk/>
            <pc:sldMk cId="1975028415" sldId="485"/>
            <ac:spMk id="38" creationId="{BA56E3A7-4B28-5236-4301-40427477A8A1}"/>
          </ac:spMkLst>
        </pc:spChg>
      </pc:sldChg>
      <pc:sldChg chg="addSp delSp modSp mod">
        <pc:chgData name="William Cui" userId="c1609328ec52f675" providerId="LiveId" clId="{0EE99BD9-EC20-449B-93FD-E9A1FBA8E1F4}" dt="2025-12-09T12:16:48.591" v="316"/>
        <pc:sldMkLst>
          <pc:docMk/>
          <pc:sldMk cId="3375831789" sldId="486"/>
        </pc:sldMkLst>
        <pc:spChg chg="add mod">
          <ac:chgData name="William Cui" userId="c1609328ec52f675" providerId="LiveId" clId="{0EE99BD9-EC20-449B-93FD-E9A1FBA8E1F4}" dt="2025-12-09T12:16:48.591" v="316"/>
          <ac:spMkLst>
            <pc:docMk/>
            <pc:sldMk cId="3375831789" sldId="486"/>
            <ac:spMk id="2" creationId="{0FCD5FF9-ADF0-E37F-DD09-34D872ED2056}"/>
          </ac:spMkLst>
        </pc:spChg>
        <pc:spChg chg="del">
          <ac:chgData name="William Cui" userId="c1609328ec52f675" providerId="LiveId" clId="{0EE99BD9-EC20-449B-93FD-E9A1FBA8E1F4}" dt="2025-12-09T12:16:48.364" v="315" actId="478"/>
          <ac:spMkLst>
            <pc:docMk/>
            <pc:sldMk cId="3375831789" sldId="486"/>
            <ac:spMk id="38" creationId="{AEEF56FC-E279-3874-97BE-9148AC642F72}"/>
          </ac:spMkLst>
        </pc:spChg>
      </pc:sldChg>
      <pc:sldChg chg="addSp delSp modSp mod">
        <pc:chgData name="William Cui" userId="c1609328ec52f675" providerId="LiveId" clId="{0EE99BD9-EC20-449B-93FD-E9A1FBA8E1F4}" dt="2025-12-09T12:16:52.668" v="318"/>
        <pc:sldMkLst>
          <pc:docMk/>
          <pc:sldMk cId="2420473499" sldId="487"/>
        </pc:sldMkLst>
        <pc:spChg chg="add mod">
          <ac:chgData name="William Cui" userId="c1609328ec52f675" providerId="LiveId" clId="{0EE99BD9-EC20-449B-93FD-E9A1FBA8E1F4}" dt="2025-12-09T12:16:52.668" v="318"/>
          <ac:spMkLst>
            <pc:docMk/>
            <pc:sldMk cId="2420473499" sldId="487"/>
            <ac:spMk id="2" creationId="{0C863F0A-EA49-0D4E-3E69-47DC4101D6DB}"/>
          </ac:spMkLst>
        </pc:spChg>
        <pc:spChg chg="del">
          <ac:chgData name="William Cui" userId="c1609328ec52f675" providerId="LiveId" clId="{0EE99BD9-EC20-449B-93FD-E9A1FBA8E1F4}" dt="2025-12-09T12:16:52.445" v="317" actId="478"/>
          <ac:spMkLst>
            <pc:docMk/>
            <pc:sldMk cId="2420473499" sldId="487"/>
            <ac:spMk id="38" creationId="{694E8617-B3BC-DAF3-7D9A-A49191E16A93}"/>
          </ac:spMkLst>
        </pc:spChg>
      </pc:sldChg>
      <pc:sldChg chg="addSp delSp modSp mod">
        <pc:chgData name="William Cui" userId="c1609328ec52f675" providerId="LiveId" clId="{0EE99BD9-EC20-449B-93FD-E9A1FBA8E1F4}" dt="2025-12-09T12:16:56.063" v="320"/>
        <pc:sldMkLst>
          <pc:docMk/>
          <pc:sldMk cId="1997998736" sldId="488"/>
        </pc:sldMkLst>
        <pc:spChg chg="add mod">
          <ac:chgData name="William Cui" userId="c1609328ec52f675" providerId="LiveId" clId="{0EE99BD9-EC20-449B-93FD-E9A1FBA8E1F4}" dt="2025-12-09T12:16:56.063" v="320"/>
          <ac:spMkLst>
            <pc:docMk/>
            <pc:sldMk cId="1997998736" sldId="488"/>
            <ac:spMk id="3" creationId="{CDCC7D46-3EDE-49AD-E425-99EF26E70EB4}"/>
          </ac:spMkLst>
        </pc:spChg>
        <pc:spChg chg="del">
          <ac:chgData name="William Cui" userId="c1609328ec52f675" providerId="LiveId" clId="{0EE99BD9-EC20-449B-93FD-E9A1FBA8E1F4}" dt="2025-12-09T12:16:55.821" v="319" actId="478"/>
          <ac:spMkLst>
            <pc:docMk/>
            <pc:sldMk cId="1997998736" sldId="488"/>
            <ac:spMk id="38" creationId="{2C18E5EA-AB75-76C9-C12B-5E610BB58616}"/>
          </ac:spMkLst>
        </pc:spChg>
      </pc:sldChg>
      <pc:sldChg chg="addSp delSp modSp mod">
        <pc:chgData name="William Cui" userId="c1609328ec52f675" providerId="LiveId" clId="{0EE99BD9-EC20-449B-93FD-E9A1FBA8E1F4}" dt="2025-12-09T12:21:36.680" v="477"/>
        <pc:sldMkLst>
          <pc:docMk/>
          <pc:sldMk cId="1709588164" sldId="489"/>
        </pc:sldMkLst>
        <pc:spChg chg="add mod">
          <ac:chgData name="William Cui" userId="c1609328ec52f675" providerId="LiveId" clId="{0EE99BD9-EC20-449B-93FD-E9A1FBA8E1F4}" dt="2025-12-09T12:17:06.579" v="333" actId="20577"/>
          <ac:spMkLst>
            <pc:docMk/>
            <pc:sldMk cId="1709588164" sldId="489"/>
            <ac:spMk id="3" creationId="{B2312A85-A477-E551-430C-18C2F0564C45}"/>
          </ac:spMkLst>
        </pc:spChg>
        <pc:spChg chg="add mod">
          <ac:chgData name="William Cui" userId="c1609328ec52f675" providerId="LiveId" clId="{0EE99BD9-EC20-449B-93FD-E9A1FBA8E1F4}" dt="2025-12-09T12:21:36.680" v="477"/>
          <ac:spMkLst>
            <pc:docMk/>
            <pc:sldMk cId="1709588164" sldId="489"/>
            <ac:spMk id="6" creationId="{14350A63-B31A-71D4-25A0-212AFEBC3CC3}"/>
          </ac:spMkLst>
        </pc:spChg>
        <pc:spChg chg="del">
          <ac:chgData name="William Cui" userId="c1609328ec52f675" providerId="LiveId" clId="{0EE99BD9-EC20-449B-93FD-E9A1FBA8E1F4}" dt="2025-12-09T12:16:59.143" v="321" actId="478"/>
          <ac:spMkLst>
            <pc:docMk/>
            <pc:sldMk cId="1709588164" sldId="489"/>
            <ac:spMk id="38" creationId="{A157D1E5-4EA2-17BD-3633-02FE2577AE1A}"/>
          </ac:spMkLst>
        </pc:spChg>
      </pc:sldChg>
      <pc:sldChg chg="addSp delSp modSp mod">
        <pc:chgData name="William Cui" userId="c1609328ec52f675" providerId="LiveId" clId="{0EE99BD9-EC20-449B-93FD-E9A1FBA8E1F4}" dt="2025-12-09T12:21:34.887" v="476"/>
        <pc:sldMkLst>
          <pc:docMk/>
          <pc:sldMk cId="168884782" sldId="490"/>
        </pc:sldMkLst>
        <pc:spChg chg="add mod">
          <ac:chgData name="William Cui" userId="c1609328ec52f675" providerId="LiveId" clId="{0EE99BD9-EC20-449B-93FD-E9A1FBA8E1F4}" dt="2025-12-09T12:21:34.887" v="476"/>
          <ac:spMkLst>
            <pc:docMk/>
            <pc:sldMk cId="168884782" sldId="490"/>
            <ac:spMk id="3" creationId="{36D0AEE0-7CB6-C345-0F00-B96CCFC7C0C1}"/>
          </ac:spMkLst>
        </pc:spChg>
        <pc:spChg chg="del">
          <ac:chgData name="William Cui" userId="c1609328ec52f675" providerId="LiveId" clId="{0EE99BD9-EC20-449B-93FD-E9A1FBA8E1F4}" dt="2025-12-09T12:17:13.192" v="334" actId="478"/>
          <ac:spMkLst>
            <pc:docMk/>
            <pc:sldMk cId="168884782" sldId="490"/>
            <ac:spMk id="38" creationId="{C6C0EFFC-9B78-9D9D-F561-4DC9604D6617}"/>
          </ac:spMkLst>
        </pc:spChg>
      </pc:sldChg>
      <pc:sldChg chg="addSp delSp modSp mod">
        <pc:chgData name="William Cui" userId="c1609328ec52f675" providerId="LiveId" clId="{0EE99BD9-EC20-449B-93FD-E9A1FBA8E1F4}" dt="2025-12-09T12:21:33.907" v="475"/>
        <pc:sldMkLst>
          <pc:docMk/>
          <pc:sldMk cId="1831534405" sldId="491"/>
        </pc:sldMkLst>
        <pc:spChg chg="add mod">
          <ac:chgData name="William Cui" userId="c1609328ec52f675" providerId="LiveId" clId="{0EE99BD9-EC20-449B-93FD-E9A1FBA8E1F4}" dt="2025-12-09T12:21:33.907" v="475"/>
          <ac:spMkLst>
            <pc:docMk/>
            <pc:sldMk cId="1831534405" sldId="491"/>
            <ac:spMk id="2" creationId="{70AF9EA1-13C2-4E03-7218-E1718876C9D0}"/>
          </ac:spMkLst>
        </pc:spChg>
        <pc:spChg chg="del">
          <ac:chgData name="William Cui" userId="c1609328ec52f675" providerId="LiveId" clId="{0EE99BD9-EC20-449B-93FD-E9A1FBA8E1F4}" dt="2025-12-09T12:17:15.191" v="335" actId="478"/>
          <ac:spMkLst>
            <pc:docMk/>
            <pc:sldMk cId="1831534405" sldId="491"/>
            <ac:spMk id="38" creationId="{809104B4-FFEE-18A2-A82A-9118B6DEC97D}"/>
          </ac:spMkLst>
        </pc:spChg>
      </pc:sldChg>
      <pc:sldChg chg="addSp delSp modSp mod">
        <pc:chgData name="William Cui" userId="c1609328ec52f675" providerId="LiveId" clId="{0EE99BD9-EC20-449B-93FD-E9A1FBA8E1F4}" dt="2025-12-09T12:21:33.248" v="474"/>
        <pc:sldMkLst>
          <pc:docMk/>
          <pc:sldMk cId="2007086698" sldId="492"/>
        </pc:sldMkLst>
        <pc:spChg chg="add mod">
          <ac:chgData name="William Cui" userId="c1609328ec52f675" providerId="LiveId" clId="{0EE99BD9-EC20-449B-93FD-E9A1FBA8E1F4}" dt="2025-12-09T12:21:33.248" v="474"/>
          <ac:spMkLst>
            <pc:docMk/>
            <pc:sldMk cId="2007086698" sldId="492"/>
            <ac:spMk id="2" creationId="{28BA5A1A-7220-5522-824C-B820D4C7B1CE}"/>
          </ac:spMkLst>
        </pc:spChg>
        <pc:spChg chg="del">
          <ac:chgData name="William Cui" userId="c1609328ec52f675" providerId="LiveId" clId="{0EE99BD9-EC20-449B-93FD-E9A1FBA8E1F4}" dt="2025-12-09T12:17:17.666" v="336" actId="478"/>
          <ac:spMkLst>
            <pc:docMk/>
            <pc:sldMk cId="2007086698" sldId="492"/>
            <ac:spMk id="38" creationId="{10A770DF-0516-0CA2-D2A7-3FC0A337BFE5}"/>
          </ac:spMkLst>
        </pc:spChg>
      </pc:sldChg>
      <pc:sldChg chg="addSp delSp modSp mod">
        <pc:chgData name="William Cui" userId="c1609328ec52f675" providerId="LiveId" clId="{0EE99BD9-EC20-449B-93FD-E9A1FBA8E1F4}" dt="2025-12-09T12:21:31.441" v="473"/>
        <pc:sldMkLst>
          <pc:docMk/>
          <pc:sldMk cId="1378005708" sldId="493"/>
        </pc:sldMkLst>
        <pc:spChg chg="add mod">
          <ac:chgData name="William Cui" userId="c1609328ec52f675" providerId="LiveId" clId="{0EE99BD9-EC20-449B-93FD-E9A1FBA8E1F4}" dt="2025-12-09T12:21:31.441" v="473"/>
          <ac:spMkLst>
            <pc:docMk/>
            <pc:sldMk cId="1378005708" sldId="493"/>
            <ac:spMk id="2" creationId="{0854ABC1-5C23-AB2B-F8E6-F02DE4671A38}"/>
          </ac:spMkLst>
        </pc:spChg>
        <pc:spChg chg="del">
          <ac:chgData name="William Cui" userId="c1609328ec52f675" providerId="LiveId" clId="{0EE99BD9-EC20-449B-93FD-E9A1FBA8E1F4}" dt="2025-12-09T12:17:19.470" v="337" actId="478"/>
          <ac:spMkLst>
            <pc:docMk/>
            <pc:sldMk cId="1378005708" sldId="493"/>
            <ac:spMk id="38" creationId="{4EB527E9-C170-2A77-913C-7995313FDB43}"/>
          </ac:spMkLst>
        </pc:spChg>
      </pc:sldChg>
      <pc:sldChg chg="addSp delSp modSp mod">
        <pc:chgData name="William Cui" userId="c1609328ec52f675" providerId="LiveId" clId="{0EE99BD9-EC20-449B-93FD-E9A1FBA8E1F4}" dt="2025-12-09T12:21:30.483" v="472"/>
        <pc:sldMkLst>
          <pc:docMk/>
          <pc:sldMk cId="1992885792" sldId="494"/>
        </pc:sldMkLst>
        <pc:spChg chg="add mod">
          <ac:chgData name="William Cui" userId="c1609328ec52f675" providerId="LiveId" clId="{0EE99BD9-EC20-449B-93FD-E9A1FBA8E1F4}" dt="2025-12-09T12:21:30.483" v="472"/>
          <ac:spMkLst>
            <pc:docMk/>
            <pc:sldMk cId="1992885792" sldId="494"/>
            <ac:spMk id="2" creationId="{DA82ED6D-9254-7E8B-31F6-E3EB42D31FF5}"/>
          </ac:spMkLst>
        </pc:spChg>
        <pc:spChg chg="del">
          <ac:chgData name="William Cui" userId="c1609328ec52f675" providerId="LiveId" clId="{0EE99BD9-EC20-449B-93FD-E9A1FBA8E1F4}" dt="2025-12-09T12:17:22.350" v="338" actId="478"/>
          <ac:spMkLst>
            <pc:docMk/>
            <pc:sldMk cId="1992885792" sldId="494"/>
            <ac:spMk id="38" creationId="{6272C921-E0A8-DF57-D5D3-346D2CFC1A38}"/>
          </ac:spMkLst>
        </pc:spChg>
      </pc:sldChg>
      <pc:sldChg chg="addSp delSp modSp mod">
        <pc:chgData name="William Cui" userId="c1609328ec52f675" providerId="LiveId" clId="{0EE99BD9-EC20-449B-93FD-E9A1FBA8E1F4}" dt="2025-12-09T12:21:29.859" v="471"/>
        <pc:sldMkLst>
          <pc:docMk/>
          <pc:sldMk cId="198046038" sldId="495"/>
        </pc:sldMkLst>
        <pc:spChg chg="add mod">
          <ac:chgData name="William Cui" userId="c1609328ec52f675" providerId="LiveId" clId="{0EE99BD9-EC20-449B-93FD-E9A1FBA8E1F4}" dt="2025-12-09T12:21:29.859" v="471"/>
          <ac:spMkLst>
            <pc:docMk/>
            <pc:sldMk cId="198046038" sldId="495"/>
            <ac:spMk id="2" creationId="{6458707F-54BD-52E1-2D6D-755FAA7FD958}"/>
          </ac:spMkLst>
        </pc:spChg>
        <pc:spChg chg="del">
          <ac:chgData name="William Cui" userId="c1609328ec52f675" providerId="LiveId" clId="{0EE99BD9-EC20-449B-93FD-E9A1FBA8E1F4}" dt="2025-12-09T12:17:24.960" v="339" actId="478"/>
          <ac:spMkLst>
            <pc:docMk/>
            <pc:sldMk cId="198046038" sldId="495"/>
            <ac:spMk id="38" creationId="{47C54A32-1531-91EA-748E-8976B47F417F}"/>
          </ac:spMkLst>
        </pc:spChg>
      </pc:sldChg>
      <pc:sldChg chg="addSp delSp modSp mod">
        <pc:chgData name="William Cui" userId="c1609328ec52f675" providerId="LiveId" clId="{0EE99BD9-EC20-449B-93FD-E9A1FBA8E1F4}" dt="2025-12-09T12:21:27.981" v="470"/>
        <pc:sldMkLst>
          <pc:docMk/>
          <pc:sldMk cId="812739617" sldId="496"/>
        </pc:sldMkLst>
        <pc:spChg chg="add mod">
          <ac:chgData name="William Cui" userId="c1609328ec52f675" providerId="LiveId" clId="{0EE99BD9-EC20-449B-93FD-E9A1FBA8E1F4}" dt="2025-12-09T12:21:27.981" v="470"/>
          <ac:spMkLst>
            <pc:docMk/>
            <pc:sldMk cId="812739617" sldId="496"/>
            <ac:spMk id="3" creationId="{1B12A49A-40F9-B725-870A-D61DD0F30F18}"/>
          </ac:spMkLst>
        </pc:spChg>
        <pc:spChg chg="del">
          <ac:chgData name="William Cui" userId="c1609328ec52f675" providerId="LiveId" clId="{0EE99BD9-EC20-449B-93FD-E9A1FBA8E1F4}" dt="2025-12-09T12:17:27.248" v="340" actId="478"/>
          <ac:spMkLst>
            <pc:docMk/>
            <pc:sldMk cId="812739617" sldId="496"/>
            <ac:spMk id="38" creationId="{FFA446CD-108D-9B5D-F640-02EF993B61B1}"/>
          </ac:spMkLst>
        </pc:spChg>
      </pc:sldChg>
      <pc:sldChg chg="addSp delSp modSp mod">
        <pc:chgData name="William Cui" userId="c1609328ec52f675" providerId="LiveId" clId="{0EE99BD9-EC20-449B-93FD-E9A1FBA8E1F4}" dt="2025-12-09T12:21:27.267" v="469"/>
        <pc:sldMkLst>
          <pc:docMk/>
          <pc:sldMk cId="255081823" sldId="497"/>
        </pc:sldMkLst>
        <pc:spChg chg="add mod">
          <ac:chgData name="William Cui" userId="c1609328ec52f675" providerId="LiveId" clId="{0EE99BD9-EC20-449B-93FD-E9A1FBA8E1F4}" dt="2025-12-09T12:21:27.267" v="469"/>
          <ac:spMkLst>
            <pc:docMk/>
            <pc:sldMk cId="255081823" sldId="497"/>
            <ac:spMk id="2" creationId="{A5490FD9-315B-D91A-6D0E-7099B5EF4315}"/>
          </ac:spMkLst>
        </pc:spChg>
        <pc:spChg chg="del">
          <ac:chgData name="William Cui" userId="c1609328ec52f675" providerId="LiveId" clId="{0EE99BD9-EC20-449B-93FD-E9A1FBA8E1F4}" dt="2025-12-09T12:17:29.980" v="341" actId="478"/>
          <ac:spMkLst>
            <pc:docMk/>
            <pc:sldMk cId="255081823" sldId="497"/>
            <ac:spMk id="38" creationId="{92C28921-4C9A-18B8-951D-4E31CA7FDA7B}"/>
          </ac:spMkLst>
        </pc:spChg>
      </pc:sldChg>
      <pc:sldChg chg="addSp delSp modSp mod">
        <pc:chgData name="William Cui" userId="c1609328ec52f675" providerId="LiveId" clId="{0EE99BD9-EC20-449B-93FD-E9A1FBA8E1F4}" dt="2025-12-09T12:21:26.367" v="468"/>
        <pc:sldMkLst>
          <pc:docMk/>
          <pc:sldMk cId="3112049130" sldId="498"/>
        </pc:sldMkLst>
        <pc:spChg chg="add mod">
          <ac:chgData name="William Cui" userId="c1609328ec52f675" providerId="LiveId" clId="{0EE99BD9-EC20-449B-93FD-E9A1FBA8E1F4}" dt="2025-12-09T12:21:26.367" v="468"/>
          <ac:spMkLst>
            <pc:docMk/>
            <pc:sldMk cId="3112049130" sldId="498"/>
            <ac:spMk id="2" creationId="{B97EE222-6086-6829-02D8-A810E2E1F679}"/>
          </ac:spMkLst>
        </pc:spChg>
        <pc:spChg chg="del">
          <ac:chgData name="William Cui" userId="c1609328ec52f675" providerId="LiveId" clId="{0EE99BD9-EC20-449B-93FD-E9A1FBA8E1F4}" dt="2025-12-09T12:17:32.930" v="342" actId="478"/>
          <ac:spMkLst>
            <pc:docMk/>
            <pc:sldMk cId="3112049130" sldId="498"/>
            <ac:spMk id="38" creationId="{7DDA3CC2-04A9-C1D3-0EDA-2D495F912482}"/>
          </ac:spMkLst>
        </pc:spChg>
      </pc:sldChg>
      <pc:sldChg chg="addSp delSp modSp mod">
        <pc:chgData name="William Cui" userId="c1609328ec52f675" providerId="LiveId" clId="{0EE99BD9-EC20-449B-93FD-E9A1FBA8E1F4}" dt="2025-12-09T12:21:24.292" v="467"/>
        <pc:sldMkLst>
          <pc:docMk/>
          <pc:sldMk cId="4156106743" sldId="499"/>
        </pc:sldMkLst>
        <pc:spChg chg="add mod">
          <ac:chgData name="William Cui" userId="c1609328ec52f675" providerId="LiveId" clId="{0EE99BD9-EC20-449B-93FD-E9A1FBA8E1F4}" dt="2025-12-09T12:21:24.292" v="467"/>
          <ac:spMkLst>
            <pc:docMk/>
            <pc:sldMk cId="4156106743" sldId="499"/>
            <ac:spMk id="2" creationId="{EF1883CF-5BC0-9DDF-B0C8-64AC3B305614}"/>
          </ac:spMkLst>
        </pc:spChg>
        <pc:spChg chg="del">
          <ac:chgData name="William Cui" userId="c1609328ec52f675" providerId="LiveId" clId="{0EE99BD9-EC20-449B-93FD-E9A1FBA8E1F4}" dt="2025-12-09T12:17:35.120" v="343" actId="478"/>
          <ac:spMkLst>
            <pc:docMk/>
            <pc:sldMk cId="4156106743" sldId="499"/>
            <ac:spMk id="38" creationId="{56CF9C22-348F-7D38-148C-5F51AF65C0E5}"/>
          </ac:spMkLst>
        </pc:spChg>
      </pc:sldChg>
      <pc:sldChg chg="addSp delSp modSp mod">
        <pc:chgData name="William Cui" userId="c1609328ec52f675" providerId="LiveId" clId="{0EE99BD9-EC20-449B-93FD-E9A1FBA8E1F4}" dt="2025-12-09T12:21:23.087" v="466"/>
        <pc:sldMkLst>
          <pc:docMk/>
          <pc:sldMk cId="2934835525" sldId="500"/>
        </pc:sldMkLst>
        <pc:spChg chg="add mod">
          <ac:chgData name="William Cui" userId="c1609328ec52f675" providerId="LiveId" clId="{0EE99BD9-EC20-449B-93FD-E9A1FBA8E1F4}" dt="2025-12-09T12:21:23.087" v="466"/>
          <ac:spMkLst>
            <pc:docMk/>
            <pc:sldMk cId="2934835525" sldId="500"/>
            <ac:spMk id="3" creationId="{07FF5042-9A99-CE9F-A092-9F196E562B3F}"/>
          </ac:spMkLst>
        </pc:spChg>
        <pc:spChg chg="del">
          <ac:chgData name="William Cui" userId="c1609328ec52f675" providerId="LiveId" clId="{0EE99BD9-EC20-449B-93FD-E9A1FBA8E1F4}" dt="2025-12-09T12:17:38.202" v="344" actId="478"/>
          <ac:spMkLst>
            <pc:docMk/>
            <pc:sldMk cId="2934835525" sldId="500"/>
            <ac:spMk id="38" creationId="{7391AB9A-8216-A85A-6A0F-B390EF08955F}"/>
          </ac:spMkLst>
        </pc:spChg>
      </pc:sldChg>
      <pc:sldChg chg="addSp delSp modSp mod">
        <pc:chgData name="William Cui" userId="c1609328ec52f675" providerId="LiveId" clId="{0EE99BD9-EC20-449B-93FD-E9A1FBA8E1F4}" dt="2025-12-09T12:21:22.441" v="465"/>
        <pc:sldMkLst>
          <pc:docMk/>
          <pc:sldMk cId="3530735977" sldId="501"/>
        </pc:sldMkLst>
        <pc:spChg chg="add mod">
          <ac:chgData name="William Cui" userId="c1609328ec52f675" providerId="LiveId" clId="{0EE99BD9-EC20-449B-93FD-E9A1FBA8E1F4}" dt="2025-12-09T12:21:22.441" v="465"/>
          <ac:spMkLst>
            <pc:docMk/>
            <pc:sldMk cId="3530735977" sldId="501"/>
            <ac:spMk id="2" creationId="{CBF0D42C-51EC-C938-98F1-74DC23E8759F}"/>
          </ac:spMkLst>
        </pc:spChg>
        <pc:spChg chg="del">
          <ac:chgData name="William Cui" userId="c1609328ec52f675" providerId="LiveId" clId="{0EE99BD9-EC20-449B-93FD-E9A1FBA8E1F4}" dt="2025-12-09T12:17:40.625" v="345" actId="478"/>
          <ac:spMkLst>
            <pc:docMk/>
            <pc:sldMk cId="3530735977" sldId="501"/>
            <ac:spMk id="38" creationId="{8174CB19-A72C-71B9-9F1D-F526CD07AD70}"/>
          </ac:spMkLst>
        </pc:spChg>
      </pc:sldChg>
      <pc:sldChg chg="addSp delSp modSp mod">
        <pc:chgData name="William Cui" userId="c1609328ec52f675" providerId="LiveId" clId="{0EE99BD9-EC20-449B-93FD-E9A1FBA8E1F4}" dt="2025-12-09T12:21:21.710" v="464"/>
        <pc:sldMkLst>
          <pc:docMk/>
          <pc:sldMk cId="2801630969" sldId="502"/>
        </pc:sldMkLst>
        <pc:spChg chg="add mod">
          <ac:chgData name="William Cui" userId="c1609328ec52f675" providerId="LiveId" clId="{0EE99BD9-EC20-449B-93FD-E9A1FBA8E1F4}" dt="2025-12-09T12:21:21.710" v="464"/>
          <ac:spMkLst>
            <pc:docMk/>
            <pc:sldMk cId="2801630969" sldId="502"/>
            <ac:spMk id="2" creationId="{51C3BD49-B03A-8F3E-93AD-8877D79FE1B6}"/>
          </ac:spMkLst>
        </pc:spChg>
        <pc:spChg chg="del">
          <ac:chgData name="William Cui" userId="c1609328ec52f675" providerId="LiveId" clId="{0EE99BD9-EC20-449B-93FD-E9A1FBA8E1F4}" dt="2025-12-09T12:17:43.517" v="346" actId="478"/>
          <ac:spMkLst>
            <pc:docMk/>
            <pc:sldMk cId="2801630969" sldId="502"/>
            <ac:spMk id="38" creationId="{D73435EF-D624-386A-18E8-75AD784F5881}"/>
          </ac:spMkLst>
        </pc:spChg>
      </pc:sldChg>
      <pc:sldChg chg="addSp delSp modSp mod">
        <pc:chgData name="William Cui" userId="c1609328ec52f675" providerId="LiveId" clId="{0EE99BD9-EC20-449B-93FD-E9A1FBA8E1F4}" dt="2025-12-09T12:21:19.751" v="463"/>
        <pc:sldMkLst>
          <pc:docMk/>
          <pc:sldMk cId="1157670312" sldId="503"/>
        </pc:sldMkLst>
        <pc:spChg chg="add mod">
          <ac:chgData name="William Cui" userId="c1609328ec52f675" providerId="LiveId" clId="{0EE99BD9-EC20-449B-93FD-E9A1FBA8E1F4}" dt="2025-12-09T12:21:19.751" v="463"/>
          <ac:spMkLst>
            <pc:docMk/>
            <pc:sldMk cId="1157670312" sldId="503"/>
            <ac:spMk id="2" creationId="{F7F93609-6D97-0E03-0946-9A82ACEBA38C}"/>
          </ac:spMkLst>
        </pc:spChg>
        <pc:spChg chg="del">
          <ac:chgData name="William Cui" userId="c1609328ec52f675" providerId="LiveId" clId="{0EE99BD9-EC20-449B-93FD-E9A1FBA8E1F4}" dt="2025-12-09T12:17:45.916" v="347" actId="478"/>
          <ac:spMkLst>
            <pc:docMk/>
            <pc:sldMk cId="1157670312" sldId="503"/>
            <ac:spMk id="38" creationId="{D115AAF5-3230-FFCD-D632-7AD7E91E41D0}"/>
          </ac:spMkLst>
        </pc:spChg>
      </pc:sldChg>
      <pc:sldChg chg="addSp delSp modSp mod">
        <pc:chgData name="William Cui" userId="c1609328ec52f675" providerId="LiveId" clId="{0EE99BD9-EC20-449B-93FD-E9A1FBA8E1F4}" dt="2025-12-09T12:21:18.832" v="462"/>
        <pc:sldMkLst>
          <pc:docMk/>
          <pc:sldMk cId="269510324" sldId="504"/>
        </pc:sldMkLst>
        <pc:spChg chg="add mod">
          <ac:chgData name="William Cui" userId="c1609328ec52f675" providerId="LiveId" clId="{0EE99BD9-EC20-449B-93FD-E9A1FBA8E1F4}" dt="2025-12-09T12:21:18.832" v="462"/>
          <ac:spMkLst>
            <pc:docMk/>
            <pc:sldMk cId="269510324" sldId="504"/>
            <ac:spMk id="2" creationId="{962A0849-DCC4-7AF6-DE47-BFAC56624A4C}"/>
          </ac:spMkLst>
        </pc:spChg>
        <pc:spChg chg="del">
          <ac:chgData name="William Cui" userId="c1609328ec52f675" providerId="LiveId" clId="{0EE99BD9-EC20-449B-93FD-E9A1FBA8E1F4}" dt="2025-12-09T12:17:48.433" v="348" actId="478"/>
          <ac:spMkLst>
            <pc:docMk/>
            <pc:sldMk cId="269510324" sldId="504"/>
            <ac:spMk id="38" creationId="{8DB7A76E-47DE-813F-D3D9-BAC5B385A42D}"/>
          </ac:spMkLst>
        </pc:spChg>
      </pc:sldChg>
      <pc:sldChg chg="addSp delSp modSp mod">
        <pc:chgData name="William Cui" userId="c1609328ec52f675" providerId="LiveId" clId="{0EE99BD9-EC20-449B-93FD-E9A1FBA8E1F4}" dt="2025-12-09T12:21:17.954" v="461"/>
        <pc:sldMkLst>
          <pc:docMk/>
          <pc:sldMk cId="3983850235" sldId="505"/>
        </pc:sldMkLst>
        <pc:spChg chg="add mod">
          <ac:chgData name="William Cui" userId="c1609328ec52f675" providerId="LiveId" clId="{0EE99BD9-EC20-449B-93FD-E9A1FBA8E1F4}" dt="2025-12-09T12:21:17.954" v="461"/>
          <ac:spMkLst>
            <pc:docMk/>
            <pc:sldMk cId="3983850235" sldId="505"/>
            <ac:spMk id="2" creationId="{B65AE5FD-DF57-A1DF-082F-315C5147F7B6}"/>
          </ac:spMkLst>
        </pc:spChg>
        <pc:spChg chg="del">
          <ac:chgData name="William Cui" userId="c1609328ec52f675" providerId="LiveId" clId="{0EE99BD9-EC20-449B-93FD-E9A1FBA8E1F4}" dt="2025-12-09T12:17:51.111" v="349" actId="478"/>
          <ac:spMkLst>
            <pc:docMk/>
            <pc:sldMk cId="3983850235" sldId="505"/>
            <ac:spMk id="38" creationId="{10DCF719-5020-4009-7024-F6F24A43FFE0}"/>
          </ac:spMkLst>
        </pc:spChg>
      </pc:sldChg>
      <pc:sldChg chg="addSp delSp modSp mod">
        <pc:chgData name="William Cui" userId="c1609328ec52f675" providerId="LiveId" clId="{0EE99BD9-EC20-449B-93FD-E9A1FBA8E1F4}" dt="2025-12-09T12:21:17.340" v="460"/>
        <pc:sldMkLst>
          <pc:docMk/>
          <pc:sldMk cId="3544673539" sldId="506"/>
        </pc:sldMkLst>
        <pc:spChg chg="add mod">
          <ac:chgData name="William Cui" userId="c1609328ec52f675" providerId="LiveId" clId="{0EE99BD9-EC20-449B-93FD-E9A1FBA8E1F4}" dt="2025-12-09T12:21:17.340" v="460"/>
          <ac:spMkLst>
            <pc:docMk/>
            <pc:sldMk cId="3544673539" sldId="506"/>
            <ac:spMk id="2" creationId="{C9C67637-5674-FE2F-E829-9F939F89E020}"/>
          </ac:spMkLst>
        </pc:spChg>
        <pc:spChg chg="del">
          <ac:chgData name="William Cui" userId="c1609328ec52f675" providerId="LiveId" clId="{0EE99BD9-EC20-449B-93FD-E9A1FBA8E1F4}" dt="2025-12-09T12:17:53.019" v="350" actId="478"/>
          <ac:spMkLst>
            <pc:docMk/>
            <pc:sldMk cId="3544673539" sldId="506"/>
            <ac:spMk id="38" creationId="{6C2ABBEC-EA8F-0A4C-D279-CD3772ABFD06}"/>
          </ac:spMkLst>
        </pc:spChg>
      </pc:sldChg>
      <pc:sldChg chg="addSp delSp modSp mod">
        <pc:chgData name="William Cui" userId="c1609328ec52f675" providerId="LiveId" clId="{0EE99BD9-EC20-449B-93FD-E9A1FBA8E1F4}" dt="2025-12-09T12:21:15.107" v="459"/>
        <pc:sldMkLst>
          <pc:docMk/>
          <pc:sldMk cId="2658927900" sldId="507"/>
        </pc:sldMkLst>
        <pc:spChg chg="add mod">
          <ac:chgData name="William Cui" userId="c1609328ec52f675" providerId="LiveId" clId="{0EE99BD9-EC20-449B-93FD-E9A1FBA8E1F4}" dt="2025-12-09T12:21:15.107" v="459"/>
          <ac:spMkLst>
            <pc:docMk/>
            <pc:sldMk cId="2658927900" sldId="507"/>
            <ac:spMk id="3" creationId="{48F1C35F-4153-2B03-08B8-34D3A3F19B25}"/>
          </ac:spMkLst>
        </pc:spChg>
        <pc:spChg chg="del">
          <ac:chgData name="William Cui" userId="c1609328ec52f675" providerId="LiveId" clId="{0EE99BD9-EC20-449B-93FD-E9A1FBA8E1F4}" dt="2025-12-09T12:17:55.482" v="351" actId="478"/>
          <ac:spMkLst>
            <pc:docMk/>
            <pc:sldMk cId="2658927900" sldId="507"/>
            <ac:spMk id="38" creationId="{6229A262-37FF-A45C-AF80-005759A1D189}"/>
          </ac:spMkLst>
        </pc:spChg>
      </pc:sldChg>
      <pc:sldChg chg="addSp delSp modSp mod">
        <pc:chgData name="William Cui" userId="c1609328ec52f675" providerId="LiveId" clId="{0EE99BD9-EC20-449B-93FD-E9A1FBA8E1F4}" dt="2025-12-09T12:21:14.189" v="458"/>
        <pc:sldMkLst>
          <pc:docMk/>
          <pc:sldMk cId="2427780779" sldId="508"/>
        </pc:sldMkLst>
        <pc:spChg chg="add mod">
          <ac:chgData name="William Cui" userId="c1609328ec52f675" providerId="LiveId" clId="{0EE99BD9-EC20-449B-93FD-E9A1FBA8E1F4}" dt="2025-12-09T12:21:14.189" v="458"/>
          <ac:spMkLst>
            <pc:docMk/>
            <pc:sldMk cId="2427780779" sldId="508"/>
            <ac:spMk id="2" creationId="{3D4A6DB6-7794-45EA-9ADC-35CA2DED7452}"/>
          </ac:spMkLst>
        </pc:spChg>
        <pc:spChg chg="del">
          <ac:chgData name="William Cui" userId="c1609328ec52f675" providerId="LiveId" clId="{0EE99BD9-EC20-449B-93FD-E9A1FBA8E1F4}" dt="2025-12-09T12:17:59.070" v="352" actId="478"/>
          <ac:spMkLst>
            <pc:docMk/>
            <pc:sldMk cId="2427780779" sldId="508"/>
            <ac:spMk id="38" creationId="{C4EBD89E-6F70-C627-426D-65B219F2F6E1}"/>
          </ac:spMkLst>
        </pc:spChg>
      </pc:sldChg>
      <pc:sldChg chg="addSp delSp modSp mod">
        <pc:chgData name="William Cui" userId="c1609328ec52f675" providerId="LiveId" clId="{0EE99BD9-EC20-449B-93FD-E9A1FBA8E1F4}" dt="2025-12-09T12:21:13.257" v="457"/>
        <pc:sldMkLst>
          <pc:docMk/>
          <pc:sldMk cId="1718502980" sldId="509"/>
        </pc:sldMkLst>
        <pc:spChg chg="add mod">
          <ac:chgData name="William Cui" userId="c1609328ec52f675" providerId="LiveId" clId="{0EE99BD9-EC20-449B-93FD-E9A1FBA8E1F4}" dt="2025-12-09T12:21:13.257" v="457"/>
          <ac:spMkLst>
            <pc:docMk/>
            <pc:sldMk cId="1718502980" sldId="509"/>
            <ac:spMk id="2" creationId="{688F2185-7DA9-4960-660C-96B5A971265D}"/>
          </ac:spMkLst>
        </pc:spChg>
        <pc:spChg chg="del">
          <ac:chgData name="William Cui" userId="c1609328ec52f675" providerId="LiveId" clId="{0EE99BD9-EC20-449B-93FD-E9A1FBA8E1F4}" dt="2025-12-09T12:18:02.014" v="353" actId="478"/>
          <ac:spMkLst>
            <pc:docMk/>
            <pc:sldMk cId="1718502980" sldId="509"/>
            <ac:spMk id="38" creationId="{A5A6D248-5E65-E400-F0F2-E6B4A092AD01}"/>
          </ac:spMkLst>
        </pc:spChg>
      </pc:sldChg>
      <pc:sldChg chg="addSp delSp modSp mod">
        <pc:chgData name="William Cui" userId="c1609328ec52f675" providerId="LiveId" clId="{0EE99BD9-EC20-449B-93FD-E9A1FBA8E1F4}" dt="2025-12-09T12:20:59.811" v="445"/>
        <pc:sldMkLst>
          <pc:docMk/>
          <pc:sldMk cId="1856544687" sldId="510"/>
        </pc:sldMkLst>
        <pc:spChg chg="add mod">
          <ac:chgData name="William Cui" userId="c1609328ec52f675" providerId="LiveId" clId="{0EE99BD9-EC20-449B-93FD-E9A1FBA8E1F4}" dt="2025-12-09T12:20:59.811" v="445"/>
          <ac:spMkLst>
            <pc:docMk/>
            <pc:sldMk cId="1856544687" sldId="510"/>
            <ac:spMk id="2" creationId="{AFEAA468-8103-BD31-7C2D-9DA38BEB0E64}"/>
          </ac:spMkLst>
        </pc:spChg>
        <pc:spChg chg="del">
          <ac:chgData name="William Cui" userId="c1609328ec52f675" providerId="LiveId" clId="{0EE99BD9-EC20-449B-93FD-E9A1FBA8E1F4}" dt="2025-12-09T12:18:33.487" v="365" actId="478"/>
          <ac:spMkLst>
            <pc:docMk/>
            <pc:sldMk cId="1856544687" sldId="510"/>
            <ac:spMk id="38" creationId="{87A94B15-8099-375C-2198-D3F6E3C3C129}"/>
          </ac:spMkLst>
        </pc:spChg>
      </pc:sldChg>
      <pc:sldChg chg="addSp delSp modSp mod">
        <pc:chgData name="William Cui" userId="c1609328ec52f675" providerId="LiveId" clId="{0EE99BD9-EC20-449B-93FD-E9A1FBA8E1F4}" dt="2025-12-09T12:21:12.654" v="456"/>
        <pc:sldMkLst>
          <pc:docMk/>
          <pc:sldMk cId="285878259" sldId="511"/>
        </pc:sldMkLst>
        <pc:spChg chg="add mod">
          <ac:chgData name="William Cui" userId="c1609328ec52f675" providerId="LiveId" clId="{0EE99BD9-EC20-449B-93FD-E9A1FBA8E1F4}" dt="2025-12-09T12:21:12.654" v="456"/>
          <ac:spMkLst>
            <pc:docMk/>
            <pc:sldMk cId="285878259" sldId="511"/>
            <ac:spMk id="2" creationId="{EB1D2735-F322-1D90-A5D7-0E4556C37D8F}"/>
          </ac:spMkLst>
        </pc:spChg>
        <pc:spChg chg="del">
          <ac:chgData name="William Cui" userId="c1609328ec52f675" providerId="LiveId" clId="{0EE99BD9-EC20-449B-93FD-E9A1FBA8E1F4}" dt="2025-12-09T12:18:05.732" v="354" actId="478"/>
          <ac:spMkLst>
            <pc:docMk/>
            <pc:sldMk cId="285878259" sldId="511"/>
            <ac:spMk id="38" creationId="{134259DE-9371-2DD0-F2E9-9436B214E3C7}"/>
          </ac:spMkLst>
        </pc:spChg>
      </pc:sldChg>
      <pc:sldChg chg="addSp delSp modSp mod">
        <pc:chgData name="William Cui" userId="c1609328ec52f675" providerId="LiveId" clId="{0EE99BD9-EC20-449B-93FD-E9A1FBA8E1F4}" dt="2025-12-09T12:21:10.801" v="455"/>
        <pc:sldMkLst>
          <pc:docMk/>
          <pc:sldMk cId="1111220762" sldId="512"/>
        </pc:sldMkLst>
        <pc:spChg chg="add mod">
          <ac:chgData name="William Cui" userId="c1609328ec52f675" providerId="LiveId" clId="{0EE99BD9-EC20-449B-93FD-E9A1FBA8E1F4}" dt="2025-12-09T12:21:10.801" v="455"/>
          <ac:spMkLst>
            <pc:docMk/>
            <pc:sldMk cId="1111220762" sldId="512"/>
            <ac:spMk id="2" creationId="{35C0DAA2-13EA-9E9A-474D-6B83E1F1AA9E}"/>
          </ac:spMkLst>
        </pc:spChg>
        <pc:spChg chg="del">
          <ac:chgData name="William Cui" userId="c1609328ec52f675" providerId="LiveId" clId="{0EE99BD9-EC20-449B-93FD-E9A1FBA8E1F4}" dt="2025-12-09T12:18:08.158" v="355" actId="478"/>
          <ac:spMkLst>
            <pc:docMk/>
            <pc:sldMk cId="1111220762" sldId="512"/>
            <ac:spMk id="38" creationId="{D4BB09C3-7206-FE4C-EC54-082C193C1856}"/>
          </ac:spMkLst>
        </pc:spChg>
      </pc:sldChg>
      <pc:sldChg chg="addSp delSp modSp mod">
        <pc:chgData name="William Cui" userId="c1609328ec52f675" providerId="LiveId" clId="{0EE99BD9-EC20-449B-93FD-E9A1FBA8E1F4}" dt="2025-12-09T12:21:09.710" v="454"/>
        <pc:sldMkLst>
          <pc:docMk/>
          <pc:sldMk cId="997956878" sldId="513"/>
        </pc:sldMkLst>
        <pc:spChg chg="add mod">
          <ac:chgData name="William Cui" userId="c1609328ec52f675" providerId="LiveId" clId="{0EE99BD9-EC20-449B-93FD-E9A1FBA8E1F4}" dt="2025-12-09T12:21:09.710" v="454"/>
          <ac:spMkLst>
            <pc:docMk/>
            <pc:sldMk cId="997956878" sldId="513"/>
            <ac:spMk id="2" creationId="{29CC507B-2741-B4CB-C726-8005D1E40303}"/>
          </ac:spMkLst>
        </pc:spChg>
        <pc:spChg chg="del">
          <ac:chgData name="William Cui" userId="c1609328ec52f675" providerId="LiveId" clId="{0EE99BD9-EC20-449B-93FD-E9A1FBA8E1F4}" dt="2025-12-09T12:18:10.618" v="356" actId="478"/>
          <ac:spMkLst>
            <pc:docMk/>
            <pc:sldMk cId="997956878" sldId="513"/>
            <ac:spMk id="38" creationId="{CCEA0EA8-061A-CA1F-7BDA-8DCF2C4D9277}"/>
          </ac:spMkLst>
        </pc:spChg>
      </pc:sldChg>
      <pc:sldChg chg="addSp delSp modSp mod">
        <pc:chgData name="William Cui" userId="c1609328ec52f675" providerId="LiveId" clId="{0EE99BD9-EC20-449B-93FD-E9A1FBA8E1F4}" dt="2025-12-09T12:21:09.106" v="453"/>
        <pc:sldMkLst>
          <pc:docMk/>
          <pc:sldMk cId="880470158" sldId="514"/>
        </pc:sldMkLst>
        <pc:spChg chg="add mod">
          <ac:chgData name="William Cui" userId="c1609328ec52f675" providerId="LiveId" clId="{0EE99BD9-EC20-449B-93FD-E9A1FBA8E1F4}" dt="2025-12-09T12:21:09.106" v="453"/>
          <ac:spMkLst>
            <pc:docMk/>
            <pc:sldMk cId="880470158" sldId="514"/>
            <ac:spMk id="2" creationId="{2EE0C550-39C7-2FB5-1716-C4959DB0F888}"/>
          </ac:spMkLst>
        </pc:spChg>
        <pc:spChg chg="del">
          <ac:chgData name="William Cui" userId="c1609328ec52f675" providerId="LiveId" clId="{0EE99BD9-EC20-449B-93FD-E9A1FBA8E1F4}" dt="2025-12-09T12:18:13.307" v="357" actId="478"/>
          <ac:spMkLst>
            <pc:docMk/>
            <pc:sldMk cId="880470158" sldId="514"/>
            <ac:spMk id="38" creationId="{40ABDDEF-FBE8-13D1-9A7C-7B64B65CE6F6}"/>
          </ac:spMkLst>
        </pc:spChg>
      </pc:sldChg>
      <pc:sldChg chg="addSp delSp modSp mod">
        <pc:chgData name="William Cui" userId="c1609328ec52f675" providerId="LiveId" clId="{0EE99BD9-EC20-449B-93FD-E9A1FBA8E1F4}" dt="2025-12-09T12:21:07.536" v="452"/>
        <pc:sldMkLst>
          <pc:docMk/>
          <pc:sldMk cId="1893131756" sldId="515"/>
        </pc:sldMkLst>
        <pc:spChg chg="add mod">
          <ac:chgData name="William Cui" userId="c1609328ec52f675" providerId="LiveId" clId="{0EE99BD9-EC20-449B-93FD-E9A1FBA8E1F4}" dt="2025-12-09T12:21:07.536" v="452"/>
          <ac:spMkLst>
            <pc:docMk/>
            <pc:sldMk cId="1893131756" sldId="515"/>
            <ac:spMk id="2" creationId="{4F5A4A73-2FE0-71BC-3DD7-58E549C5E634}"/>
          </ac:spMkLst>
        </pc:spChg>
        <pc:spChg chg="del">
          <ac:chgData name="William Cui" userId="c1609328ec52f675" providerId="LiveId" clId="{0EE99BD9-EC20-449B-93FD-E9A1FBA8E1F4}" dt="2025-12-09T12:18:15.256" v="358" actId="478"/>
          <ac:spMkLst>
            <pc:docMk/>
            <pc:sldMk cId="1893131756" sldId="515"/>
            <ac:spMk id="38" creationId="{DC33DAB7-E5B1-88D1-9EDB-965B075EC894}"/>
          </ac:spMkLst>
        </pc:spChg>
      </pc:sldChg>
      <pc:sldChg chg="addSp delSp modSp mod">
        <pc:chgData name="William Cui" userId="c1609328ec52f675" providerId="LiveId" clId="{0EE99BD9-EC20-449B-93FD-E9A1FBA8E1F4}" dt="2025-12-09T12:21:06.881" v="451"/>
        <pc:sldMkLst>
          <pc:docMk/>
          <pc:sldMk cId="2090147229" sldId="516"/>
        </pc:sldMkLst>
        <pc:spChg chg="add mod">
          <ac:chgData name="William Cui" userId="c1609328ec52f675" providerId="LiveId" clId="{0EE99BD9-EC20-449B-93FD-E9A1FBA8E1F4}" dt="2025-12-09T12:21:06.881" v="451"/>
          <ac:spMkLst>
            <pc:docMk/>
            <pc:sldMk cId="2090147229" sldId="516"/>
            <ac:spMk id="2" creationId="{B6B3DBAA-E405-29B9-FB89-834052975134}"/>
          </ac:spMkLst>
        </pc:spChg>
        <pc:spChg chg="del">
          <ac:chgData name="William Cui" userId="c1609328ec52f675" providerId="LiveId" clId="{0EE99BD9-EC20-449B-93FD-E9A1FBA8E1F4}" dt="2025-12-09T12:18:18.110" v="359" actId="478"/>
          <ac:spMkLst>
            <pc:docMk/>
            <pc:sldMk cId="2090147229" sldId="516"/>
            <ac:spMk id="38" creationId="{02BBBC80-F662-7BCA-87FD-43F1A015D3B1}"/>
          </ac:spMkLst>
        </pc:spChg>
      </pc:sldChg>
      <pc:sldChg chg="addSp delSp modSp mod">
        <pc:chgData name="William Cui" userId="c1609328ec52f675" providerId="LiveId" clId="{0EE99BD9-EC20-449B-93FD-E9A1FBA8E1F4}" dt="2025-12-09T12:21:06.009" v="450"/>
        <pc:sldMkLst>
          <pc:docMk/>
          <pc:sldMk cId="1022705871" sldId="517"/>
        </pc:sldMkLst>
        <pc:spChg chg="add mod">
          <ac:chgData name="William Cui" userId="c1609328ec52f675" providerId="LiveId" clId="{0EE99BD9-EC20-449B-93FD-E9A1FBA8E1F4}" dt="2025-12-09T12:21:06.009" v="450"/>
          <ac:spMkLst>
            <pc:docMk/>
            <pc:sldMk cId="1022705871" sldId="517"/>
            <ac:spMk id="3" creationId="{DBA250C0-FCA7-3868-70C9-A32947EC056E}"/>
          </ac:spMkLst>
        </pc:spChg>
        <pc:spChg chg="del">
          <ac:chgData name="William Cui" userId="c1609328ec52f675" providerId="LiveId" clId="{0EE99BD9-EC20-449B-93FD-E9A1FBA8E1F4}" dt="2025-12-09T12:18:20.222" v="360" actId="478"/>
          <ac:spMkLst>
            <pc:docMk/>
            <pc:sldMk cId="1022705871" sldId="517"/>
            <ac:spMk id="38" creationId="{B56009EF-7D6B-6E38-292B-339FF171F9CB}"/>
          </ac:spMkLst>
        </pc:spChg>
      </pc:sldChg>
      <pc:sldChg chg="addSp delSp modSp mod">
        <pc:chgData name="William Cui" userId="c1609328ec52f675" providerId="LiveId" clId="{0EE99BD9-EC20-449B-93FD-E9A1FBA8E1F4}" dt="2025-12-09T12:21:04.229" v="449"/>
        <pc:sldMkLst>
          <pc:docMk/>
          <pc:sldMk cId="3026747794" sldId="518"/>
        </pc:sldMkLst>
        <pc:spChg chg="add mod">
          <ac:chgData name="William Cui" userId="c1609328ec52f675" providerId="LiveId" clId="{0EE99BD9-EC20-449B-93FD-E9A1FBA8E1F4}" dt="2025-12-09T12:21:04.229" v="449"/>
          <ac:spMkLst>
            <pc:docMk/>
            <pc:sldMk cId="3026747794" sldId="518"/>
            <ac:spMk id="2" creationId="{38C714E1-F50D-4C39-BBC6-8E1C29FB9628}"/>
          </ac:spMkLst>
        </pc:spChg>
        <pc:spChg chg="del">
          <ac:chgData name="William Cui" userId="c1609328ec52f675" providerId="LiveId" clId="{0EE99BD9-EC20-449B-93FD-E9A1FBA8E1F4}" dt="2025-12-09T12:18:22.942" v="361" actId="478"/>
          <ac:spMkLst>
            <pc:docMk/>
            <pc:sldMk cId="3026747794" sldId="518"/>
            <ac:spMk id="38" creationId="{CA55C97A-4489-7A39-1581-11C8447BC65F}"/>
          </ac:spMkLst>
        </pc:spChg>
      </pc:sldChg>
      <pc:sldChg chg="addSp delSp modSp mod">
        <pc:chgData name="William Cui" userId="c1609328ec52f675" providerId="LiveId" clId="{0EE99BD9-EC20-449B-93FD-E9A1FBA8E1F4}" dt="2025-12-09T12:21:03.480" v="448"/>
        <pc:sldMkLst>
          <pc:docMk/>
          <pc:sldMk cId="2214398972" sldId="519"/>
        </pc:sldMkLst>
        <pc:spChg chg="add mod">
          <ac:chgData name="William Cui" userId="c1609328ec52f675" providerId="LiveId" clId="{0EE99BD9-EC20-449B-93FD-E9A1FBA8E1F4}" dt="2025-12-09T12:21:03.480" v="448"/>
          <ac:spMkLst>
            <pc:docMk/>
            <pc:sldMk cId="2214398972" sldId="519"/>
            <ac:spMk id="2" creationId="{DC0EDA6C-3CF6-7026-AA66-353F0BCD501B}"/>
          </ac:spMkLst>
        </pc:spChg>
        <pc:spChg chg="del">
          <ac:chgData name="William Cui" userId="c1609328ec52f675" providerId="LiveId" clId="{0EE99BD9-EC20-449B-93FD-E9A1FBA8E1F4}" dt="2025-12-09T12:18:25.087" v="362" actId="478"/>
          <ac:spMkLst>
            <pc:docMk/>
            <pc:sldMk cId="2214398972" sldId="519"/>
            <ac:spMk id="38" creationId="{2604631F-AF9F-3EF9-C08F-640A5F77228C}"/>
          </ac:spMkLst>
        </pc:spChg>
      </pc:sldChg>
      <pc:sldChg chg="addSp delSp modSp mod">
        <pc:chgData name="William Cui" userId="c1609328ec52f675" providerId="LiveId" clId="{0EE99BD9-EC20-449B-93FD-E9A1FBA8E1F4}" dt="2025-12-09T12:21:02.853" v="447"/>
        <pc:sldMkLst>
          <pc:docMk/>
          <pc:sldMk cId="2767416580" sldId="520"/>
        </pc:sldMkLst>
        <pc:spChg chg="add mod">
          <ac:chgData name="William Cui" userId="c1609328ec52f675" providerId="LiveId" clId="{0EE99BD9-EC20-449B-93FD-E9A1FBA8E1F4}" dt="2025-12-09T12:21:02.853" v="447"/>
          <ac:spMkLst>
            <pc:docMk/>
            <pc:sldMk cId="2767416580" sldId="520"/>
            <ac:spMk id="2" creationId="{CDD8D74E-1045-E799-9B28-5D96B9B55E74}"/>
          </ac:spMkLst>
        </pc:spChg>
        <pc:spChg chg="del">
          <ac:chgData name="William Cui" userId="c1609328ec52f675" providerId="LiveId" clId="{0EE99BD9-EC20-449B-93FD-E9A1FBA8E1F4}" dt="2025-12-09T12:18:27.760" v="363" actId="478"/>
          <ac:spMkLst>
            <pc:docMk/>
            <pc:sldMk cId="2767416580" sldId="520"/>
            <ac:spMk id="38" creationId="{1584CC2D-FC93-2B0A-4814-FEBE5D9B8CDB}"/>
          </ac:spMkLst>
        </pc:spChg>
      </pc:sldChg>
      <pc:sldChg chg="addSp delSp modSp mod">
        <pc:chgData name="William Cui" userId="c1609328ec52f675" providerId="LiveId" clId="{0EE99BD9-EC20-449B-93FD-E9A1FBA8E1F4}" dt="2025-12-09T12:21:01.945" v="446"/>
        <pc:sldMkLst>
          <pc:docMk/>
          <pc:sldMk cId="766034061" sldId="521"/>
        </pc:sldMkLst>
        <pc:spChg chg="add mod">
          <ac:chgData name="William Cui" userId="c1609328ec52f675" providerId="LiveId" clId="{0EE99BD9-EC20-449B-93FD-E9A1FBA8E1F4}" dt="2025-12-09T12:21:01.945" v="446"/>
          <ac:spMkLst>
            <pc:docMk/>
            <pc:sldMk cId="766034061" sldId="521"/>
            <ac:spMk id="3" creationId="{C5BA203C-48DC-9AD6-61B7-EEE6D23620AE}"/>
          </ac:spMkLst>
        </pc:spChg>
        <pc:spChg chg="del">
          <ac:chgData name="William Cui" userId="c1609328ec52f675" providerId="LiveId" clId="{0EE99BD9-EC20-449B-93FD-E9A1FBA8E1F4}" dt="2025-12-09T12:18:30.248" v="364" actId="478"/>
          <ac:spMkLst>
            <pc:docMk/>
            <pc:sldMk cId="766034061" sldId="521"/>
            <ac:spMk id="38" creationId="{8C26F037-9DDE-14B3-06F6-4800B991B901}"/>
          </ac:spMkLst>
        </pc:spChg>
      </pc:sldChg>
      <pc:sldChg chg="addSp delSp modSp mod">
        <pc:chgData name="William Cui" userId="c1609328ec52f675" providerId="LiveId" clId="{0EE99BD9-EC20-449B-93FD-E9A1FBA8E1F4}" dt="2025-12-09T12:20:59.093" v="444"/>
        <pc:sldMkLst>
          <pc:docMk/>
          <pc:sldMk cId="2770131532" sldId="523"/>
        </pc:sldMkLst>
        <pc:spChg chg="add mod">
          <ac:chgData name="William Cui" userId="c1609328ec52f675" providerId="LiveId" clId="{0EE99BD9-EC20-449B-93FD-E9A1FBA8E1F4}" dt="2025-12-09T12:20:59.093" v="444"/>
          <ac:spMkLst>
            <pc:docMk/>
            <pc:sldMk cId="2770131532" sldId="523"/>
            <ac:spMk id="2" creationId="{05D53D95-298D-3556-9861-021DB3315005}"/>
          </ac:spMkLst>
        </pc:spChg>
        <pc:spChg chg="del">
          <ac:chgData name="William Cui" userId="c1609328ec52f675" providerId="LiveId" clId="{0EE99BD9-EC20-449B-93FD-E9A1FBA8E1F4}" dt="2025-12-09T12:18:35.825" v="366" actId="478"/>
          <ac:spMkLst>
            <pc:docMk/>
            <pc:sldMk cId="2770131532" sldId="523"/>
            <ac:spMk id="38" creationId="{2394D5FB-EC8E-D631-E468-15C644FADACF}"/>
          </ac:spMkLst>
        </pc:spChg>
      </pc:sldChg>
      <pc:sldChg chg="addSp delSp modSp mod">
        <pc:chgData name="William Cui" userId="c1609328ec52f675" providerId="LiveId" clId="{0EE99BD9-EC20-449B-93FD-E9A1FBA8E1F4}" dt="2025-12-09T12:20:58.140" v="443"/>
        <pc:sldMkLst>
          <pc:docMk/>
          <pc:sldMk cId="1027500854" sldId="524"/>
        </pc:sldMkLst>
        <pc:spChg chg="add mod">
          <ac:chgData name="William Cui" userId="c1609328ec52f675" providerId="LiveId" clId="{0EE99BD9-EC20-449B-93FD-E9A1FBA8E1F4}" dt="2025-12-09T12:20:58.140" v="443"/>
          <ac:spMkLst>
            <pc:docMk/>
            <pc:sldMk cId="1027500854" sldId="524"/>
            <ac:spMk id="3" creationId="{47FA9445-8BB3-61DE-264D-AA1616364331}"/>
          </ac:spMkLst>
        </pc:spChg>
        <pc:spChg chg="del">
          <ac:chgData name="William Cui" userId="c1609328ec52f675" providerId="LiveId" clId="{0EE99BD9-EC20-449B-93FD-E9A1FBA8E1F4}" dt="2025-12-09T12:18:38.802" v="367" actId="478"/>
          <ac:spMkLst>
            <pc:docMk/>
            <pc:sldMk cId="1027500854" sldId="524"/>
            <ac:spMk id="38" creationId="{E2DB7760-2036-3BED-E3B1-1C983EC9BBF8}"/>
          </ac:spMkLst>
        </pc:spChg>
      </pc:sldChg>
      <pc:sldChg chg="addSp delSp modSp mod">
        <pc:chgData name="William Cui" userId="c1609328ec52f675" providerId="LiveId" clId="{0EE99BD9-EC20-449B-93FD-E9A1FBA8E1F4}" dt="2025-12-09T12:20:57.553" v="442"/>
        <pc:sldMkLst>
          <pc:docMk/>
          <pc:sldMk cId="1498672852" sldId="525"/>
        </pc:sldMkLst>
        <pc:spChg chg="add mod">
          <ac:chgData name="William Cui" userId="c1609328ec52f675" providerId="LiveId" clId="{0EE99BD9-EC20-449B-93FD-E9A1FBA8E1F4}" dt="2025-12-09T12:20:57.553" v="442"/>
          <ac:spMkLst>
            <pc:docMk/>
            <pc:sldMk cId="1498672852" sldId="525"/>
            <ac:spMk id="2" creationId="{6BE5D396-5BAA-0FC6-190F-AC98E85295CE}"/>
          </ac:spMkLst>
        </pc:spChg>
        <pc:spChg chg="del">
          <ac:chgData name="William Cui" userId="c1609328ec52f675" providerId="LiveId" clId="{0EE99BD9-EC20-449B-93FD-E9A1FBA8E1F4}" dt="2025-12-09T12:18:41.602" v="368" actId="478"/>
          <ac:spMkLst>
            <pc:docMk/>
            <pc:sldMk cId="1498672852" sldId="525"/>
            <ac:spMk id="38" creationId="{3BCD96BC-A2B9-5C4C-06AD-B429A1C8409C}"/>
          </ac:spMkLst>
        </pc:spChg>
      </pc:sldChg>
      <pc:sldChg chg="addSp delSp modSp mod">
        <pc:chgData name="William Cui" userId="c1609328ec52f675" providerId="LiveId" clId="{0EE99BD9-EC20-449B-93FD-E9A1FBA8E1F4}" dt="2025-12-09T12:20:55.850" v="441"/>
        <pc:sldMkLst>
          <pc:docMk/>
          <pc:sldMk cId="2602605166" sldId="526"/>
        </pc:sldMkLst>
        <pc:spChg chg="add mod">
          <ac:chgData name="William Cui" userId="c1609328ec52f675" providerId="LiveId" clId="{0EE99BD9-EC20-449B-93FD-E9A1FBA8E1F4}" dt="2025-12-09T12:20:55.850" v="441"/>
          <ac:spMkLst>
            <pc:docMk/>
            <pc:sldMk cId="2602605166" sldId="526"/>
            <ac:spMk id="2" creationId="{B9DD3EAD-F58B-E47F-8A56-A0C017B86D36}"/>
          </ac:spMkLst>
        </pc:spChg>
        <pc:spChg chg="del">
          <ac:chgData name="William Cui" userId="c1609328ec52f675" providerId="LiveId" clId="{0EE99BD9-EC20-449B-93FD-E9A1FBA8E1F4}" dt="2025-12-09T12:18:43.869" v="369" actId="478"/>
          <ac:spMkLst>
            <pc:docMk/>
            <pc:sldMk cId="2602605166" sldId="526"/>
            <ac:spMk id="38" creationId="{661B98D0-500A-D260-D9DB-AEFA80099194}"/>
          </ac:spMkLst>
        </pc:spChg>
      </pc:sldChg>
      <pc:sldChg chg="addSp delSp modSp mod">
        <pc:chgData name="William Cui" userId="c1609328ec52f675" providerId="LiveId" clId="{0EE99BD9-EC20-449B-93FD-E9A1FBA8E1F4}" dt="2025-12-09T12:20:55.176" v="440"/>
        <pc:sldMkLst>
          <pc:docMk/>
          <pc:sldMk cId="2043096683" sldId="527"/>
        </pc:sldMkLst>
        <pc:spChg chg="add mod">
          <ac:chgData name="William Cui" userId="c1609328ec52f675" providerId="LiveId" clId="{0EE99BD9-EC20-449B-93FD-E9A1FBA8E1F4}" dt="2025-12-09T12:20:55.176" v="440"/>
          <ac:spMkLst>
            <pc:docMk/>
            <pc:sldMk cId="2043096683" sldId="527"/>
            <ac:spMk id="2" creationId="{A72D3D33-E40C-807F-DEB4-732C673177EA}"/>
          </ac:spMkLst>
        </pc:spChg>
        <pc:spChg chg="del">
          <ac:chgData name="William Cui" userId="c1609328ec52f675" providerId="LiveId" clId="{0EE99BD9-EC20-449B-93FD-E9A1FBA8E1F4}" dt="2025-12-09T12:18:45.989" v="370" actId="478"/>
          <ac:spMkLst>
            <pc:docMk/>
            <pc:sldMk cId="2043096683" sldId="527"/>
            <ac:spMk id="38" creationId="{4B7DE62C-418E-9D78-FD68-E2343BD88E0C}"/>
          </ac:spMkLst>
        </pc:spChg>
      </pc:sldChg>
      <pc:sldChg chg="addSp delSp modSp mod">
        <pc:chgData name="William Cui" userId="c1609328ec52f675" providerId="LiveId" clId="{0EE99BD9-EC20-449B-93FD-E9A1FBA8E1F4}" dt="2025-12-09T12:20:54.655" v="439"/>
        <pc:sldMkLst>
          <pc:docMk/>
          <pc:sldMk cId="3102432083" sldId="528"/>
        </pc:sldMkLst>
        <pc:spChg chg="add mod">
          <ac:chgData name="William Cui" userId="c1609328ec52f675" providerId="LiveId" clId="{0EE99BD9-EC20-449B-93FD-E9A1FBA8E1F4}" dt="2025-12-09T12:20:54.655" v="439"/>
          <ac:spMkLst>
            <pc:docMk/>
            <pc:sldMk cId="3102432083" sldId="528"/>
            <ac:spMk id="2" creationId="{97384D5C-46CE-B951-6E5C-81C818C57FF2}"/>
          </ac:spMkLst>
        </pc:spChg>
        <pc:spChg chg="del">
          <ac:chgData name="William Cui" userId="c1609328ec52f675" providerId="LiveId" clId="{0EE99BD9-EC20-449B-93FD-E9A1FBA8E1F4}" dt="2025-12-09T12:18:48.804" v="371" actId="478"/>
          <ac:spMkLst>
            <pc:docMk/>
            <pc:sldMk cId="3102432083" sldId="528"/>
            <ac:spMk id="38" creationId="{41453F24-C46C-1DE7-013E-7F308EE3F9B8}"/>
          </ac:spMkLst>
        </pc:spChg>
      </pc:sldChg>
      <pc:sldChg chg="addSp delSp modSp mod">
        <pc:chgData name="William Cui" userId="c1609328ec52f675" providerId="LiveId" clId="{0EE99BD9-EC20-449B-93FD-E9A1FBA8E1F4}" dt="2025-12-09T12:20:54.137" v="438"/>
        <pc:sldMkLst>
          <pc:docMk/>
          <pc:sldMk cId="939522062" sldId="529"/>
        </pc:sldMkLst>
        <pc:spChg chg="add mod">
          <ac:chgData name="William Cui" userId="c1609328ec52f675" providerId="LiveId" clId="{0EE99BD9-EC20-449B-93FD-E9A1FBA8E1F4}" dt="2025-12-09T12:20:54.137" v="438"/>
          <ac:spMkLst>
            <pc:docMk/>
            <pc:sldMk cId="939522062" sldId="529"/>
            <ac:spMk id="2" creationId="{064E0CF6-F1BE-5285-65E8-C9EB91BC1792}"/>
          </ac:spMkLst>
        </pc:spChg>
        <pc:spChg chg="del">
          <ac:chgData name="William Cui" userId="c1609328ec52f675" providerId="LiveId" clId="{0EE99BD9-EC20-449B-93FD-E9A1FBA8E1F4}" dt="2025-12-09T12:18:51.054" v="372" actId="478"/>
          <ac:spMkLst>
            <pc:docMk/>
            <pc:sldMk cId="939522062" sldId="529"/>
            <ac:spMk id="38" creationId="{5CE1EA20-E4BA-A53B-1575-8DB0CA94A63A}"/>
          </ac:spMkLst>
        </pc:spChg>
      </pc:sldChg>
      <pc:sldChg chg="addSp delSp modSp mod">
        <pc:chgData name="William Cui" userId="c1609328ec52f675" providerId="LiveId" clId="{0EE99BD9-EC20-449B-93FD-E9A1FBA8E1F4}" dt="2025-12-09T12:20:50.547" v="436"/>
        <pc:sldMkLst>
          <pc:docMk/>
          <pc:sldMk cId="3555023524" sldId="530"/>
        </pc:sldMkLst>
        <pc:spChg chg="add mod">
          <ac:chgData name="William Cui" userId="c1609328ec52f675" providerId="LiveId" clId="{0EE99BD9-EC20-449B-93FD-E9A1FBA8E1F4}" dt="2025-12-09T12:20:50.547" v="436"/>
          <ac:spMkLst>
            <pc:docMk/>
            <pc:sldMk cId="3555023524" sldId="530"/>
            <ac:spMk id="3" creationId="{4CC1DFF0-6C78-AA52-B398-67D5A2FCA57B}"/>
          </ac:spMkLst>
        </pc:spChg>
        <pc:spChg chg="del">
          <ac:chgData name="William Cui" userId="c1609328ec52f675" providerId="LiveId" clId="{0EE99BD9-EC20-449B-93FD-E9A1FBA8E1F4}" dt="2025-12-09T12:18:56.529" v="374" actId="478"/>
          <ac:spMkLst>
            <pc:docMk/>
            <pc:sldMk cId="3555023524" sldId="530"/>
            <ac:spMk id="38" creationId="{302313C7-7565-9C3B-8C33-A97DA3773510}"/>
          </ac:spMkLst>
        </pc:spChg>
      </pc:sldChg>
      <pc:sldChg chg="addSp delSp modSp mod">
        <pc:chgData name="William Cui" userId="c1609328ec52f675" providerId="LiveId" clId="{0EE99BD9-EC20-449B-93FD-E9A1FBA8E1F4}" dt="2025-12-09T12:20:49.750" v="435"/>
        <pc:sldMkLst>
          <pc:docMk/>
          <pc:sldMk cId="991625090" sldId="531"/>
        </pc:sldMkLst>
        <pc:spChg chg="add mod">
          <ac:chgData name="William Cui" userId="c1609328ec52f675" providerId="LiveId" clId="{0EE99BD9-EC20-449B-93FD-E9A1FBA8E1F4}" dt="2025-12-09T12:20:49.750" v="435"/>
          <ac:spMkLst>
            <pc:docMk/>
            <pc:sldMk cId="991625090" sldId="531"/>
            <ac:spMk id="2" creationId="{A6D95429-8AF1-0760-BDF5-389EE62F8797}"/>
          </ac:spMkLst>
        </pc:spChg>
        <pc:spChg chg="del">
          <ac:chgData name="William Cui" userId="c1609328ec52f675" providerId="LiveId" clId="{0EE99BD9-EC20-449B-93FD-E9A1FBA8E1F4}" dt="2025-12-09T12:18:58.584" v="375" actId="478"/>
          <ac:spMkLst>
            <pc:docMk/>
            <pc:sldMk cId="991625090" sldId="531"/>
            <ac:spMk id="38" creationId="{CAE85046-2704-1458-6F25-1CC73163EAC6}"/>
          </ac:spMkLst>
        </pc:spChg>
      </pc:sldChg>
      <pc:sldChg chg="addSp delSp modSp mod">
        <pc:chgData name="William Cui" userId="c1609328ec52f675" providerId="LiveId" clId="{0EE99BD9-EC20-449B-93FD-E9A1FBA8E1F4}" dt="2025-12-09T12:20:48.462" v="433"/>
        <pc:sldMkLst>
          <pc:docMk/>
          <pc:sldMk cId="3656487215" sldId="532"/>
        </pc:sldMkLst>
        <pc:spChg chg="add mod">
          <ac:chgData name="William Cui" userId="c1609328ec52f675" providerId="LiveId" clId="{0EE99BD9-EC20-449B-93FD-E9A1FBA8E1F4}" dt="2025-12-09T12:20:48.462" v="433"/>
          <ac:spMkLst>
            <pc:docMk/>
            <pc:sldMk cId="3656487215" sldId="532"/>
            <ac:spMk id="2" creationId="{CA372A24-A786-ECC1-DF4C-C19493E37856}"/>
          </ac:spMkLst>
        </pc:spChg>
        <pc:spChg chg="del">
          <ac:chgData name="William Cui" userId="c1609328ec52f675" providerId="LiveId" clId="{0EE99BD9-EC20-449B-93FD-E9A1FBA8E1F4}" dt="2025-12-09T12:19:03.165" v="377" actId="478"/>
          <ac:spMkLst>
            <pc:docMk/>
            <pc:sldMk cId="3656487215" sldId="532"/>
            <ac:spMk id="38" creationId="{6AB30F41-1912-BB0F-0926-A16E96441B7F}"/>
          </ac:spMkLst>
        </pc:spChg>
      </pc:sldChg>
      <pc:sldChg chg="addSp delSp modSp mod">
        <pc:chgData name="William Cui" userId="c1609328ec52f675" providerId="LiveId" clId="{0EE99BD9-EC20-449B-93FD-E9A1FBA8E1F4}" dt="2025-12-09T12:20:49.104" v="434"/>
        <pc:sldMkLst>
          <pc:docMk/>
          <pc:sldMk cId="1736026514" sldId="533"/>
        </pc:sldMkLst>
        <pc:spChg chg="add mod">
          <ac:chgData name="William Cui" userId="c1609328ec52f675" providerId="LiveId" clId="{0EE99BD9-EC20-449B-93FD-E9A1FBA8E1F4}" dt="2025-12-09T12:20:49.104" v="434"/>
          <ac:spMkLst>
            <pc:docMk/>
            <pc:sldMk cId="1736026514" sldId="533"/>
            <ac:spMk id="2" creationId="{5674E4F3-FDFD-C5A0-9CE8-2A284B1266C8}"/>
          </ac:spMkLst>
        </pc:spChg>
        <pc:spChg chg="del">
          <ac:chgData name="William Cui" userId="c1609328ec52f675" providerId="LiveId" clId="{0EE99BD9-EC20-449B-93FD-E9A1FBA8E1F4}" dt="2025-12-09T12:19:01.224" v="376" actId="478"/>
          <ac:spMkLst>
            <pc:docMk/>
            <pc:sldMk cId="1736026514" sldId="533"/>
            <ac:spMk id="38" creationId="{DED39E69-23B9-BFAA-7243-E3C3845D7A33}"/>
          </ac:spMkLst>
        </pc:spChg>
      </pc:sldChg>
      <pc:sldChg chg="addSp delSp modSp mod">
        <pc:chgData name="William Cui" userId="c1609328ec52f675" providerId="LiveId" clId="{0EE99BD9-EC20-449B-93FD-E9A1FBA8E1F4}" dt="2025-12-09T12:20:46.236" v="432"/>
        <pc:sldMkLst>
          <pc:docMk/>
          <pc:sldMk cId="1451865146" sldId="534"/>
        </pc:sldMkLst>
        <pc:spChg chg="add mod">
          <ac:chgData name="William Cui" userId="c1609328ec52f675" providerId="LiveId" clId="{0EE99BD9-EC20-449B-93FD-E9A1FBA8E1F4}" dt="2025-12-09T12:20:46.236" v="432"/>
          <ac:spMkLst>
            <pc:docMk/>
            <pc:sldMk cId="1451865146" sldId="534"/>
            <ac:spMk id="2" creationId="{0E4147C6-2998-C5D1-82F3-50536CD06B7B}"/>
          </ac:spMkLst>
        </pc:spChg>
        <pc:spChg chg="del">
          <ac:chgData name="William Cui" userId="c1609328ec52f675" providerId="LiveId" clId="{0EE99BD9-EC20-449B-93FD-E9A1FBA8E1F4}" dt="2025-12-09T12:19:06.616" v="378" actId="478"/>
          <ac:spMkLst>
            <pc:docMk/>
            <pc:sldMk cId="1451865146" sldId="534"/>
            <ac:spMk id="38" creationId="{A913118E-D98D-F6E5-8B7F-979C0E7DC83F}"/>
          </ac:spMkLst>
        </pc:spChg>
      </pc:sldChg>
      <pc:sldChg chg="addSp delSp modSp mod">
        <pc:chgData name="William Cui" userId="c1609328ec52f675" providerId="LiveId" clId="{0EE99BD9-EC20-449B-93FD-E9A1FBA8E1F4}" dt="2025-12-09T12:20:45.015" v="431"/>
        <pc:sldMkLst>
          <pc:docMk/>
          <pc:sldMk cId="1707571137" sldId="535"/>
        </pc:sldMkLst>
        <pc:spChg chg="add mod">
          <ac:chgData name="William Cui" userId="c1609328ec52f675" providerId="LiveId" clId="{0EE99BD9-EC20-449B-93FD-E9A1FBA8E1F4}" dt="2025-12-09T12:20:45.015" v="431"/>
          <ac:spMkLst>
            <pc:docMk/>
            <pc:sldMk cId="1707571137" sldId="535"/>
            <ac:spMk id="2" creationId="{8F589CDD-CF19-49C9-A880-CF56BFE24DC5}"/>
          </ac:spMkLst>
        </pc:spChg>
        <pc:spChg chg="del">
          <ac:chgData name="William Cui" userId="c1609328ec52f675" providerId="LiveId" clId="{0EE99BD9-EC20-449B-93FD-E9A1FBA8E1F4}" dt="2025-12-09T12:19:08.460" v="379" actId="478"/>
          <ac:spMkLst>
            <pc:docMk/>
            <pc:sldMk cId="1707571137" sldId="535"/>
            <ac:spMk id="38" creationId="{885B1741-553A-BC7A-535E-E16669A964CD}"/>
          </ac:spMkLst>
        </pc:spChg>
      </pc:sldChg>
      <pc:sldChg chg="addSp delSp modSp mod">
        <pc:chgData name="William Cui" userId="c1609328ec52f675" providerId="LiveId" clId="{0EE99BD9-EC20-449B-93FD-E9A1FBA8E1F4}" dt="2025-12-09T12:20:44.199" v="430"/>
        <pc:sldMkLst>
          <pc:docMk/>
          <pc:sldMk cId="2632221171" sldId="536"/>
        </pc:sldMkLst>
        <pc:spChg chg="add mod">
          <ac:chgData name="William Cui" userId="c1609328ec52f675" providerId="LiveId" clId="{0EE99BD9-EC20-449B-93FD-E9A1FBA8E1F4}" dt="2025-12-09T12:20:44.199" v="430"/>
          <ac:spMkLst>
            <pc:docMk/>
            <pc:sldMk cId="2632221171" sldId="536"/>
            <ac:spMk id="2" creationId="{69309183-494A-73BB-8D5E-DA7FD31804A3}"/>
          </ac:spMkLst>
        </pc:spChg>
        <pc:spChg chg="del">
          <ac:chgData name="William Cui" userId="c1609328ec52f675" providerId="LiveId" clId="{0EE99BD9-EC20-449B-93FD-E9A1FBA8E1F4}" dt="2025-12-09T12:19:11.773" v="380" actId="478"/>
          <ac:spMkLst>
            <pc:docMk/>
            <pc:sldMk cId="2632221171" sldId="536"/>
            <ac:spMk id="38" creationId="{B4A4191E-0978-CBAD-B8DA-82DDA0EC5D37}"/>
          </ac:spMkLst>
        </pc:spChg>
      </pc:sldChg>
      <pc:sldChg chg="addSp delSp modSp mod">
        <pc:chgData name="William Cui" userId="c1609328ec52f675" providerId="LiveId" clId="{0EE99BD9-EC20-449B-93FD-E9A1FBA8E1F4}" dt="2025-12-09T12:20:43.575" v="429"/>
        <pc:sldMkLst>
          <pc:docMk/>
          <pc:sldMk cId="2464164349" sldId="537"/>
        </pc:sldMkLst>
        <pc:spChg chg="add mod">
          <ac:chgData name="William Cui" userId="c1609328ec52f675" providerId="LiveId" clId="{0EE99BD9-EC20-449B-93FD-E9A1FBA8E1F4}" dt="2025-12-09T12:20:43.575" v="429"/>
          <ac:spMkLst>
            <pc:docMk/>
            <pc:sldMk cId="2464164349" sldId="537"/>
            <ac:spMk id="2" creationId="{A0182E31-AF78-AAA4-0D39-05048322A934}"/>
          </ac:spMkLst>
        </pc:spChg>
        <pc:spChg chg="del">
          <ac:chgData name="William Cui" userId="c1609328ec52f675" providerId="LiveId" clId="{0EE99BD9-EC20-449B-93FD-E9A1FBA8E1F4}" dt="2025-12-09T12:19:14.265" v="381" actId="478"/>
          <ac:spMkLst>
            <pc:docMk/>
            <pc:sldMk cId="2464164349" sldId="537"/>
            <ac:spMk id="38" creationId="{FA6BDD07-63A6-D1CF-CEAA-8FA48E339F99}"/>
          </ac:spMkLst>
        </pc:spChg>
      </pc:sldChg>
      <pc:sldChg chg="addSp delSp modSp mod">
        <pc:chgData name="William Cui" userId="c1609328ec52f675" providerId="LiveId" clId="{0EE99BD9-EC20-449B-93FD-E9A1FBA8E1F4}" dt="2025-12-09T12:20:30.382" v="416"/>
        <pc:sldMkLst>
          <pc:docMk/>
          <pc:sldMk cId="701238536" sldId="538"/>
        </pc:sldMkLst>
        <pc:spChg chg="add mod">
          <ac:chgData name="William Cui" userId="c1609328ec52f675" providerId="LiveId" clId="{0EE99BD9-EC20-449B-93FD-E9A1FBA8E1F4}" dt="2025-12-09T12:20:30.382" v="416"/>
          <ac:spMkLst>
            <pc:docMk/>
            <pc:sldMk cId="701238536" sldId="538"/>
            <ac:spMk id="2" creationId="{586790F7-66D8-2725-623E-561E24D05129}"/>
          </ac:spMkLst>
        </pc:spChg>
        <pc:spChg chg="del">
          <ac:chgData name="William Cui" userId="c1609328ec52f675" providerId="LiveId" clId="{0EE99BD9-EC20-449B-93FD-E9A1FBA8E1F4}" dt="2025-12-09T12:19:47.197" v="394" actId="478"/>
          <ac:spMkLst>
            <pc:docMk/>
            <pc:sldMk cId="701238536" sldId="538"/>
            <ac:spMk id="38" creationId="{60FB6E92-C56A-AEDE-C2CB-8AFAD22415A1}"/>
          </ac:spMkLst>
        </pc:spChg>
      </pc:sldChg>
      <pc:sldChg chg="addSp delSp modSp mod">
        <pc:chgData name="William Cui" userId="c1609328ec52f675" providerId="LiveId" clId="{0EE99BD9-EC20-449B-93FD-E9A1FBA8E1F4}" dt="2025-12-09T12:20:34.465" v="419"/>
        <pc:sldMkLst>
          <pc:docMk/>
          <pc:sldMk cId="690123900" sldId="539"/>
        </pc:sldMkLst>
        <pc:spChg chg="add mod">
          <ac:chgData name="William Cui" userId="c1609328ec52f675" providerId="LiveId" clId="{0EE99BD9-EC20-449B-93FD-E9A1FBA8E1F4}" dt="2025-12-09T12:20:34.465" v="419"/>
          <ac:spMkLst>
            <pc:docMk/>
            <pc:sldMk cId="690123900" sldId="539"/>
            <ac:spMk id="2" creationId="{D20DD0D4-1397-CC9B-865D-EA177F8D1B25}"/>
          </ac:spMkLst>
        </pc:spChg>
        <pc:spChg chg="del">
          <ac:chgData name="William Cui" userId="c1609328ec52f675" providerId="LiveId" clId="{0EE99BD9-EC20-449B-93FD-E9A1FBA8E1F4}" dt="2025-12-09T12:19:40.058" v="391" actId="478"/>
          <ac:spMkLst>
            <pc:docMk/>
            <pc:sldMk cId="690123900" sldId="539"/>
            <ac:spMk id="38" creationId="{6F84F845-C73C-AF9F-22C7-276BA570F679}"/>
          </ac:spMkLst>
        </pc:spChg>
      </pc:sldChg>
      <pc:sldChg chg="addSp delSp modSp mod">
        <pc:chgData name="William Cui" userId="c1609328ec52f675" providerId="LiveId" clId="{0EE99BD9-EC20-449B-93FD-E9A1FBA8E1F4}" dt="2025-12-09T12:20:30.901" v="417"/>
        <pc:sldMkLst>
          <pc:docMk/>
          <pc:sldMk cId="4110634584" sldId="540"/>
        </pc:sldMkLst>
        <pc:spChg chg="add mod">
          <ac:chgData name="William Cui" userId="c1609328ec52f675" providerId="LiveId" clId="{0EE99BD9-EC20-449B-93FD-E9A1FBA8E1F4}" dt="2025-12-09T12:20:30.901" v="417"/>
          <ac:spMkLst>
            <pc:docMk/>
            <pc:sldMk cId="4110634584" sldId="540"/>
            <ac:spMk id="2" creationId="{1D1A4632-3D18-BEB1-FDD4-A34D628A0547}"/>
          </ac:spMkLst>
        </pc:spChg>
        <pc:spChg chg="del">
          <ac:chgData name="William Cui" userId="c1609328ec52f675" providerId="LiveId" clId="{0EE99BD9-EC20-449B-93FD-E9A1FBA8E1F4}" dt="2025-12-09T12:19:45.072" v="393" actId="478"/>
          <ac:spMkLst>
            <pc:docMk/>
            <pc:sldMk cId="4110634584" sldId="540"/>
            <ac:spMk id="38" creationId="{67924909-6CE3-84CF-2AD3-16446D29D441}"/>
          </ac:spMkLst>
        </pc:spChg>
      </pc:sldChg>
      <pc:sldChg chg="addSp delSp modSp mod">
        <pc:chgData name="William Cui" userId="c1609328ec52f675" providerId="LiveId" clId="{0EE99BD9-EC20-449B-93FD-E9A1FBA8E1F4}" dt="2025-12-09T12:20:31.646" v="418"/>
        <pc:sldMkLst>
          <pc:docMk/>
          <pc:sldMk cId="2165824746" sldId="541"/>
        </pc:sldMkLst>
        <pc:spChg chg="add mod">
          <ac:chgData name="William Cui" userId="c1609328ec52f675" providerId="LiveId" clId="{0EE99BD9-EC20-449B-93FD-E9A1FBA8E1F4}" dt="2025-12-09T12:20:31.646" v="418"/>
          <ac:spMkLst>
            <pc:docMk/>
            <pc:sldMk cId="2165824746" sldId="541"/>
            <ac:spMk id="2" creationId="{5FD91F3C-5A78-EC6D-8FE2-D0F14C981707}"/>
          </ac:spMkLst>
        </pc:spChg>
        <pc:spChg chg="del">
          <ac:chgData name="William Cui" userId="c1609328ec52f675" providerId="LiveId" clId="{0EE99BD9-EC20-449B-93FD-E9A1FBA8E1F4}" dt="2025-12-09T12:19:42.320" v="392" actId="478"/>
          <ac:spMkLst>
            <pc:docMk/>
            <pc:sldMk cId="2165824746" sldId="541"/>
            <ac:spMk id="38" creationId="{7EB1B76C-9FC8-FAF5-CFFC-C9DEF2D834E7}"/>
          </ac:spMkLst>
        </pc:spChg>
      </pc:sldChg>
      <pc:sldChg chg="addSp delSp modSp mod">
        <pc:chgData name="William Cui" userId="c1609328ec52f675" providerId="LiveId" clId="{0EE99BD9-EC20-449B-93FD-E9A1FBA8E1F4}" dt="2025-12-09T12:20:35.048" v="420"/>
        <pc:sldMkLst>
          <pc:docMk/>
          <pc:sldMk cId="3389490164" sldId="543"/>
        </pc:sldMkLst>
        <pc:spChg chg="add mod">
          <ac:chgData name="William Cui" userId="c1609328ec52f675" providerId="LiveId" clId="{0EE99BD9-EC20-449B-93FD-E9A1FBA8E1F4}" dt="2025-12-09T12:20:35.048" v="420"/>
          <ac:spMkLst>
            <pc:docMk/>
            <pc:sldMk cId="3389490164" sldId="543"/>
            <ac:spMk id="2" creationId="{12636933-99E6-EFDD-9236-EFC185872BF1}"/>
          </ac:spMkLst>
        </pc:spChg>
        <pc:spChg chg="del">
          <ac:chgData name="William Cui" userId="c1609328ec52f675" providerId="LiveId" clId="{0EE99BD9-EC20-449B-93FD-E9A1FBA8E1F4}" dt="2025-12-09T12:19:36.992" v="390" actId="478"/>
          <ac:spMkLst>
            <pc:docMk/>
            <pc:sldMk cId="3389490164" sldId="543"/>
            <ac:spMk id="38" creationId="{4D43352B-A175-C5FF-7809-55FD471ACE59}"/>
          </ac:spMkLst>
        </pc:spChg>
      </pc:sldChg>
      <pc:sldChg chg="addSp delSp modSp mod">
        <pc:chgData name="William Cui" userId="c1609328ec52f675" providerId="LiveId" clId="{0EE99BD9-EC20-449B-93FD-E9A1FBA8E1F4}" dt="2025-12-09T12:20:35.620" v="421"/>
        <pc:sldMkLst>
          <pc:docMk/>
          <pc:sldMk cId="3311548264" sldId="544"/>
        </pc:sldMkLst>
        <pc:spChg chg="add mod">
          <ac:chgData name="William Cui" userId="c1609328ec52f675" providerId="LiveId" clId="{0EE99BD9-EC20-449B-93FD-E9A1FBA8E1F4}" dt="2025-12-09T12:20:35.620" v="421"/>
          <ac:spMkLst>
            <pc:docMk/>
            <pc:sldMk cId="3311548264" sldId="544"/>
            <ac:spMk id="2" creationId="{B08CCB87-C5DE-EF15-21E1-4545577CA644}"/>
          </ac:spMkLst>
        </pc:spChg>
        <pc:spChg chg="del">
          <ac:chgData name="William Cui" userId="c1609328ec52f675" providerId="LiveId" clId="{0EE99BD9-EC20-449B-93FD-E9A1FBA8E1F4}" dt="2025-12-09T12:19:33.892" v="389" actId="478"/>
          <ac:spMkLst>
            <pc:docMk/>
            <pc:sldMk cId="3311548264" sldId="544"/>
            <ac:spMk id="38" creationId="{61DFF552-E9A3-B9C9-70BE-D7AC13F14F72}"/>
          </ac:spMkLst>
        </pc:spChg>
      </pc:sldChg>
      <pc:sldChg chg="addSp delSp modSp mod">
        <pc:chgData name="William Cui" userId="c1609328ec52f675" providerId="LiveId" clId="{0EE99BD9-EC20-449B-93FD-E9A1FBA8E1F4}" dt="2025-12-09T12:20:36.231" v="422"/>
        <pc:sldMkLst>
          <pc:docMk/>
          <pc:sldMk cId="899082420" sldId="545"/>
        </pc:sldMkLst>
        <pc:spChg chg="add mod">
          <ac:chgData name="William Cui" userId="c1609328ec52f675" providerId="LiveId" clId="{0EE99BD9-EC20-449B-93FD-E9A1FBA8E1F4}" dt="2025-12-09T12:20:36.231" v="422"/>
          <ac:spMkLst>
            <pc:docMk/>
            <pc:sldMk cId="899082420" sldId="545"/>
            <ac:spMk id="2" creationId="{0DD0EAF7-D0ED-1444-7002-AD4B67796D1A}"/>
          </ac:spMkLst>
        </pc:spChg>
        <pc:spChg chg="del">
          <ac:chgData name="William Cui" userId="c1609328ec52f675" providerId="LiveId" clId="{0EE99BD9-EC20-449B-93FD-E9A1FBA8E1F4}" dt="2025-12-09T12:19:31.896" v="388" actId="478"/>
          <ac:spMkLst>
            <pc:docMk/>
            <pc:sldMk cId="899082420" sldId="545"/>
            <ac:spMk id="38" creationId="{21D5D40A-5354-2683-448F-9DC7CEE81185}"/>
          </ac:spMkLst>
        </pc:spChg>
      </pc:sldChg>
      <pc:sldChg chg="addSp delSp modSp mod">
        <pc:chgData name="William Cui" userId="c1609328ec52f675" providerId="LiveId" clId="{0EE99BD9-EC20-449B-93FD-E9A1FBA8E1F4}" dt="2025-12-09T12:20:36.867" v="423"/>
        <pc:sldMkLst>
          <pc:docMk/>
          <pc:sldMk cId="1362800370" sldId="546"/>
        </pc:sldMkLst>
        <pc:spChg chg="add mod">
          <ac:chgData name="William Cui" userId="c1609328ec52f675" providerId="LiveId" clId="{0EE99BD9-EC20-449B-93FD-E9A1FBA8E1F4}" dt="2025-12-09T12:20:36.867" v="423"/>
          <ac:spMkLst>
            <pc:docMk/>
            <pc:sldMk cId="1362800370" sldId="546"/>
            <ac:spMk id="2" creationId="{EEDCCF02-F36E-2173-04F8-9E27F36EEAA7}"/>
          </ac:spMkLst>
        </pc:spChg>
        <pc:spChg chg="del">
          <ac:chgData name="William Cui" userId="c1609328ec52f675" providerId="LiveId" clId="{0EE99BD9-EC20-449B-93FD-E9A1FBA8E1F4}" dt="2025-12-09T12:19:29.189" v="387" actId="478"/>
          <ac:spMkLst>
            <pc:docMk/>
            <pc:sldMk cId="1362800370" sldId="546"/>
            <ac:spMk id="38" creationId="{535FA57E-9F41-FCEA-ECDE-7FF4F8F5B170}"/>
          </ac:spMkLst>
        </pc:spChg>
      </pc:sldChg>
      <pc:sldChg chg="addSp delSp modSp mod">
        <pc:chgData name="William Cui" userId="c1609328ec52f675" providerId="LiveId" clId="{0EE99BD9-EC20-449B-93FD-E9A1FBA8E1F4}" dt="2025-12-09T12:20:38.843" v="424"/>
        <pc:sldMkLst>
          <pc:docMk/>
          <pc:sldMk cId="2439415453" sldId="547"/>
        </pc:sldMkLst>
        <pc:spChg chg="add mod">
          <ac:chgData name="William Cui" userId="c1609328ec52f675" providerId="LiveId" clId="{0EE99BD9-EC20-449B-93FD-E9A1FBA8E1F4}" dt="2025-12-09T12:20:38.843" v="424"/>
          <ac:spMkLst>
            <pc:docMk/>
            <pc:sldMk cId="2439415453" sldId="547"/>
            <ac:spMk id="2" creationId="{124D7BD4-4998-CF96-C090-EA3EA3AFC42E}"/>
          </ac:spMkLst>
        </pc:spChg>
        <pc:spChg chg="del">
          <ac:chgData name="William Cui" userId="c1609328ec52f675" providerId="LiveId" clId="{0EE99BD9-EC20-449B-93FD-E9A1FBA8E1F4}" dt="2025-12-09T12:19:27.224" v="386" actId="478"/>
          <ac:spMkLst>
            <pc:docMk/>
            <pc:sldMk cId="2439415453" sldId="547"/>
            <ac:spMk id="38" creationId="{3D084ECC-52CB-4CC9-711B-91AFB10E3BBA}"/>
          </ac:spMkLst>
        </pc:spChg>
      </pc:sldChg>
      <pc:sldChg chg="addSp delSp modSp mod">
        <pc:chgData name="William Cui" userId="c1609328ec52f675" providerId="LiveId" clId="{0EE99BD9-EC20-449B-93FD-E9A1FBA8E1F4}" dt="2025-12-09T12:20:39.492" v="425"/>
        <pc:sldMkLst>
          <pc:docMk/>
          <pc:sldMk cId="1845497598" sldId="548"/>
        </pc:sldMkLst>
        <pc:spChg chg="add mod">
          <ac:chgData name="William Cui" userId="c1609328ec52f675" providerId="LiveId" clId="{0EE99BD9-EC20-449B-93FD-E9A1FBA8E1F4}" dt="2025-12-09T12:20:39.492" v="425"/>
          <ac:spMkLst>
            <pc:docMk/>
            <pc:sldMk cId="1845497598" sldId="548"/>
            <ac:spMk id="2" creationId="{4E2107B2-9D8C-60BF-2058-2749E786204F}"/>
          </ac:spMkLst>
        </pc:spChg>
        <pc:spChg chg="del">
          <ac:chgData name="William Cui" userId="c1609328ec52f675" providerId="LiveId" clId="{0EE99BD9-EC20-449B-93FD-E9A1FBA8E1F4}" dt="2025-12-09T12:19:24.548" v="385" actId="478"/>
          <ac:spMkLst>
            <pc:docMk/>
            <pc:sldMk cId="1845497598" sldId="548"/>
            <ac:spMk id="38" creationId="{E47A3D64-AB78-7966-0DD1-3A8F32C7CDF1}"/>
          </ac:spMkLst>
        </pc:spChg>
      </pc:sldChg>
      <pc:sldChg chg="addSp delSp modSp mod">
        <pc:chgData name="William Cui" userId="c1609328ec52f675" providerId="LiveId" clId="{0EE99BD9-EC20-449B-93FD-E9A1FBA8E1F4}" dt="2025-12-09T12:20:40.903" v="427"/>
        <pc:sldMkLst>
          <pc:docMk/>
          <pc:sldMk cId="707182969" sldId="549"/>
        </pc:sldMkLst>
        <pc:spChg chg="add mod">
          <ac:chgData name="William Cui" userId="c1609328ec52f675" providerId="LiveId" clId="{0EE99BD9-EC20-449B-93FD-E9A1FBA8E1F4}" dt="2025-12-09T12:20:40.903" v="427"/>
          <ac:spMkLst>
            <pc:docMk/>
            <pc:sldMk cId="707182969" sldId="549"/>
            <ac:spMk id="2" creationId="{EBF1B524-B485-5D4F-46DF-D77877383933}"/>
          </ac:spMkLst>
        </pc:spChg>
        <pc:spChg chg="del">
          <ac:chgData name="William Cui" userId="c1609328ec52f675" providerId="LiveId" clId="{0EE99BD9-EC20-449B-93FD-E9A1FBA8E1F4}" dt="2025-12-09T12:19:19.405" v="383" actId="478"/>
          <ac:spMkLst>
            <pc:docMk/>
            <pc:sldMk cId="707182969" sldId="549"/>
            <ac:spMk id="38" creationId="{46411C92-03AE-4EBC-7631-FAA6BB063130}"/>
          </ac:spMkLst>
        </pc:spChg>
      </pc:sldChg>
      <pc:sldChg chg="addSp delSp modSp mod">
        <pc:chgData name="William Cui" userId="c1609328ec52f675" providerId="LiveId" clId="{0EE99BD9-EC20-449B-93FD-E9A1FBA8E1F4}" dt="2025-12-09T12:20:42.963" v="428"/>
        <pc:sldMkLst>
          <pc:docMk/>
          <pc:sldMk cId="2849068219" sldId="550"/>
        </pc:sldMkLst>
        <pc:spChg chg="add mod">
          <ac:chgData name="William Cui" userId="c1609328ec52f675" providerId="LiveId" clId="{0EE99BD9-EC20-449B-93FD-E9A1FBA8E1F4}" dt="2025-12-09T12:20:42.963" v="428"/>
          <ac:spMkLst>
            <pc:docMk/>
            <pc:sldMk cId="2849068219" sldId="550"/>
            <ac:spMk id="2" creationId="{6F5159DE-A6B1-E881-E4D8-CCCE8EFCA8CF}"/>
          </ac:spMkLst>
        </pc:spChg>
        <pc:spChg chg="del">
          <ac:chgData name="William Cui" userId="c1609328ec52f675" providerId="LiveId" clId="{0EE99BD9-EC20-449B-93FD-E9A1FBA8E1F4}" dt="2025-12-09T12:19:16.951" v="382" actId="478"/>
          <ac:spMkLst>
            <pc:docMk/>
            <pc:sldMk cId="2849068219" sldId="550"/>
            <ac:spMk id="38" creationId="{E2EA4658-84EC-33B8-966F-D54A6C2695A6}"/>
          </ac:spMkLst>
        </pc:spChg>
      </pc:sldChg>
      <pc:sldChg chg="addSp delSp modSp mod">
        <pc:chgData name="William Cui" userId="c1609328ec52f675" providerId="LiveId" clId="{0EE99BD9-EC20-449B-93FD-E9A1FBA8E1F4}" dt="2025-12-09T12:20:28.409" v="415"/>
        <pc:sldMkLst>
          <pc:docMk/>
          <pc:sldMk cId="897827319" sldId="551"/>
        </pc:sldMkLst>
        <pc:spChg chg="add mod">
          <ac:chgData name="William Cui" userId="c1609328ec52f675" providerId="LiveId" clId="{0EE99BD9-EC20-449B-93FD-E9A1FBA8E1F4}" dt="2025-12-09T12:20:28.409" v="415"/>
          <ac:spMkLst>
            <pc:docMk/>
            <pc:sldMk cId="897827319" sldId="551"/>
            <ac:spMk id="2" creationId="{97A5BDAA-FDA4-F230-BF70-C09F5692E690}"/>
          </ac:spMkLst>
        </pc:spChg>
        <pc:spChg chg="del">
          <ac:chgData name="William Cui" userId="c1609328ec52f675" providerId="LiveId" clId="{0EE99BD9-EC20-449B-93FD-E9A1FBA8E1F4}" dt="2025-12-09T12:19:50.178" v="395" actId="478"/>
          <ac:spMkLst>
            <pc:docMk/>
            <pc:sldMk cId="897827319" sldId="551"/>
            <ac:spMk id="38" creationId="{893804F0-0AB5-9B95-1340-5D14B4742AAD}"/>
          </ac:spMkLst>
        </pc:spChg>
      </pc:sldChg>
      <pc:sldChg chg="addSp delSp modSp mod">
        <pc:chgData name="William Cui" userId="c1609328ec52f675" providerId="LiveId" clId="{0EE99BD9-EC20-449B-93FD-E9A1FBA8E1F4}" dt="2025-12-09T12:20:27.570" v="414"/>
        <pc:sldMkLst>
          <pc:docMk/>
          <pc:sldMk cId="4180371993" sldId="552"/>
        </pc:sldMkLst>
        <pc:spChg chg="add mod">
          <ac:chgData name="William Cui" userId="c1609328ec52f675" providerId="LiveId" clId="{0EE99BD9-EC20-449B-93FD-E9A1FBA8E1F4}" dt="2025-12-09T12:20:27.570" v="414"/>
          <ac:spMkLst>
            <pc:docMk/>
            <pc:sldMk cId="4180371993" sldId="552"/>
            <ac:spMk id="3" creationId="{5F9419AB-7C7D-AF0D-3CEB-5364A808C449}"/>
          </ac:spMkLst>
        </pc:spChg>
        <pc:spChg chg="del">
          <ac:chgData name="William Cui" userId="c1609328ec52f675" providerId="LiveId" clId="{0EE99BD9-EC20-449B-93FD-E9A1FBA8E1F4}" dt="2025-12-09T12:19:52.283" v="396" actId="478"/>
          <ac:spMkLst>
            <pc:docMk/>
            <pc:sldMk cId="4180371993" sldId="552"/>
            <ac:spMk id="38" creationId="{CBB30FD0-BAF3-06F1-1840-4BB4079A22DD}"/>
          </ac:spMkLst>
        </pc:spChg>
      </pc:sldChg>
      <pc:sldChg chg="addSp delSp modSp mod">
        <pc:chgData name="William Cui" userId="c1609328ec52f675" providerId="LiveId" clId="{0EE99BD9-EC20-449B-93FD-E9A1FBA8E1F4}" dt="2025-12-09T12:20:23.582" v="413"/>
        <pc:sldMkLst>
          <pc:docMk/>
          <pc:sldMk cId="2133271807" sldId="553"/>
        </pc:sldMkLst>
        <pc:spChg chg="add mod">
          <ac:chgData name="William Cui" userId="c1609328ec52f675" providerId="LiveId" clId="{0EE99BD9-EC20-449B-93FD-E9A1FBA8E1F4}" dt="2025-12-09T12:20:22.781" v="412"/>
          <ac:spMkLst>
            <pc:docMk/>
            <pc:sldMk cId="2133271807" sldId="553"/>
            <ac:spMk id="3" creationId="{166EFE0C-B5BE-FCC9-1714-57310C914AD3}"/>
          </ac:spMkLst>
        </pc:spChg>
        <pc:spChg chg="add mod">
          <ac:chgData name="William Cui" userId="c1609328ec52f675" providerId="LiveId" clId="{0EE99BD9-EC20-449B-93FD-E9A1FBA8E1F4}" dt="2025-12-09T12:20:23.582" v="413"/>
          <ac:spMkLst>
            <pc:docMk/>
            <pc:sldMk cId="2133271807" sldId="553"/>
            <ac:spMk id="6" creationId="{75C0E699-907F-4E70-06B0-105A4F2F718D}"/>
          </ac:spMkLst>
        </pc:spChg>
        <pc:spChg chg="del">
          <ac:chgData name="William Cui" userId="c1609328ec52f675" providerId="LiveId" clId="{0EE99BD9-EC20-449B-93FD-E9A1FBA8E1F4}" dt="2025-12-09T12:19:54.991" v="397" actId="478"/>
          <ac:spMkLst>
            <pc:docMk/>
            <pc:sldMk cId="2133271807" sldId="553"/>
            <ac:spMk id="38" creationId="{85DF90EC-FCB0-8336-75A1-FC7911F8829E}"/>
          </ac:spMkLst>
        </pc:spChg>
      </pc:sldChg>
      <pc:sldChg chg="addSp delSp modSp mod">
        <pc:chgData name="William Cui" userId="c1609328ec52f675" providerId="LiveId" clId="{0EE99BD9-EC20-449B-93FD-E9A1FBA8E1F4}" dt="2025-12-09T12:20:21.663" v="411"/>
        <pc:sldMkLst>
          <pc:docMk/>
          <pc:sldMk cId="441726149" sldId="554"/>
        </pc:sldMkLst>
        <pc:spChg chg="add mod">
          <ac:chgData name="William Cui" userId="c1609328ec52f675" providerId="LiveId" clId="{0EE99BD9-EC20-449B-93FD-E9A1FBA8E1F4}" dt="2025-12-09T12:20:21.663" v="411"/>
          <ac:spMkLst>
            <pc:docMk/>
            <pc:sldMk cId="441726149" sldId="554"/>
            <ac:spMk id="2" creationId="{088D1A7C-62ED-929D-353F-32A5180570EF}"/>
          </ac:spMkLst>
        </pc:spChg>
        <pc:spChg chg="del">
          <ac:chgData name="William Cui" userId="c1609328ec52f675" providerId="LiveId" clId="{0EE99BD9-EC20-449B-93FD-E9A1FBA8E1F4}" dt="2025-12-09T12:19:56.939" v="398" actId="478"/>
          <ac:spMkLst>
            <pc:docMk/>
            <pc:sldMk cId="441726149" sldId="554"/>
            <ac:spMk id="38" creationId="{D6CD083C-FE4D-88F4-9650-D5C43046E081}"/>
          </ac:spMkLst>
        </pc:spChg>
      </pc:sldChg>
      <pc:sldChg chg="addSp delSp modSp mod">
        <pc:chgData name="William Cui" userId="c1609328ec52f675" providerId="LiveId" clId="{0EE99BD9-EC20-449B-93FD-E9A1FBA8E1F4}" dt="2025-12-09T12:20:20.374" v="410"/>
        <pc:sldMkLst>
          <pc:docMk/>
          <pc:sldMk cId="2316682226" sldId="555"/>
        </pc:sldMkLst>
        <pc:spChg chg="add mod">
          <ac:chgData name="William Cui" userId="c1609328ec52f675" providerId="LiveId" clId="{0EE99BD9-EC20-449B-93FD-E9A1FBA8E1F4}" dt="2025-12-09T12:20:20.374" v="410"/>
          <ac:spMkLst>
            <pc:docMk/>
            <pc:sldMk cId="2316682226" sldId="555"/>
            <ac:spMk id="3" creationId="{A7A0061F-BBC9-DE9E-703E-E0A25A2F1DA4}"/>
          </ac:spMkLst>
        </pc:spChg>
        <pc:spChg chg="del">
          <ac:chgData name="William Cui" userId="c1609328ec52f675" providerId="LiveId" clId="{0EE99BD9-EC20-449B-93FD-E9A1FBA8E1F4}" dt="2025-12-09T12:19:59.509" v="399" actId="478"/>
          <ac:spMkLst>
            <pc:docMk/>
            <pc:sldMk cId="2316682226" sldId="555"/>
            <ac:spMk id="38" creationId="{CF2DB7B3-36D0-A6B6-F13D-5031FEA73DF6}"/>
          </ac:spMkLst>
        </pc:spChg>
      </pc:sldChg>
      <pc:sldChg chg="addSp delSp modSp mod">
        <pc:chgData name="William Cui" userId="c1609328ec52f675" providerId="LiveId" clId="{0EE99BD9-EC20-449B-93FD-E9A1FBA8E1F4}" dt="2025-12-09T12:20:19.323" v="409"/>
        <pc:sldMkLst>
          <pc:docMk/>
          <pc:sldMk cId="2443897732" sldId="556"/>
        </pc:sldMkLst>
        <pc:spChg chg="add mod">
          <ac:chgData name="William Cui" userId="c1609328ec52f675" providerId="LiveId" clId="{0EE99BD9-EC20-449B-93FD-E9A1FBA8E1F4}" dt="2025-12-09T12:20:19.323" v="409"/>
          <ac:spMkLst>
            <pc:docMk/>
            <pc:sldMk cId="2443897732" sldId="556"/>
            <ac:spMk id="2" creationId="{86AE58D7-6CDD-827B-F41D-660F6E70B6D1}"/>
          </ac:spMkLst>
        </pc:spChg>
        <pc:spChg chg="del">
          <ac:chgData name="William Cui" userId="c1609328ec52f675" providerId="LiveId" clId="{0EE99BD9-EC20-449B-93FD-E9A1FBA8E1F4}" dt="2025-12-09T12:20:01.582" v="400" actId="478"/>
          <ac:spMkLst>
            <pc:docMk/>
            <pc:sldMk cId="2443897732" sldId="556"/>
            <ac:spMk id="38" creationId="{EB3D7D6B-CF4A-D700-724C-ABBFE8A2766E}"/>
          </ac:spMkLst>
        </pc:spChg>
      </pc:sldChg>
      <pc:sldChg chg="addSp delSp modSp mod">
        <pc:chgData name="William Cui" userId="c1609328ec52f675" providerId="LiveId" clId="{0EE99BD9-EC20-449B-93FD-E9A1FBA8E1F4}" dt="2025-12-09T12:20:18.802" v="408"/>
        <pc:sldMkLst>
          <pc:docMk/>
          <pc:sldMk cId="2137283447" sldId="557"/>
        </pc:sldMkLst>
        <pc:spChg chg="add mod">
          <ac:chgData name="William Cui" userId="c1609328ec52f675" providerId="LiveId" clId="{0EE99BD9-EC20-449B-93FD-E9A1FBA8E1F4}" dt="2025-12-09T12:20:18.802" v="408"/>
          <ac:spMkLst>
            <pc:docMk/>
            <pc:sldMk cId="2137283447" sldId="557"/>
            <ac:spMk id="2" creationId="{9E2AAA15-AD60-2618-167E-85B4345E5E2E}"/>
          </ac:spMkLst>
        </pc:spChg>
        <pc:spChg chg="del">
          <ac:chgData name="William Cui" userId="c1609328ec52f675" providerId="LiveId" clId="{0EE99BD9-EC20-449B-93FD-E9A1FBA8E1F4}" dt="2025-12-09T12:20:04.187" v="401" actId="478"/>
          <ac:spMkLst>
            <pc:docMk/>
            <pc:sldMk cId="2137283447" sldId="557"/>
            <ac:spMk id="38" creationId="{E641E675-ACD7-6003-D37D-ED4B29FBEA36}"/>
          </ac:spMkLst>
        </pc:spChg>
      </pc:sldChg>
      <pc:sldChg chg="addSp delSp modSp mod">
        <pc:chgData name="William Cui" userId="c1609328ec52f675" providerId="LiveId" clId="{0EE99BD9-EC20-449B-93FD-E9A1FBA8E1F4}" dt="2025-12-09T12:20:17.298" v="406"/>
        <pc:sldMkLst>
          <pc:docMk/>
          <pc:sldMk cId="423473836" sldId="558"/>
        </pc:sldMkLst>
        <pc:spChg chg="add mod">
          <ac:chgData name="William Cui" userId="c1609328ec52f675" providerId="LiveId" clId="{0EE99BD9-EC20-449B-93FD-E9A1FBA8E1F4}" dt="2025-12-09T12:20:17.298" v="406"/>
          <ac:spMkLst>
            <pc:docMk/>
            <pc:sldMk cId="423473836" sldId="558"/>
            <ac:spMk id="2" creationId="{ACBF257B-A426-286B-8684-1D7AE2140B83}"/>
          </ac:spMkLst>
        </pc:spChg>
        <pc:spChg chg="del">
          <ac:chgData name="William Cui" userId="c1609328ec52f675" providerId="LiveId" clId="{0EE99BD9-EC20-449B-93FD-E9A1FBA8E1F4}" dt="2025-12-09T12:20:12.696" v="403" actId="478"/>
          <ac:spMkLst>
            <pc:docMk/>
            <pc:sldMk cId="423473836" sldId="558"/>
            <ac:spMk id="38" creationId="{0BE6F0DF-68BD-6D0A-D063-52C683642402}"/>
          </ac:spMkLst>
        </pc:spChg>
      </pc:sldChg>
      <pc:sldChg chg="addSp delSp modSp mod">
        <pc:chgData name="William Cui" userId="c1609328ec52f675" providerId="LiveId" clId="{0EE99BD9-EC20-449B-93FD-E9A1FBA8E1F4}" dt="2025-12-09T12:20:17.866" v="407"/>
        <pc:sldMkLst>
          <pc:docMk/>
          <pc:sldMk cId="117535853" sldId="559"/>
        </pc:sldMkLst>
        <pc:spChg chg="add mod">
          <ac:chgData name="William Cui" userId="c1609328ec52f675" providerId="LiveId" clId="{0EE99BD9-EC20-449B-93FD-E9A1FBA8E1F4}" dt="2025-12-09T12:20:17.866" v="407"/>
          <ac:spMkLst>
            <pc:docMk/>
            <pc:sldMk cId="117535853" sldId="559"/>
            <ac:spMk id="2" creationId="{422ADEDF-A78F-8039-B4FB-7C3D48559FD7}"/>
          </ac:spMkLst>
        </pc:spChg>
        <pc:spChg chg="del">
          <ac:chgData name="William Cui" userId="c1609328ec52f675" providerId="LiveId" clId="{0EE99BD9-EC20-449B-93FD-E9A1FBA8E1F4}" dt="2025-12-09T12:20:06.218" v="402" actId="478"/>
          <ac:spMkLst>
            <pc:docMk/>
            <pc:sldMk cId="117535853" sldId="559"/>
            <ac:spMk id="38" creationId="{95EF634E-1A98-454D-B2DA-1A66C033D209}"/>
          </ac:spMkLst>
        </pc:spChg>
      </pc:sldChg>
      <pc:sldChg chg="addSp delSp modSp mod">
        <pc:chgData name="William Cui" userId="c1609328ec52f675" providerId="LiveId" clId="{0EE99BD9-EC20-449B-93FD-E9A1FBA8E1F4}" dt="2025-12-09T12:20:16.016" v="405"/>
        <pc:sldMkLst>
          <pc:docMk/>
          <pc:sldMk cId="4034612407" sldId="560"/>
        </pc:sldMkLst>
        <pc:spChg chg="add mod">
          <ac:chgData name="William Cui" userId="c1609328ec52f675" providerId="LiveId" clId="{0EE99BD9-EC20-449B-93FD-E9A1FBA8E1F4}" dt="2025-12-09T12:20:16.016" v="405"/>
          <ac:spMkLst>
            <pc:docMk/>
            <pc:sldMk cId="4034612407" sldId="560"/>
            <ac:spMk id="2" creationId="{6BDB41E5-FB6F-87CF-12B1-1056552DC864}"/>
          </ac:spMkLst>
        </pc:spChg>
        <pc:spChg chg="del">
          <ac:chgData name="William Cui" userId="c1609328ec52f675" providerId="LiveId" clId="{0EE99BD9-EC20-449B-93FD-E9A1FBA8E1F4}" dt="2025-12-09T12:20:14.917" v="404" actId="478"/>
          <ac:spMkLst>
            <pc:docMk/>
            <pc:sldMk cId="4034612407" sldId="560"/>
            <ac:spMk id="38" creationId="{A30D64D5-1C17-D3BE-1935-C66F4D8113B8}"/>
          </ac:spMkLst>
        </pc:spChg>
      </pc:sldChg>
      <pc:sldChg chg="addSp delSp modSp mod">
        <pc:chgData name="William Cui" userId="c1609328ec52f675" providerId="LiveId" clId="{0EE99BD9-EC20-449B-93FD-E9A1FBA8E1F4}" dt="2025-12-09T12:20:52.082" v="437"/>
        <pc:sldMkLst>
          <pc:docMk/>
          <pc:sldMk cId="1157355742" sldId="561"/>
        </pc:sldMkLst>
        <pc:spChg chg="add mod">
          <ac:chgData name="William Cui" userId="c1609328ec52f675" providerId="LiveId" clId="{0EE99BD9-EC20-449B-93FD-E9A1FBA8E1F4}" dt="2025-12-09T12:20:52.082" v="437"/>
          <ac:spMkLst>
            <pc:docMk/>
            <pc:sldMk cId="1157355742" sldId="561"/>
            <ac:spMk id="2" creationId="{E4D5BC8B-53D1-5E25-1431-9C3471EDACBD}"/>
          </ac:spMkLst>
        </pc:spChg>
        <pc:spChg chg="del">
          <ac:chgData name="William Cui" userId="c1609328ec52f675" providerId="LiveId" clId="{0EE99BD9-EC20-449B-93FD-E9A1FBA8E1F4}" dt="2025-12-09T12:18:53.349" v="373" actId="478"/>
          <ac:spMkLst>
            <pc:docMk/>
            <pc:sldMk cId="1157355742" sldId="561"/>
            <ac:spMk id="38" creationId="{3E125F29-AF24-4F32-65EF-A222F0A80CDB}"/>
          </ac:spMkLst>
        </pc:spChg>
      </pc:sldChg>
      <pc:sldChg chg="addSp delSp modSp mod">
        <pc:chgData name="William Cui" userId="c1609328ec52f675" providerId="LiveId" clId="{0EE99BD9-EC20-449B-93FD-E9A1FBA8E1F4}" dt="2025-12-09T12:20:40.121" v="426"/>
        <pc:sldMkLst>
          <pc:docMk/>
          <pc:sldMk cId="3195555691" sldId="562"/>
        </pc:sldMkLst>
        <pc:spChg chg="add mod">
          <ac:chgData name="William Cui" userId="c1609328ec52f675" providerId="LiveId" clId="{0EE99BD9-EC20-449B-93FD-E9A1FBA8E1F4}" dt="2025-12-09T12:20:40.121" v="426"/>
          <ac:spMkLst>
            <pc:docMk/>
            <pc:sldMk cId="3195555691" sldId="562"/>
            <ac:spMk id="2" creationId="{663F018A-8388-94B1-6E03-68908EA8B017}"/>
          </ac:spMkLst>
        </pc:spChg>
        <pc:spChg chg="del">
          <ac:chgData name="William Cui" userId="c1609328ec52f675" providerId="LiveId" clId="{0EE99BD9-EC20-449B-93FD-E9A1FBA8E1F4}" dt="2025-12-09T12:19:22.198" v="384" actId="478"/>
          <ac:spMkLst>
            <pc:docMk/>
            <pc:sldMk cId="3195555691" sldId="562"/>
            <ac:spMk id="38" creationId="{CD60DCAE-F24D-3E5A-0DD4-0648E8224B6A}"/>
          </ac:spMkLst>
        </pc:spChg>
      </pc:sldChg>
      <pc:sldChg chg="addSp delSp modSp add del mod ord">
        <pc:chgData name="William Cui" userId="c1609328ec52f675" providerId="LiveId" clId="{0EE99BD9-EC20-449B-93FD-E9A1FBA8E1F4}" dt="2025-12-09T12:13:18.053" v="217" actId="47"/>
        <pc:sldMkLst>
          <pc:docMk/>
          <pc:sldMk cId="699282709" sldId="563"/>
        </pc:sldMkLst>
        <pc:spChg chg="add mod">
          <ac:chgData name="William Cui" userId="c1609328ec52f675" providerId="LiveId" clId="{0EE99BD9-EC20-449B-93FD-E9A1FBA8E1F4}" dt="2025-12-09T11:33:58.747" v="126"/>
          <ac:spMkLst>
            <pc:docMk/>
            <pc:sldMk cId="699282709" sldId="563"/>
            <ac:spMk id="3" creationId="{1EC744BA-FC3B-2F9C-1A31-5537B00A7565}"/>
          </ac:spMkLst>
        </pc:spChg>
        <pc:spChg chg="del">
          <ac:chgData name="William Cui" userId="c1609328ec52f675" providerId="LiveId" clId="{0EE99BD9-EC20-449B-93FD-E9A1FBA8E1F4}" dt="2025-12-09T11:33:58.327" v="125" actId="478"/>
          <ac:spMkLst>
            <pc:docMk/>
            <pc:sldMk cId="699282709" sldId="563"/>
            <ac:spMk id="5" creationId="{1AFCFB9D-777E-0110-AE32-D6D848C32456}"/>
          </ac:spMkLst>
        </pc:spChg>
        <pc:spChg chg="add mod">
          <ac:chgData name="William Cui" userId="c1609328ec52f675" providerId="LiveId" clId="{0EE99BD9-EC20-449B-93FD-E9A1FBA8E1F4}" dt="2025-12-09T11:33:58.747" v="126"/>
          <ac:spMkLst>
            <pc:docMk/>
            <pc:sldMk cId="699282709" sldId="563"/>
            <ac:spMk id="7" creationId="{9D2BB66C-B16F-0C05-3864-29D611EF2DC6}"/>
          </ac:spMkLst>
        </pc:spChg>
        <pc:spChg chg="add mod">
          <ac:chgData name="William Cui" userId="c1609328ec52f675" providerId="LiveId" clId="{0EE99BD9-EC20-449B-93FD-E9A1FBA8E1F4}" dt="2025-12-09T11:33:58.747" v="126"/>
          <ac:spMkLst>
            <pc:docMk/>
            <pc:sldMk cId="699282709" sldId="563"/>
            <ac:spMk id="8" creationId="{40A79DEF-7533-BD7F-E863-D1D6619DFEAC}"/>
          </ac:spMkLst>
        </pc:spChg>
        <pc:spChg chg="add mod">
          <ac:chgData name="William Cui" userId="c1609328ec52f675" providerId="LiveId" clId="{0EE99BD9-EC20-449B-93FD-E9A1FBA8E1F4}" dt="2025-12-09T11:33:58.747" v="126"/>
          <ac:spMkLst>
            <pc:docMk/>
            <pc:sldMk cId="699282709" sldId="563"/>
            <ac:spMk id="9" creationId="{6785BFFC-51A0-0258-A8DD-A31AC21B3ED4}"/>
          </ac:spMkLst>
        </pc:spChg>
        <pc:spChg chg="add mod">
          <ac:chgData name="William Cui" userId="c1609328ec52f675" providerId="LiveId" clId="{0EE99BD9-EC20-449B-93FD-E9A1FBA8E1F4}" dt="2025-12-09T11:33:58.747" v="126"/>
          <ac:spMkLst>
            <pc:docMk/>
            <pc:sldMk cId="699282709" sldId="563"/>
            <ac:spMk id="10" creationId="{E10B7264-DCF6-AB65-3546-DE3B3DFBCF2C}"/>
          </ac:spMkLst>
        </pc:spChg>
        <pc:spChg chg="add mod">
          <ac:chgData name="William Cui" userId="c1609328ec52f675" providerId="LiveId" clId="{0EE99BD9-EC20-449B-93FD-E9A1FBA8E1F4}" dt="2025-12-09T11:34:02.459" v="127"/>
          <ac:spMkLst>
            <pc:docMk/>
            <pc:sldMk cId="699282709" sldId="563"/>
            <ac:spMk id="12" creationId="{BE289DF5-849D-C818-C9D4-ACE838EBBFF5}"/>
          </ac:spMkLst>
        </pc:spChg>
        <pc:spChg chg="add mod">
          <ac:chgData name="William Cui" userId="c1609328ec52f675" providerId="LiveId" clId="{0EE99BD9-EC20-449B-93FD-E9A1FBA8E1F4}" dt="2025-12-09T11:34:39.757" v="214" actId="20577"/>
          <ac:spMkLst>
            <pc:docMk/>
            <pc:sldMk cId="699282709" sldId="563"/>
            <ac:spMk id="13" creationId="{B71F574B-CB2A-0045-DC79-19272CDC217C}"/>
          </ac:spMkLst>
        </pc:spChg>
        <pc:spChg chg="add mod">
          <ac:chgData name="William Cui" userId="c1609328ec52f675" providerId="LiveId" clId="{0EE99BD9-EC20-449B-93FD-E9A1FBA8E1F4}" dt="2025-12-09T11:34:02.459" v="127"/>
          <ac:spMkLst>
            <pc:docMk/>
            <pc:sldMk cId="699282709" sldId="563"/>
            <ac:spMk id="14" creationId="{23B3393B-424D-389A-90D4-0407DCD62CA1}"/>
          </ac:spMkLst>
        </pc:spChg>
        <pc:spChg chg="add mod">
          <ac:chgData name="William Cui" userId="c1609328ec52f675" providerId="LiveId" clId="{0EE99BD9-EC20-449B-93FD-E9A1FBA8E1F4}" dt="2025-12-09T11:34:02.459" v="127"/>
          <ac:spMkLst>
            <pc:docMk/>
            <pc:sldMk cId="699282709" sldId="563"/>
            <ac:spMk id="15" creationId="{5DBDEB4D-C016-C384-EA64-A4504636A488}"/>
          </ac:spMkLst>
        </pc:spChg>
        <pc:spChg chg="add mod">
          <ac:chgData name="William Cui" userId="c1609328ec52f675" providerId="LiveId" clId="{0EE99BD9-EC20-449B-93FD-E9A1FBA8E1F4}" dt="2025-12-09T11:34:02.459" v="127"/>
          <ac:spMkLst>
            <pc:docMk/>
            <pc:sldMk cId="699282709" sldId="563"/>
            <ac:spMk id="16" creationId="{353D9D21-0A37-FB06-4FAB-BC99C915CDB1}"/>
          </ac:spMkLst>
        </pc:spChg>
        <pc:spChg chg="add del">
          <ac:chgData name="William Cui" userId="c1609328ec52f675" providerId="LiveId" clId="{0EE99BD9-EC20-449B-93FD-E9A1FBA8E1F4}" dt="2025-12-09T11:34:10.279" v="129" actId="22"/>
          <ac:spMkLst>
            <pc:docMk/>
            <pc:sldMk cId="699282709" sldId="563"/>
            <ac:spMk id="18" creationId="{B11E7B6E-196F-99C3-1AFE-BDA6760F3CCA}"/>
          </ac:spMkLst>
        </pc:spChg>
        <pc:spChg chg="add mod">
          <ac:chgData name="William Cui" userId="c1609328ec52f675" providerId="LiveId" clId="{0EE99BD9-EC20-449B-93FD-E9A1FBA8E1F4}" dt="2025-12-09T11:34:22.745" v="174" actId="20577"/>
          <ac:spMkLst>
            <pc:docMk/>
            <pc:sldMk cId="699282709" sldId="563"/>
            <ac:spMk id="19" creationId="{74030994-6B4A-1AB7-AF2B-0DBD0822A701}"/>
          </ac:spMkLst>
        </pc:spChg>
        <pc:spChg chg="mod">
          <ac:chgData name="William Cui" userId="c1609328ec52f675" providerId="LiveId" clId="{0EE99BD9-EC20-449B-93FD-E9A1FBA8E1F4}" dt="2025-12-09T11:34:31.323" v="208" actId="404"/>
          <ac:spMkLst>
            <pc:docMk/>
            <pc:sldMk cId="699282709" sldId="563"/>
            <ac:spMk id="30" creationId="{E3719EB0-44EF-C7BD-83B8-F54AEB459012}"/>
          </ac:spMkLst>
        </pc:spChg>
        <pc:spChg chg="del">
          <ac:chgData name="William Cui" userId="c1609328ec52f675" providerId="LiveId" clId="{0EE99BD9-EC20-449B-93FD-E9A1FBA8E1F4}" dt="2025-12-09T11:33:58.327" v="125" actId="478"/>
          <ac:spMkLst>
            <pc:docMk/>
            <pc:sldMk cId="699282709" sldId="563"/>
            <ac:spMk id="33" creationId="{3E55E40B-6580-8854-372A-E69410FFCC64}"/>
          </ac:spMkLst>
        </pc:spChg>
        <pc:spChg chg="del">
          <ac:chgData name="William Cui" userId="c1609328ec52f675" providerId="LiveId" clId="{0EE99BD9-EC20-449B-93FD-E9A1FBA8E1F4}" dt="2025-12-09T11:33:58.327" v="125" actId="478"/>
          <ac:spMkLst>
            <pc:docMk/>
            <pc:sldMk cId="699282709" sldId="563"/>
            <ac:spMk id="34" creationId="{B28434B6-F8F1-CB47-A2C1-28152141F120}"/>
          </ac:spMkLst>
        </pc:spChg>
        <pc:spChg chg="del">
          <ac:chgData name="William Cui" userId="c1609328ec52f675" providerId="LiveId" clId="{0EE99BD9-EC20-449B-93FD-E9A1FBA8E1F4}" dt="2025-12-09T11:33:58.327" v="125" actId="478"/>
          <ac:spMkLst>
            <pc:docMk/>
            <pc:sldMk cId="699282709" sldId="563"/>
            <ac:spMk id="35" creationId="{F88B31AB-3298-2CE4-DC7F-96DF3294E6DE}"/>
          </ac:spMkLst>
        </pc:spChg>
        <pc:spChg chg="del">
          <ac:chgData name="William Cui" userId="c1609328ec52f675" providerId="LiveId" clId="{0EE99BD9-EC20-449B-93FD-E9A1FBA8E1F4}" dt="2025-12-09T11:33:58.327" v="125" actId="478"/>
          <ac:spMkLst>
            <pc:docMk/>
            <pc:sldMk cId="699282709" sldId="563"/>
            <ac:spMk id="37" creationId="{48734634-262B-34E1-BC3B-55CD26909A32}"/>
          </ac:spMkLst>
        </pc:spChg>
        <pc:spChg chg="del">
          <ac:chgData name="William Cui" userId="c1609328ec52f675" providerId="LiveId" clId="{0EE99BD9-EC20-449B-93FD-E9A1FBA8E1F4}" dt="2025-12-09T11:33:58.327" v="125" actId="478"/>
          <ac:spMkLst>
            <pc:docMk/>
            <pc:sldMk cId="699282709" sldId="563"/>
            <ac:spMk id="38" creationId="{9A1FDA7A-D493-E87F-3575-2F00977B4096}"/>
          </ac:spMkLst>
        </pc:spChg>
        <pc:cxnChg chg="add mod">
          <ac:chgData name="William Cui" userId="c1609328ec52f675" providerId="LiveId" clId="{0EE99BD9-EC20-449B-93FD-E9A1FBA8E1F4}" dt="2025-12-09T11:33:58.747" v="126"/>
          <ac:cxnSpMkLst>
            <pc:docMk/>
            <pc:sldMk cId="699282709" sldId="563"/>
            <ac:cxnSpMk id="2" creationId="{0918FB34-1D70-A14A-84B9-93F8DF8091DF}"/>
          </ac:cxnSpMkLst>
        </pc:cxnChg>
        <pc:cxnChg chg="add mod">
          <ac:chgData name="William Cui" userId="c1609328ec52f675" providerId="LiveId" clId="{0EE99BD9-EC20-449B-93FD-E9A1FBA8E1F4}" dt="2025-12-09T11:34:02.459" v="127"/>
          <ac:cxnSpMkLst>
            <pc:docMk/>
            <pc:sldMk cId="699282709" sldId="563"/>
            <ac:cxnSpMk id="11" creationId="{CD99AFE1-D9C0-590D-F552-DD7F7FC4A6FF}"/>
          </ac:cxnSpMkLst>
        </pc:cxnChg>
        <pc:cxnChg chg="del">
          <ac:chgData name="William Cui" userId="c1609328ec52f675" providerId="LiveId" clId="{0EE99BD9-EC20-449B-93FD-E9A1FBA8E1F4}" dt="2025-12-09T11:33:58.327" v="125" actId="478"/>
          <ac:cxnSpMkLst>
            <pc:docMk/>
            <pc:sldMk cId="699282709" sldId="563"/>
            <ac:cxnSpMk id="31" creationId="{F078C638-7343-C916-42A5-6A0700B07ACF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25" cy="40094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90A3B9AF-87DA-4119-1626-027C8A6430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:notes">
            <a:extLst>
              <a:ext uri="{FF2B5EF4-FFF2-40B4-BE49-F238E27FC236}">
                <a16:creationId xmlns:a16="http://schemas.microsoft.com/office/drawing/2014/main" id="{C54FF983-00E9-6FA1-C403-32B3B8AEB46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1:notes">
            <a:extLst>
              <a:ext uri="{FF2B5EF4-FFF2-40B4-BE49-F238E27FC236}">
                <a16:creationId xmlns:a16="http://schemas.microsoft.com/office/drawing/2014/main" id="{F9FC36CB-3377-0E4B-1B8B-03B1C274388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306638" y="801688"/>
            <a:ext cx="29479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226971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0BBECB82-95A3-AE9D-A452-C2E1C6D7D7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:notes">
            <a:extLst>
              <a:ext uri="{FF2B5EF4-FFF2-40B4-BE49-F238E27FC236}">
                <a16:creationId xmlns:a16="http://schemas.microsoft.com/office/drawing/2014/main" id="{CB65A238-33DB-143F-6DA7-D05B94083F5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1:notes">
            <a:extLst>
              <a:ext uri="{FF2B5EF4-FFF2-40B4-BE49-F238E27FC236}">
                <a16:creationId xmlns:a16="http://schemas.microsoft.com/office/drawing/2014/main" id="{FBFE18E7-443B-FEF0-BDAE-FDA246AD520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306638" y="801688"/>
            <a:ext cx="29479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925653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833E5B46-963F-1FAB-4EFB-606DD6A2A3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:notes">
            <a:extLst>
              <a:ext uri="{FF2B5EF4-FFF2-40B4-BE49-F238E27FC236}">
                <a16:creationId xmlns:a16="http://schemas.microsoft.com/office/drawing/2014/main" id="{6EA4C049-1850-D9F5-F7E6-574A4DA147D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1:notes">
            <a:extLst>
              <a:ext uri="{FF2B5EF4-FFF2-40B4-BE49-F238E27FC236}">
                <a16:creationId xmlns:a16="http://schemas.microsoft.com/office/drawing/2014/main" id="{562E647A-E3F6-BA04-AAEE-EF3E1B1D55B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306638" y="801688"/>
            <a:ext cx="29479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899259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4EB15522-6AEC-A65C-9474-87C4FED12A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:notes">
            <a:extLst>
              <a:ext uri="{FF2B5EF4-FFF2-40B4-BE49-F238E27FC236}">
                <a16:creationId xmlns:a16="http://schemas.microsoft.com/office/drawing/2014/main" id="{36BA5C79-4888-4D3D-D046-235883187FD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1:notes">
            <a:extLst>
              <a:ext uri="{FF2B5EF4-FFF2-40B4-BE49-F238E27FC236}">
                <a16:creationId xmlns:a16="http://schemas.microsoft.com/office/drawing/2014/main" id="{8E42AC5C-C338-BBFA-A85E-EB98EF69AB1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306638" y="801688"/>
            <a:ext cx="29479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39509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75723464-AD53-B7F3-4D42-1408180202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:notes">
            <a:extLst>
              <a:ext uri="{FF2B5EF4-FFF2-40B4-BE49-F238E27FC236}">
                <a16:creationId xmlns:a16="http://schemas.microsoft.com/office/drawing/2014/main" id="{3704B393-FA8F-5B71-9B73-5AE10F8E1AB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1:notes">
            <a:extLst>
              <a:ext uri="{FF2B5EF4-FFF2-40B4-BE49-F238E27FC236}">
                <a16:creationId xmlns:a16="http://schemas.microsoft.com/office/drawing/2014/main" id="{B15D7371-4DC4-457C-9579-E079D9C0C4C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306638" y="801688"/>
            <a:ext cx="29479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216898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A3EA33FD-EB51-FDE5-3430-E87C078481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:notes">
            <a:extLst>
              <a:ext uri="{FF2B5EF4-FFF2-40B4-BE49-F238E27FC236}">
                <a16:creationId xmlns:a16="http://schemas.microsoft.com/office/drawing/2014/main" id="{81A0E477-02CF-6775-720E-F5CD7E9856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1:notes">
            <a:extLst>
              <a:ext uri="{FF2B5EF4-FFF2-40B4-BE49-F238E27FC236}">
                <a16:creationId xmlns:a16="http://schemas.microsoft.com/office/drawing/2014/main" id="{7F2B7FFC-B842-1D34-7F33-327999DE54A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306638" y="801688"/>
            <a:ext cx="29479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491158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1DE24915-C88D-ECD5-195C-3F28D10BF9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:notes">
            <a:extLst>
              <a:ext uri="{FF2B5EF4-FFF2-40B4-BE49-F238E27FC236}">
                <a16:creationId xmlns:a16="http://schemas.microsoft.com/office/drawing/2014/main" id="{2365EFF2-182C-82BD-4AAF-1DA98DD5A6A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1:notes">
            <a:extLst>
              <a:ext uri="{FF2B5EF4-FFF2-40B4-BE49-F238E27FC236}">
                <a16:creationId xmlns:a16="http://schemas.microsoft.com/office/drawing/2014/main" id="{DECAD119-75E1-BB14-8698-8DADF6F397D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306638" y="801688"/>
            <a:ext cx="29479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9344286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E7F7C205-DB81-F29C-D334-4DF0ECE573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:notes">
            <a:extLst>
              <a:ext uri="{FF2B5EF4-FFF2-40B4-BE49-F238E27FC236}">
                <a16:creationId xmlns:a16="http://schemas.microsoft.com/office/drawing/2014/main" id="{D5E13ACD-D387-508E-39D4-673D76280F6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1:notes">
            <a:extLst>
              <a:ext uri="{FF2B5EF4-FFF2-40B4-BE49-F238E27FC236}">
                <a16:creationId xmlns:a16="http://schemas.microsoft.com/office/drawing/2014/main" id="{874A33B2-D491-D4B3-E750-4B5CBDA4D8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306638" y="801688"/>
            <a:ext cx="29479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2264509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C9D85330-D541-97E0-C894-B587B9CB77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:notes">
            <a:extLst>
              <a:ext uri="{FF2B5EF4-FFF2-40B4-BE49-F238E27FC236}">
                <a16:creationId xmlns:a16="http://schemas.microsoft.com/office/drawing/2014/main" id="{1E160FE7-6862-DB69-3F5E-372C43287C9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1:notes">
            <a:extLst>
              <a:ext uri="{FF2B5EF4-FFF2-40B4-BE49-F238E27FC236}">
                <a16:creationId xmlns:a16="http://schemas.microsoft.com/office/drawing/2014/main" id="{8A2711B9-FE85-C204-0661-58DA6F2BE6B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306638" y="801688"/>
            <a:ext cx="29479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0786358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678FFB14-128D-4F69-8230-17DF1DB55F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:notes">
            <a:extLst>
              <a:ext uri="{FF2B5EF4-FFF2-40B4-BE49-F238E27FC236}">
                <a16:creationId xmlns:a16="http://schemas.microsoft.com/office/drawing/2014/main" id="{95A58942-17B9-0AD4-8A2D-C8A2AD578CD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1:notes">
            <a:extLst>
              <a:ext uri="{FF2B5EF4-FFF2-40B4-BE49-F238E27FC236}">
                <a16:creationId xmlns:a16="http://schemas.microsoft.com/office/drawing/2014/main" id="{4EB3A69C-9BDF-955C-6E40-57792080F54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306638" y="801688"/>
            <a:ext cx="29479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9262073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BC46ED84-8368-8A44-D8EB-6841789502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:notes">
            <a:extLst>
              <a:ext uri="{FF2B5EF4-FFF2-40B4-BE49-F238E27FC236}">
                <a16:creationId xmlns:a16="http://schemas.microsoft.com/office/drawing/2014/main" id="{313B4E25-23DE-1CF3-74C1-3BF9144DDD0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1:notes">
            <a:extLst>
              <a:ext uri="{FF2B5EF4-FFF2-40B4-BE49-F238E27FC236}">
                <a16:creationId xmlns:a16="http://schemas.microsoft.com/office/drawing/2014/main" id="{4076A9E9-D4F4-4E7A-863C-F02463F0626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306638" y="801688"/>
            <a:ext cx="29479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5716614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44E2EFCA-B18C-63F7-5DE8-D76C22B05A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:notes">
            <a:extLst>
              <a:ext uri="{FF2B5EF4-FFF2-40B4-BE49-F238E27FC236}">
                <a16:creationId xmlns:a16="http://schemas.microsoft.com/office/drawing/2014/main" id="{883DD5AC-0F0E-5368-8FE4-141AB1F7C1A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1:notes">
            <a:extLst>
              <a:ext uri="{FF2B5EF4-FFF2-40B4-BE49-F238E27FC236}">
                <a16:creationId xmlns:a16="http://schemas.microsoft.com/office/drawing/2014/main" id="{3E0E4B73-D6A9-51DA-4A19-2A1B647439B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306638" y="801688"/>
            <a:ext cx="29479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3887130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10BE1AAA-B094-A245-5149-A8B52EA067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:notes">
            <a:extLst>
              <a:ext uri="{FF2B5EF4-FFF2-40B4-BE49-F238E27FC236}">
                <a16:creationId xmlns:a16="http://schemas.microsoft.com/office/drawing/2014/main" id="{0D65C689-B0A7-688E-65F7-D9D8D97EDB4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1:notes">
            <a:extLst>
              <a:ext uri="{FF2B5EF4-FFF2-40B4-BE49-F238E27FC236}">
                <a16:creationId xmlns:a16="http://schemas.microsoft.com/office/drawing/2014/main" id="{59C5BBC8-3D6F-0969-B685-515776944E0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306638" y="801688"/>
            <a:ext cx="29479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1006751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34EADF87-C8F5-4B4E-686A-C676338988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:notes">
            <a:extLst>
              <a:ext uri="{FF2B5EF4-FFF2-40B4-BE49-F238E27FC236}">
                <a16:creationId xmlns:a16="http://schemas.microsoft.com/office/drawing/2014/main" id="{003EAA1F-6473-A5C3-D792-B73095AF6BF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1:notes">
            <a:extLst>
              <a:ext uri="{FF2B5EF4-FFF2-40B4-BE49-F238E27FC236}">
                <a16:creationId xmlns:a16="http://schemas.microsoft.com/office/drawing/2014/main" id="{4F0787D7-E99E-FF43-9846-75DC5EBAE0B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306638" y="801688"/>
            <a:ext cx="29479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2769223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441EFD1F-A19E-C7DF-0344-46FFA02667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:notes">
            <a:extLst>
              <a:ext uri="{FF2B5EF4-FFF2-40B4-BE49-F238E27FC236}">
                <a16:creationId xmlns:a16="http://schemas.microsoft.com/office/drawing/2014/main" id="{77AC112E-BDD7-F16A-A118-57112DE206F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1:notes">
            <a:extLst>
              <a:ext uri="{FF2B5EF4-FFF2-40B4-BE49-F238E27FC236}">
                <a16:creationId xmlns:a16="http://schemas.microsoft.com/office/drawing/2014/main" id="{14678568-A941-9107-537A-2DB0D17B23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306638" y="801688"/>
            <a:ext cx="29479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2155116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DEDB62B1-F87F-C524-5CCF-CDFF775B61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:notes">
            <a:extLst>
              <a:ext uri="{FF2B5EF4-FFF2-40B4-BE49-F238E27FC236}">
                <a16:creationId xmlns:a16="http://schemas.microsoft.com/office/drawing/2014/main" id="{B0893A3F-183F-801F-B9F7-91FA17D9850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1:notes">
            <a:extLst>
              <a:ext uri="{FF2B5EF4-FFF2-40B4-BE49-F238E27FC236}">
                <a16:creationId xmlns:a16="http://schemas.microsoft.com/office/drawing/2014/main" id="{47CE32AA-565E-FD21-1336-8035346DB5D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306638" y="801688"/>
            <a:ext cx="29479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9172692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549BFE40-8C90-DCBF-2CCF-23FDB66E3A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:notes">
            <a:extLst>
              <a:ext uri="{FF2B5EF4-FFF2-40B4-BE49-F238E27FC236}">
                <a16:creationId xmlns:a16="http://schemas.microsoft.com/office/drawing/2014/main" id="{C6E6220A-E392-F846-8A7C-F34E372B8F6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1:notes">
            <a:extLst>
              <a:ext uri="{FF2B5EF4-FFF2-40B4-BE49-F238E27FC236}">
                <a16:creationId xmlns:a16="http://schemas.microsoft.com/office/drawing/2014/main" id="{70705418-91F6-232B-F9E4-191E7370640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306638" y="801688"/>
            <a:ext cx="29479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6544233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C8BABAC2-A07E-1C48-4E63-A7CF6AEB6E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:notes">
            <a:extLst>
              <a:ext uri="{FF2B5EF4-FFF2-40B4-BE49-F238E27FC236}">
                <a16:creationId xmlns:a16="http://schemas.microsoft.com/office/drawing/2014/main" id="{DBFCA8C5-6E33-336B-C04B-24062475A94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1:notes">
            <a:extLst>
              <a:ext uri="{FF2B5EF4-FFF2-40B4-BE49-F238E27FC236}">
                <a16:creationId xmlns:a16="http://schemas.microsoft.com/office/drawing/2014/main" id="{33B3EB0F-CEF5-C1A5-C3BA-37E9143DF9A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306638" y="801688"/>
            <a:ext cx="29479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4606549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FC3D5817-7A55-D3CA-81E7-62C6876345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:notes">
            <a:extLst>
              <a:ext uri="{FF2B5EF4-FFF2-40B4-BE49-F238E27FC236}">
                <a16:creationId xmlns:a16="http://schemas.microsoft.com/office/drawing/2014/main" id="{0BB6B51E-52E6-365E-B3D9-01BCB3FAA13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1:notes">
            <a:extLst>
              <a:ext uri="{FF2B5EF4-FFF2-40B4-BE49-F238E27FC236}">
                <a16:creationId xmlns:a16="http://schemas.microsoft.com/office/drawing/2014/main" id="{4088C580-F8AF-BA3C-EC44-7AE7644023C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306638" y="801688"/>
            <a:ext cx="29479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3595400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BAB443A6-6231-B190-318F-B96AEDF77D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:notes">
            <a:extLst>
              <a:ext uri="{FF2B5EF4-FFF2-40B4-BE49-F238E27FC236}">
                <a16:creationId xmlns:a16="http://schemas.microsoft.com/office/drawing/2014/main" id="{80B1BC33-D421-064C-5ECA-256C2DB1B2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1:notes">
            <a:extLst>
              <a:ext uri="{FF2B5EF4-FFF2-40B4-BE49-F238E27FC236}">
                <a16:creationId xmlns:a16="http://schemas.microsoft.com/office/drawing/2014/main" id="{63E00BC8-12AA-94A3-0FE1-4F25424E127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306638" y="801688"/>
            <a:ext cx="29479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8994106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FAE5F133-5C1C-9AFE-E029-552C5E1C5E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:notes">
            <a:extLst>
              <a:ext uri="{FF2B5EF4-FFF2-40B4-BE49-F238E27FC236}">
                <a16:creationId xmlns:a16="http://schemas.microsoft.com/office/drawing/2014/main" id="{8CF03559-4F4C-243D-836A-339C0197186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1:notes">
            <a:extLst>
              <a:ext uri="{FF2B5EF4-FFF2-40B4-BE49-F238E27FC236}">
                <a16:creationId xmlns:a16="http://schemas.microsoft.com/office/drawing/2014/main" id="{EF069998-B1F3-D786-431D-C95B5DF9EA5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306638" y="801688"/>
            <a:ext cx="29479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3996105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42FB7847-E028-B44B-3952-E81FFAD4F7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:notes">
            <a:extLst>
              <a:ext uri="{FF2B5EF4-FFF2-40B4-BE49-F238E27FC236}">
                <a16:creationId xmlns:a16="http://schemas.microsoft.com/office/drawing/2014/main" id="{EA654AF3-923B-788F-1F3E-E4584954090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1:notes">
            <a:extLst>
              <a:ext uri="{FF2B5EF4-FFF2-40B4-BE49-F238E27FC236}">
                <a16:creationId xmlns:a16="http://schemas.microsoft.com/office/drawing/2014/main" id="{4003CC52-7BD9-464C-BB8F-83159391C9E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306638" y="801688"/>
            <a:ext cx="29479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8663717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DCF51C7C-6317-2DB2-8392-05BF7CD7E1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:notes">
            <a:extLst>
              <a:ext uri="{FF2B5EF4-FFF2-40B4-BE49-F238E27FC236}">
                <a16:creationId xmlns:a16="http://schemas.microsoft.com/office/drawing/2014/main" id="{B237F854-25CB-25FC-11AD-8E7A5B19BC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1:notes">
            <a:extLst>
              <a:ext uri="{FF2B5EF4-FFF2-40B4-BE49-F238E27FC236}">
                <a16:creationId xmlns:a16="http://schemas.microsoft.com/office/drawing/2014/main" id="{DEB9D582-5DC4-6ED3-B779-77DDD304E3E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306638" y="801688"/>
            <a:ext cx="29479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6679227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4224064D-AC4C-970E-C4D3-682C7A4C02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:notes">
            <a:extLst>
              <a:ext uri="{FF2B5EF4-FFF2-40B4-BE49-F238E27FC236}">
                <a16:creationId xmlns:a16="http://schemas.microsoft.com/office/drawing/2014/main" id="{E585210E-B637-24BD-1A61-C431B1E3548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1:notes">
            <a:extLst>
              <a:ext uri="{FF2B5EF4-FFF2-40B4-BE49-F238E27FC236}">
                <a16:creationId xmlns:a16="http://schemas.microsoft.com/office/drawing/2014/main" id="{9B281B37-93FC-98FF-52E5-C932ADD70D4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306638" y="801688"/>
            <a:ext cx="29479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3686658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45755559-F16E-F584-FB9D-92DE72CC56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:notes">
            <a:extLst>
              <a:ext uri="{FF2B5EF4-FFF2-40B4-BE49-F238E27FC236}">
                <a16:creationId xmlns:a16="http://schemas.microsoft.com/office/drawing/2014/main" id="{03A2AAFF-1CBC-F2D3-5CD9-BC0740CD28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1:notes">
            <a:extLst>
              <a:ext uri="{FF2B5EF4-FFF2-40B4-BE49-F238E27FC236}">
                <a16:creationId xmlns:a16="http://schemas.microsoft.com/office/drawing/2014/main" id="{154F4F58-6F86-71CB-AC27-55B00B2E76F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306638" y="801688"/>
            <a:ext cx="29479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8643023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6FD75994-1D5E-B60B-A98F-08B0ACA94D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:notes">
            <a:extLst>
              <a:ext uri="{FF2B5EF4-FFF2-40B4-BE49-F238E27FC236}">
                <a16:creationId xmlns:a16="http://schemas.microsoft.com/office/drawing/2014/main" id="{08D8649B-591B-C773-5AE8-ABD045045BF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1:notes">
            <a:extLst>
              <a:ext uri="{FF2B5EF4-FFF2-40B4-BE49-F238E27FC236}">
                <a16:creationId xmlns:a16="http://schemas.microsoft.com/office/drawing/2014/main" id="{E02EB467-7323-8C67-A798-8A8191D90C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306638" y="801688"/>
            <a:ext cx="29479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240095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F077DE80-CD44-2F78-853E-F0C181B33A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:notes">
            <a:extLst>
              <a:ext uri="{FF2B5EF4-FFF2-40B4-BE49-F238E27FC236}">
                <a16:creationId xmlns:a16="http://schemas.microsoft.com/office/drawing/2014/main" id="{4664B736-7F10-A5D3-BFBC-E38C1175A30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1:notes">
            <a:extLst>
              <a:ext uri="{FF2B5EF4-FFF2-40B4-BE49-F238E27FC236}">
                <a16:creationId xmlns:a16="http://schemas.microsoft.com/office/drawing/2014/main" id="{2352EFC5-41C1-E726-3B85-285B1077584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306638" y="801688"/>
            <a:ext cx="29479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411145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9EB71164-610F-AAAD-C391-3065CAF7D3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:notes">
            <a:extLst>
              <a:ext uri="{FF2B5EF4-FFF2-40B4-BE49-F238E27FC236}">
                <a16:creationId xmlns:a16="http://schemas.microsoft.com/office/drawing/2014/main" id="{4C7CB263-74A8-A4E3-A23D-2398A586408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1:notes">
            <a:extLst>
              <a:ext uri="{FF2B5EF4-FFF2-40B4-BE49-F238E27FC236}">
                <a16:creationId xmlns:a16="http://schemas.microsoft.com/office/drawing/2014/main" id="{ACD165EC-422F-1D1A-91AC-C505CEE3407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306638" y="801688"/>
            <a:ext cx="29479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0066303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20FEA391-7FA0-C9F4-DAC3-CF6A5D0F56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:notes">
            <a:extLst>
              <a:ext uri="{FF2B5EF4-FFF2-40B4-BE49-F238E27FC236}">
                <a16:creationId xmlns:a16="http://schemas.microsoft.com/office/drawing/2014/main" id="{86B51DA0-BFFB-9D46-B47D-1777B6091FE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1:notes">
            <a:extLst>
              <a:ext uri="{FF2B5EF4-FFF2-40B4-BE49-F238E27FC236}">
                <a16:creationId xmlns:a16="http://schemas.microsoft.com/office/drawing/2014/main" id="{CED9BB04-A90A-756D-B6D3-2AD36A9CB7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306638" y="801688"/>
            <a:ext cx="29479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5580126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32FD5D0D-EBE9-1212-71A5-974F4D010C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:notes">
            <a:extLst>
              <a:ext uri="{FF2B5EF4-FFF2-40B4-BE49-F238E27FC236}">
                <a16:creationId xmlns:a16="http://schemas.microsoft.com/office/drawing/2014/main" id="{0EB7956A-16B3-DDE5-3267-35717AC8BDD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1:notes">
            <a:extLst>
              <a:ext uri="{FF2B5EF4-FFF2-40B4-BE49-F238E27FC236}">
                <a16:creationId xmlns:a16="http://schemas.microsoft.com/office/drawing/2014/main" id="{FD01B06A-7A16-E539-4150-40B6A63F963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306638" y="801688"/>
            <a:ext cx="29479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8489103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D206D271-91AD-B694-9296-E785C41CDE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:notes">
            <a:extLst>
              <a:ext uri="{FF2B5EF4-FFF2-40B4-BE49-F238E27FC236}">
                <a16:creationId xmlns:a16="http://schemas.microsoft.com/office/drawing/2014/main" id="{AF458D67-9BE6-8210-76E4-08B3C0810A7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1:notes">
            <a:extLst>
              <a:ext uri="{FF2B5EF4-FFF2-40B4-BE49-F238E27FC236}">
                <a16:creationId xmlns:a16="http://schemas.microsoft.com/office/drawing/2014/main" id="{E9242F1E-3CED-4236-7DD6-181EA5B792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306638" y="801688"/>
            <a:ext cx="29479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9897693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BC3826EA-0CF5-4E39-15A4-F03930BECF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:notes">
            <a:extLst>
              <a:ext uri="{FF2B5EF4-FFF2-40B4-BE49-F238E27FC236}">
                <a16:creationId xmlns:a16="http://schemas.microsoft.com/office/drawing/2014/main" id="{B0A1F3F2-F7E1-8094-4D05-CAD750CFEEB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1:notes">
            <a:extLst>
              <a:ext uri="{FF2B5EF4-FFF2-40B4-BE49-F238E27FC236}">
                <a16:creationId xmlns:a16="http://schemas.microsoft.com/office/drawing/2014/main" id="{5E00B646-120E-ED74-C5C1-A8F0C35BA0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306638" y="801688"/>
            <a:ext cx="29479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4333266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6841E303-DE58-A3E8-FCB2-3BDCA6F6FA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:notes">
            <a:extLst>
              <a:ext uri="{FF2B5EF4-FFF2-40B4-BE49-F238E27FC236}">
                <a16:creationId xmlns:a16="http://schemas.microsoft.com/office/drawing/2014/main" id="{81E3C5FB-175E-DC15-FFAF-A8DD04FE27F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1:notes">
            <a:extLst>
              <a:ext uri="{FF2B5EF4-FFF2-40B4-BE49-F238E27FC236}">
                <a16:creationId xmlns:a16="http://schemas.microsoft.com/office/drawing/2014/main" id="{509F2DBF-B55E-187A-054A-AC6539BD56E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306638" y="801688"/>
            <a:ext cx="29479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7971051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26CDFEB2-72CD-9F44-90E4-07BA102E40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:notes">
            <a:extLst>
              <a:ext uri="{FF2B5EF4-FFF2-40B4-BE49-F238E27FC236}">
                <a16:creationId xmlns:a16="http://schemas.microsoft.com/office/drawing/2014/main" id="{9804A27C-857E-543F-939A-1EAC62361ED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1:notes">
            <a:extLst>
              <a:ext uri="{FF2B5EF4-FFF2-40B4-BE49-F238E27FC236}">
                <a16:creationId xmlns:a16="http://schemas.microsoft.com/office/drawing/2014/main" id="{174062F6-D795-79A2-6B8F-E1C14EF8E81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306638" y="801688"/>
            <a:ext cx="29479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3221125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8F81338F-0560-BC0D-24D3-51AB11E32B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:notes">
            <a:extLst>
              <a:ext uri="{FF2B5EF4-FFF2-40B4-BE49-F238E27FC236}">
                <a16:creationId xmlns:a16="http://schemas.microsoft.com/office/drawing/2014/main" id="{730B5EFE-BD68-3B2F-A704-9DA3DDF4D0A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1:notes">
            <a:extLst>
              <a:ext uri="{FF2B5EF4-FFF2-40B4-BE49-F238E27FC236}">
                <a16:creationId xmlns:a16="http://schemas.microsoft.com/office/drawing/2014/main" id="{C6980317-182F-5D34-1FAC-7BDE226EE3C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306638" y="801688"/>
            <a:ext cx="29479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0757935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AF0CAE59-514E-3B58-582A-7831CF61D2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:notes">
            <a:extLst>
              <a:ext uri="{FF2B5EF4-FFF2-40B4-BE49-F238E27FC236}">
                <a16:creationId xmlns:a16="http://schemas.microsoft.com/office/drawing/2014/main" id="{5513D6D3-528F-C635-FA5B-B47E628CFC3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1:notes">
            <a:extLst>
              <a:ext uri="{FF2B5EF4-FFF2-40B4-BE49-F238E27FC236}">
                <a16:creationId xmlns:a16="http://schemas.microsoft.com/office/drawing/2014/main" id="{BF44AD11-D1D1-7516-41D0-D087B81C397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306638" y="801688"/>
            <a:ext cx="29479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3745472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C4031F60-EBFA-46CD-FBC3-161A62162B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:notes">
            <a:extLst>
              <a:ext uri="{FF2B5EF4-FFF2-40B4-BE49-F238E27FC236}">
                <a16:creationId xmlns:a16="http://schemas.microsoft.com/office/drawing/2014/main" id="{EB2E3977-5BDA-B4DC-8949-111C8FEFD36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1:notes">
            <a:extLst>
              <a:ext uri="{FF2B5EF4-FFF2-40B4-BE49-F238E27FC236}">
                <a16:creationId xmlns:a16="http://schemas.microsoft.com/office/drawing/2014/main" id="{E1180F0D-5E87-39B4-2463-83B246ACE20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306638" y="801688"/>
            <a:ext cx="29479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2721091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BE487B81-9575-BC8A-28CD-7ECBC6813E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:notes">
            <a:extLst>
              <a:ext uri="{FF2B5EF4-FFF2-40B4-BE49-F238E27FC236}">
                <a16:creationId xmlns:a16="http://schemas.microsoft.com/office/drawing/2014/main" id="{C9F55127-B62F-3CC5-C463-578C712CC1E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1:notes">
            <a:extLst>
              <a:ext uri="{FF2B5EF4-FFF2-40B4-BE49-F238E27FC236}">
                <a16:creationId xmlns:a16="http://schemas.microsoft.com/office/drawing/2014/main" id="{3268E42D-4778-C6F4-19EC-754E74BCD17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306638" y="801688"/>
            <a:ext cx="29479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42813655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F3483BF3-6265-E0C0-ED4F-BD9B79AD99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:notes">
            <a:extLst>
              <a:ext uri="{FF2B5EF4-FFF2-40B4-BE49-F238E27FC236}">
                <a16:creationId xmlns:a16="http://schemas.microsoft.com/office/drawing/2014/main" id="{B1C1645E-32DC-4FBA-0223-ADC95150614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1:notes">
            <a:extLst>
              <a:ext uri="{FF2B5EF4-FFF2-40B4-BE49-F238E27FC236}">
                <a16:creationId xmlns:a16="http://schemas.microsoft.com/office/drawing/2014/main" id="{B53A39C7-0704-1657-8D32-D0277DBC386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306638" y="801688"/>
            <a:ext cx="29479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1456168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74000430-FC69-DAFD-8C7D-DE71BC1A62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:notes">
            <a:extLst>
              <a:ext uri="{FF2B5EF4-FFF2-40B4-BE49-F238E27FC236}">
                <a16:creationId xmlns:a16="http://schemas.microsoft.com/office/drawing/2014/main" id="{CB51AEA7-F889-1654-C4C4-2A4E1DCDDF0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1:notes">
            <a:extLst>
              <a:ext uri="{FF2B5EF4-FFF2-40B4-BE49-F238E27FC236}">
                <a16:creationId xmlns:a16="http://schemas.microsoft.com/office/drawing/2014/main" id="{9C0EDA8E-7312-628E-BE0D-C154BB0AAE9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306638" y="801688"/>
            <a:ext cx="29479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24560669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711E56A6-4E99-3C84-EE14-DD0F5BDC6C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:notes">
            <a:extLst>
              <a:ext uri="{FF2B5EF4-FFF2-40B4-BE49-F238E27FC236}">
                <a16:creationId xmlns:a16="http://schemas.microsoft.com/office/drawing/2014/main" id="{63D3B2B4-365B-32BD-B4A6-9F1B8E5BB8F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1:notes">
            <a:extLst>
              <a:ext uri="{FF2B5EF4-FFF2-40B4-BE49-F238E27FC236}">
                <a16:creationId xmlns:a16="http://schemas.microsoft.com/office/drawing/2014/main" id="{8E3F8E28-3EC7-0A68-B5EC-E4E1D6D32F5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306638" y="801688"/>
            <a:ext cx="29479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33838152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EC761EC1-6231-F36A-DB4E-B0F944DD3D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:notes">
            <a:extLst>
              <a:ext uri="{FF2B5EF4-FFF2-40B4-BE49-F238E27FC236}">
                <a16:creationId xmlns:a16="http://schemas.microsoft.com/office/drawing/2014/main" id="{F55E595B-7F2E-387C-C065-4951D40D08B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1:notes">
            <a:extLst>
              <a:ext uri="{FF2B5EF4-FFF2-40B4-BE49-F238E27FC236}">
                <a16:creationId xmlns:a16="http://schemas.microsoft.com/office/drawing/2014/main" id="{23BFE671-411D-61A5-8211-44086E448AA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306638" y="801688"/>
            <a:ext cx="29479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93969693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020311C1-5900-5A54-13EA-B9FCC20251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:notes">
            <a:extLst>
              <a:ext uri="{FF2B5EF4-FFF2-40B4-BE49-F238E27FC236}">
                <a16:creationId xmlns:a16="http://schemas.microsoft.com/office/drawing/2014/main" id="{BFDC68E5-42A9-D8CB-BEBC-6114259D28D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1:notes">
            <a:extLst>
              <a:ext uri="{FF2B5EF4-FFF2-40B4-BE49-F238E27FC236}">
                <a16:creationId xmlns:a16="http://schemas.microsoft.com/office/drawing/2014/main" id="{3EC66C5C-A586-57C4-3C0D-46D335FBD6B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306638" y="801688"/>
            <a:ext cx="29479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04583267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DA5BABD6-93A0-5D4E-C832-DB99B8833E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:notes">
            <a:extLst>
              <a:ext uri="{FF2B5EF4-FFF2-40B4-BE49-F238E27FC236}">
                <a16:creationId xmlns:a16="http://schemas.microsoft.com/office/drawing/2014/main" id="{AA576DB9-4724-54BC-814E-B4C6230A551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1:notes">
            <a:extLst>
              <a:ext uri="{FF2B5EF4-FFF2-40B4-BE49-F238E27FC236}">
                <a16:creationId xmlns:a16="http://schemas.microsoft.com/office/drawing/2014/main" id="{C9E59253-76E4-D518-7335-33210ACBABD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306638" y="801688"/>
            <a:ext cx="29479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50035547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6F2FD886-7F9B-32A6-76AB-60E6AD5E8C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:notes">
            <a:extLst>
              <a:ext uri="{FF2B5EF4-FFF2-40B4-BE49-F238E27FC236}">
                <a16:creationId xmlns:a16="http://schemas.microsoft.com/office/drawing/2014/main" id="{345C4944-56DF-AB10-BC0F-718A27D24F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1:notes">
            <a:extLst>
              <a:ext uri="{FF2B5EF4-FFF2-40B4-BE49-F238E27FC236}">
                <a16:creationId xmlns:a16="http://schemas.microsoft.com/office/drawing/2014/main" id="{80DC25F6-0CB9-4D32-FB84-48AE6570834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306638" y="801688"/>
            <a:ext cx="29479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78954155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4D7DFC36-36B7-C9BE-2F6F-D56285B583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:notes">
            <a:extLst>
              <a:ext uri="{FF2B5EF4-FFF2-40B4-BE49-F238E27FC236}">
                <a16:creationId xmlns:a16="http://schemas.microsoft.com/office/drawing/2014/main" id="{C1CDD3AC-BE0B-C59E-FBE2-EDDDA12363D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1:notes">
            <a:extLst>
              <a:ext uri="{FF2B5EF4-FFF2-40B4-BE49-F238E27FC236}">
                <a16:creationId xmlns:a16="http://schemas.microsoft.com/office/drawing/2014/main" id="{89EDBF59-9CB0-4375-31F4-E87536B145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306638" y="801688"/>
            <a:ext cx="29479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43997375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40368EBA-BF44-3805-EA5E-F386906231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:notes">
            <a:extLst>
              <a:ext uri="{FF2B5EF4-FFF2-40B4-BE49-F238E27FC236}">
                <a16:creationId xmlns:a16="http://schemas.microsoft.com/office/drawing/2014/main" id="{C08822B7-3D97-27B3-71D9-9232614CA54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1:notes">
            <a:extLst>
              <a:ext uri="{FF2B5EF4-FFF2-40B4-BE49-F238E27FC236}">
                <a16:creationId xmlns:a16="http://schemas.microsoft.com/office/drawing/2014/main" id="{3D9611D2-EB99-F727-73F3-F8B10023629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306638" y="801688"/>
            <a:ext cx="29479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96796837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99BDF884-5CA9-0901-1FF1-A38F77D7E5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:notes">
            <a:extLst>
              <a:ext uri="{FF2B5EF4-FFF2-40B4-BE49-F238E27FC236}">
                <a16:creationId xmlns:a16="http://schemas.microsoft.com/office/drawing/2014/main" id="{7783B4A7-64D7-A874-43D0-BF865464074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1:notes">
            <a:extLst>
              <a:ext uri="{FF2B5EF4-FFF2-40B4-BE49-F238E27FC236}">
                <a16:creationId xmlns:a16="http://schemas.microsoft.com/office/drawing/2014/main" id="{72CBFD64-4EF7-8E7C-9184-CB2189E0451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306638" y="801688"/>
            <a:ext cx="29479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79535829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6CBB0454-A91E-2D30-080D-4311209D6E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:notes">
            <a:extLst>
              <a:ext uri="{FF2B5EF4-FFF2-40B4-BE49-F238E27FC236}">
                <a16:creationId xmlns:a16="http://schemas.microsoft.com/office/drawing/2014/main" id="{AC3BE32B-F8F9-D332-8067-89A63EAC97C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1:notes">
            <a:extLst>
              <a:ext uri="{FF2B5EF4-FFF2-40B4-BE49-F238E27FC236}">
                <a16:creationId xmlns:a16="http://schemas.microsoft.com/office/drawing/2014/main" id="{8715D9AD-F1AD-3714-410F-A1FDC74F096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306638" y="801688"/>
            <a:ext cx="29479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79821683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A3CD1D20-26AD-8C1E-4E94-FBE12551BD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:notes">
            <a:extLst>
              <a:ext uri="{FF2B5EF4-FFF2-40B4-BE49-F238E27FC236}">
                <a16:creationId xmlns:a16="http://schemas.microsoft.com/office/drawing/2014/main" id="{745396F8-5B9F-AB7E-EBAD-06050DC6C1B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1:notes">
            <a:extLst>
              <a:ext uri="{FF2B5EF4-FFF2-40B4-BE49-F238E27FC236}">
                <a16:creationId xmlns:a16="http://schemas.microsoft.com/office/drawing/2014/main" id="{1485FDA7-F38C-6974-D47A-A470F782C06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306638" y="801688"/>
            <a:ext cx="29479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12579819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CA04F416-9110-491D-CF44-25EA4ED40F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:notes">
            <a:extLst>
              <a:ext uri="{FF2B5EF4-FFF2-40B4-BE49-F238E27FC236}">
                <a16:creationId xmlns:a16="http://schemas.microsoft.com/office/drawing/2014/main" id="{26AEE390-6EAE-A545-2951-CAFC5897C9F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1:notes">
            <a:extLst>
              <a:ext uri="{FF2B5EF4-FFF2-40B4-BE49-F238E27FC236}">
                <a16:creationId xmlns:a16="http://schemas.microsoft.com/office/drawing/2014/main" id="{5DC4ABF2-B10A-BB2F-DC41-9981CB0D3FC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306638" y="801688"/>
            <a:ext cx="29479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71809770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25D0C0EB-FBD1-3F57-67FF-63521BF89B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:notes">
            <a:extLst>
              <a:ext uri="{FF2B5EF4-FFF2-40B4-BE49-F238E27FC236}">
                <a16:creationId xmlns:a16="http://schemas.microsoft.com/office/drawing/2014/main" id="{5BD8617A-4D3D-2CAA-7B87-D1F97A6BD9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1:notes">
            <a:extLst>
              <a:ext uri="{FF2B5EF4-FFF2-40B4-BE49-F238E27FC236}">
                <a16:creationId xmlns:a16="http://schemas.microsoft.com/office/drawing/2014/main" id="{0AA5E157-1620-A801-C010-76F1B4C361E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306638" y="801688"/>
            <a:ext cx="29479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87866322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AB412BC7-A5CB-C9D5-8AEE-841AD7E71B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:notes">
            <a:extLst>
              <a:ext uri="{FF2B5EF4-FFF2-40B4-BE49-F238E27FC236}">
                <a16:creationId xmlns:a16="http://schemas.microsoft.com/office/drawing/2014/main" id="{920CC896-57F2-86A3-D893-3D6931D9273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1:notes">
            <a:extLst>
              <a:ext uri="{FF2B5EF4-FFF2-40B4-BE49-F238E27FC236}">
                <a16:creationId xmlns:a16="http://schemas.microsoft.com/office/drawing/2014/main" id="{3B2FB325-533E-5A1E-3AC1-42C0E749E8C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306638" y="801688"/>
            <a:ext cx="29479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85782376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567DF890-7DFB-C874-6B0D-4B4337E996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:notes">
            <a:extLst>
              <a:ext uri="{FF2B5EF4-FFF2-40B4-BE49-F238E27FC236}">
                <a16:creationId xmlns:a16="http://schemas.microsoft.com/office/drawing/2014/main" id="{E69E7D19-96F6-A653-CB21-EF30F1BEDC6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1:notes">
            <a:extLst>
              <a:ext uri="{FF2B5EF4-FFF2-40B4-BE49-F238E27FC236}">
                <a16:creationId xmlns:a16="http://schemas.microsoft.com/office/drawing/2014/main" id="{AC4AE736-42BA-C142-EE52-99811D32A51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306638" y="801688"/>
            <a:ext cx="29479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48976500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46E2B0CE-EA39-0EC4-8BDB-B536EF215B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:notes">
            <a:extLst>
              <a:ext uri="{FF2B5EF4-FFF2-40B4-BE49-F238E27FC236}">
                <a16:creationId xmlns:a16="http://schemas.microsoft.com/office/drawing/2014/main" id="{7E28C72A-1DC8-AED3-5390-AC1A7B94A2A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1:notes">
            <a:extLst>
              <a:ext uri="{FF2B5EF4-FFF2-40B4-BE49-F238E27FC236}">
                <a16:creationId xmlns:a16="http://schemas.microsoft.com/office/drawing/2014/main" id="{9D994CDF-FDF5-D09B-8062-0613EBF76A0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306638" y="801688"/>
            <a:ext cx="29479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32001068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E4C77A1A-5B15-AF29-105D-3AC1D7DBAD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:notes">
            <a:extLst>
              <a:ext uri="{FF2B5EF4-FFF2-40B4-BE49-F238E27FC236}">
                <a16:creationId xmlns:a16="http://schemas.microsoft.com/office/drawing/2014/main" id="{132BF8F9-21C8-BAA1-B882-82684456EF6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1:notes">
            <a:extLst>
              <a:ext uri="{FF2B5EF4-FFF2-40B4-BE49-F238E27FC236}">
                <a16:creationId xmlns:a16="http://schemas.microsoft.com/office/drawing/2014/main" id="{61ED1CED-44D1-1F5C-A47B-820593C5B33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306638" y="801688"/>
            <a:ext cx="29479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47795553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11DB14AF-6CDC-8423-DE9E-B01D6E2CC4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:notes">
            <a:extLst>
              <a:ext uri="{FF2B5EF4-FFF2-40B4-BE49-F238E27FC236}">
                <a16:creationId xmlns:a16="http://schemas.microsoft.com/office/drawing/2014/main" id="{863AFF03-F5FA-E653-1472-E5DE0D3C268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1:notes">
            <a:extLst>
              <a:ext uri="{FF2B5EF4-FFF2-40B4-BE49-F238E27FC236}">
                <a16:creationId xmlns:a16="http://schemas.microsoft.com/office/drawing/2014/main" id="{B7A0B24B-C261-8843-D6C7-FF9DE082AE7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306638" y="801688"/>
            <a:ext cx="29479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58293804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F7E303FF-C0D1-E8A7-552C-379AE96F29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:notes">
            <a:extLst>
              <a:ext uri="{FF2B5EF4-FFF2-40B4-BE49-F238E27FC236}">
                <a16:creationId xmlns:a16="http://schemas.microsoft.com/office/drawing/2014/main" id="{882E7E6D-C72A-AA25-6FF5-FD7A1151FE6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1:notes">
            <a:extLst>
              <a:ext uri="{FF2B5EF4-FFF2-40B4-BE49-F238E27FC236}">
                <a16:creationId xmlns:a16="http://schemas.microsoft.com/office/drawing/2014/main" id="{E029D1C1-F11B-A57C-C1E2-5D36D5725F3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306638" y="801688"/>
            <a:ext cx="29479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73839807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5EB5EC88-5726-9A4A-62BA-C11DD106AA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:notes">
            <a:extLst>
              <a:ext uri="{FF2B5EF4-FFF2-40B4-BE49-F238E27FC236}">
                <a16:creationId xmlns:a16="http://schemas.microsoft.com/office/drawing/2014/main" id="{E0A91528-8630-4A98-1293-AE916FF9C2E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1:notes">
            <a:extLst>
              <a:ext uri="{FF2B5EF4-FFF2-40B4-BE49-F238E27FC236}">
                <a16:creationId xmlns:a16="http://schemas.microsoft.com/office/drawing/2014/main" id="{7F44A593-B6FD-F5FA-7BAD-6824C9700A4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306638" y="801688"/>
            <a:ext cx="29479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41255660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16056CE2-11E7-740F-7D33-E1B4A92C11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:notes">
            <a:extLst>
              <a:ext uri="{FF2B5EF4-FFF2-40B4-BE49-F238E27FC236}">
                <a16:creationId xmlns:a16="http://schemas.microsoft.com/office/drawing/2014/main" id="{A2BE0C74-AD96-C2B7-2EFF-BB151C51FB4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1:notes">
            <a:extLst>
              <a:ext uri="{FF2B5EF4-FFF2-40B4-BE49-F238E27FC236}">
                <a16:creationId xmlns:a16="http://schemas.microsoft.com/office/drawing/2014/main" id="{AF6AE51E-8314-9B17-6EF0-8BC0AA368BD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306638" y="801688"/>
            <a:ext cx="29479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71721445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629A340B-768C-D502-6EA7-90065F1C74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:notes">
            <a:extLst>
              <a:ext uri="{FF2B5EF4-FFF2-40B4-BE49-F238E27FC236}">
                <a16:creationId xmlns:a16="http://schemas.microsoft.com/office/drawing/2014/main" id="{B3388FA0-C197-C2F1-0ECE-CF1B2B53CFA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1:notes">
            <a:extLst>
              <a:ext uri="{FF2B5EF4-FFF2-40B4-BE49-F238E27FC236}">
                <a16:creationId xmlns:a16="http://schemas.microsoft.com/office/drawing/2014/main" id="{28B5706C-4C15-DAB6-9EF3-EF8D8D6B59A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306638" y="801688"/>
            <a:ext cx="29479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61866519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8AD1A28D-D47A-BFE2-664E-6E0F746E03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:notes">
            <a:extLst>
              <a:ext uri="{FF2B5EF4-FFF2-40B4-BE49-F238E27FC236}">
                <a16:creationId xmlns:a16="http://schemas.microsoft.com/office/drawing/2014/main" id="{1D96F7C4-C5C6-0D48-ACBF-79F39A8D3F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1:notes">
            <a:extLst>
              <a:ext uri="{FF2B5EF4-FFF2-40B4-BE49-F238E27FC236}">
                <a16:creationId xmlns:a16="http://schemas.microsoft.com/office/drawing/2014/main" id="{CC7014D0-8721-ACBD-02BF-D0AB8F3E6B8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306638" y="801688"/>
            <a:ext cx="29479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42182477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97D6CF43-8597-043A-6724-7B8E6A046E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:notes">
            <a:extLst>
              <a:ext uri="{FF2B5EF4-FFF2-40B4-BE49-F238E27FC236}">
                <a16:creationId xmlns:a16="http://schemas.microsoft.com/office/drawing/2014/main" id="{0B292417-F19E-E288-8E7F-3184820875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1:notes">
            <a:extLst>
              <a:ext uri="{FF2B5EF4-FFF2-40B4-BE49-F238E27FC236}">
                <a16:creationId xmlns:a16="http://schemas.microsoft.com/office/drawing/2014/main" id="{EC21AF8E-C83E-5273-E7E9-A31D9CC6E97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306638" y="801688"/>
            <a:ext cx="29479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1931908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CF48056D-2580-2DEA-FDBC-D289DF87D0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:notes">
            <a:extLst>
              <a:ext uri="{FF2B5EF4-FFF2-40B4-BE49-F238E27FC236}">
                <a16:creationId xmlns:a16="http://schemas.microsoft.com/office/drawing/2014/main" id="{70757154-A680-EE75-19ED-B5F5E479145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1:notes">
            <a:extLst>
              <a:ext uri="{FF2B5EF4-FFF2-40B4-BE49-F238E27FC236}">
                <a16:creationId xmlns:a16="http://schemas.microsoft.com/office/drawing/2014/main" id="{D8390459-977A-0340-A75F-B528C427C68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306638" y="801688"/>
            <a:ext cx="29479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63845146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B7F7609D-1BEF-FB6C-FE34-0301E60E1A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:notes">
            <a:extLst>
              <a:ext uri="{FF2B5EF4-FFF2-40B4-BE49-F238E27FC236}">
                <a16:creationId xmlns:a16="http://schemas.microsoft.com/office/drawing/2014/main" id="{0AA6A448-1ED9-2726-E643-AA19031F656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1:notes">
            <a:extLst>
              <a:ext uri="{FF2B5EF4-FFF2-40B4-BE49-F238E27FC236}">
                <a16:creationId xmlns:a16="http://schemas.microsoft.com/office/drawing/2014/main" id="{15657EAD-7725-6DB4-18E7-85C4CF394D9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306638" y="801688"/>
            <a:ext cx="29479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05344150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AE5C9427-8217-49DD-F996-D75B1FDFB5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:notes">
            <a:extLst>
              <a:ext uri="{FF2B5EF4-FFF2-40B4-BE49-F238E27FC236}">
                <a16:creationId xmlns:a16="http://schemas.microsoft.com/office/drawing/2014/main" id="{60C66343-F471-5FB2-94A9-70B4D9B7245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1:notes">
            <a:extLst>
              <a:ext uri="{FF2B5EF4-FFF2-40B4-BE49-F238E27FC236}">
                <a16:creationId xmlns:a16="http://schemas.microsoft.com/office/drawing/2014/main" id="{64FE5A5C-EC3F-C4DC-F84A-AD3EFE967C5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306638" y="801688"/>
            <a:ext cx="29479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76195966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0C560297-B245-DF3B-079F-95D0016A25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:notes">
            <a:extLst>
              <a:ext uri="{FF2B5EF4-FFF2-40B4-BE49-F238E27FC236}">
                <a16:creationId xmlns:a16="http://schemas.microsoft.com/office/drawing/2014/main" id="{0268636F-96A3-AFAD-6BDB-7A7E584CD60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1:notes">
            <a:extLst>
              <a:ext uri="{FF2B5EF4-FFF2-40B4-BE49-F238E27FC236}">
                <a16:creationId xmlns:a16="http://schemas.microsoft.com/office/drawing/2014/main" id="{C6B06697-E8CA-636C-1711-21EE04C82FD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306638" y="801688"/>
            <a:ext cx="29479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74344353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CAD36CD8-AE0D-5103-AEE4-A79D27476D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:notes">
            <a:extLst>
              <a:ext uri="{FF2B5EF4-FFF2-40B4-BE49-F238E27FC236}">
                <a16:creationId xmlns:a16="http://schemas.microsoft.com/office/drawing/2014/main" id="{EFBDB527-BADC-8118-05DE-671B0BD7A7C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1:notes">
            <a:extLst>
              <a:ext uri="{FF2B5EF4-FFF2-40B4-BE49-F238E27FC236}">
                <a16:creationId xmlns:a16="http://schemas.microsoft.com/office/drawing/2014/main" id="{4AD54A02-111D-F466-13C9-C7319578168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306638" y="801688"/>
            <a:ext cx="29479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63428352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66398B71-1C23-4221-AF65-39912F876F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:notes">
            <a:extLst>
              <a:ext uri="{FF2B5EF4-FFF2-40B4-BE49-F238E27FC236}">
                <a16:creationId xmlns:a16="http://schemas.microsoft.com/office/drawing/2014/main" id="{AF7292D4-C8FB-9D3D-438D-F7561F7995A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1:notes">
            <a:extLst>
              <a:ext uri="{FF2B5EF4-FFF2-40B4-BE49-F238E27FC236}">
                <a16:creationId xmlns:a16="http://schemas.microsoft.com/office/drawing/2014/main" id="{7239D7E9-83E2-E95A-0DED-930A87D0FC1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306638" y="801688"/>
            <a:ext cx="29479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23826795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FDEEDD5A-268E-EE55-BE74-FED31897E6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:notes">
            <a:extLst>
              <a:ext uri="{FF2B5EF4-FFF2-40B4-BE49-F238E27FC236}">
                <a16:creationId xmlns:a16="http://schemas.microsoft.com/office/drawing/2014/main" id="{C0369A52-1F65-26F5-E409-16D1616987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1:notes">
            <a:extLst>
              <a:ext uri="{FF2B5EF4-FFF2-40B4-BE49-F238E27FC236}">
                <a16:creationId xmlns:a16="http://schemas.microsoft.com/office/drawing/2014/main" id="{C96B3443-4C2C-562D-7A75-6A0202596CC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306638" y="801688"/>
            <a:ext cx="29479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26098063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3D59C612-9267-83CA-03BB-63DFF99F9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:notes">
            <a:extLst>
              <a:ext uri="{FF2B5EF4-FFF2-40B4-BE49-F238E27FC236}">
                <a16:creationId xmlns:a16="http://schemas.microsoft.com/office/drawing/2014/main" id="{A693A76A-FEBD-BC28-7B88-14889EB756C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1:notes">
            <a:extLst>
              <a:ext uri="{FF2B5EF4-FFF2-40B4-BE49-F238E27FC236}">
                <a16:creationId xmlns:a16="http://schemas.microsoft.com/office/drawing/2014/main" id="{25DE95ED-6230-E275-8FC8-8868F8E75B8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306638" y="801688"/>
            <a:ext cx="29479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12731568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BAE8422C-5DA0-A1B8-0FF3-13D3B1DEB9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:notes">
            <a:extLst>
              <a:ext uri="{FF2B5EF4-FFF2-40B4-BE49-F238E27FC236}">
                <a16:creationId xmlns:a16="http://schemas.microsoft.com/office/drawing/2014/main" id="{24CBF2E7-B9AE-455B-F508-7ED74E5E57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1:notes">
            <a:extLst>
              <a:ext uri="{FF2B5EF4-FFF2-40B4-BE49-F238E27FC236}">
                <a16:creationId xmlns:a16="http://schemas.microsoft.com/office/drawing/2014/main" id="{817065CD-4D4D-D259-B995-E6E78D4374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306638" y="801688"/>
            <a:ext cx="29479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44718396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8E9975F7-127C-DFED-E0C7-5B94F426E8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:notes">
            <a:extLst>
              <a:ext uri="{FF2B5EF4-FFF2-40B4-BE49-F238E27FC236}">
                <a16:creationId xmlns:a16="http://schemas.microsoft.com/office/drawing/2014/main" id="{6970BD4A-EF81-F44D-84A1-05D2C4CD2C6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1:notes">
            <a:extLst>
              <a:ext uri="{FF2B5EF4-FFF2-40B4-BE49-F238E27FC236}">
                <a16:creationId xmlns:a16="http://schemas.microsoft.com/office/drawing/2014/main" id="{2050B320-2367-CBCB-42C1-2A62018EAFA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306638" y="801688"/>
            <a:ext cx="29479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58449103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77FBBF9C-C329-EF91-6A0E-4253C375B1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:notes">
            <a:extLst>
              <a:ext uri="{FF2B5EF4-FFF2-40B4-BE49-F238E27FC236}">
                <a16:creationId xmlns:a16="http://schemas.microsoft.com/office/drawing/2014/main" id="{74781903-A061-1436-9869-BC03B5BD1F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1:notes">
            <a:extLst>
              <a:ext uri="{FF2B5EF4-FFF2-40B4-BE49-F238E27FC236}">
                <a16:creationId xmlns:a16="http://schemas.microsoft.com/office/drawing/2014/main" id="{F124F8B6-1DF4-0CC8-2E61-450A728B773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306638" y="801688"/>
            <a:ext cx="29479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47984287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0B2B20AD-E84F-5CB1-DACF-BB7D018517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:notes">
            <a:extLst>
              <a:ext uri="{FF2B5EF4-FFF2-40B4-BE49-F238E27FC236}">
                <a16:creationId xmlns:a16="http://schemas.microsoft.com/office/drawing/2014/main" id="{57AFFABC-A5AB-B7AA-E7C0-0D834F06EED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1:notes">
            <a:extLst>
              <a:ext uri="{FF2B5EF4-FFF2-40B4-BE49-F238E27FC236}">
                <a16:creationId xmlns:a16="http://schemas.microsoft.com/office/drawing/2014/main" id="{D4AEBA1F-E974-BC98-996C-64C55315255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306638" y="801688"/>
            <a:ext cx="29479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96380968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F5336523-226A-0A16-368F-F5875DB0D2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:notes">
            <a:extLst>
              <a:ext uri="{FF2B5EF4-FFF2-40B4-BE49-F238E27FC236}">
                <a16:creationId xmlns:a16="http://schemas.microsoft.com/office/drawing/2014/main" id="{C6B7C5A5-718B-AB87-0F6B-B9DE2917BA8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1:notes">
            <a:extLst>
              <a:ext uri="{FF2B5EF4-FFF2-40B4-BE49-F238E27FC236}">
                <a16:creationId xmlns:a16="http://schemas.microsoft.com/office/drawing/2014/main" id="{F5B797FC-6ED8-1D9F-E507-4D8D204D0E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306638" y="801688"/>
            <a:ext cx="29479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56097236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8A2A9D23-EFC0-A8A1-7F7C-139FF91F7A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:notes">
            <a:extLst>
              <a:ext uri="{FF2B5EF4-FFF2-40B4-BE49-F238E27FC236}">
                <a16:creationId xmlns:a16="http://schemas.microsoft.com/office/drawing/2014/main" id="{ABD3A1C4-57E2-26AF-B9D5-821FCE1CBF0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1:notes">
            <a:extLst>
              <a:ext uri="{FF2B5EF4-FFF2-40B4-BE49-F238E27FC236}">
                <a16:creationId xmlns:a16="http://schemas.microsoft.com/office/drawing/2014/main" id="{A955348E-C8F0-54E8-5C52-35CD702A03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306638" y="801688"/>
            <a:ext cx="29479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07387599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7E3B4A6C-D9FC-C2D4-84E4-6E8D66AE6C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:notes">
            <a:extLst>
              <a:ext uri="{FF2B5EF4-FFF2-40B4-BE49-F238E27FC236}">
                <a16:creationId xmlns:a16="http://schemas.microsoft.com/office/drawing/2014/main" id="{FCEA9FF5-86E2-634E-0B09-95DD5876EEC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1:notes">
            <a:extLst>
              <a:ext uri="{FF2B5EF4-FFF2-40B4-BE49-F238E27FC236}">
                <a16:creationId xmlns:a16="http://schemas.microsoft.com/office/drawing/2014/main" id="{03094BA3-20EE-A095-E6C0-A96300A42AF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306638" y="801688"/>
            <a:ext cx="29479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98034914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CDCEE1A9-42C5-CC0A-D76E-801C47C615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:notes">
            <a:extLst>
              <a:ext uri="{FF2B5EF4-FFF2-40B4-BE49-F238E27FC236}">
                <a16:creationId xmlns:a16="http://schemas.microsoft.com/office/drawing/2014/main" id="{BFA7333B-0A46-A600-3521-9DE5FA2C381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1:notes">
            <a:extLst>
              <a:ext uri="{FF2B5EF4-FFF2-40B4-BE49-F238E27FC236}">
                <a16:creationId xmlns:a16="http://schemas.microsoft.com/office/drawing/2014/main" id="{C07E1087-D79D-03A2-09A5-715AE44446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306638" y="801688"/>
            <a:ext cx="29479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96486206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043B2947-6A81-FFAC-D60F-1D277A8B3C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:notes">
            <a:extLst>
              <a:ext uri="{FF2B5EF4-FFF2-40B4-BE49-F238E27FC236}">
                <a16:creationId xmlns:a16="http://schemas.microsoft.com/office/drawing/2014/main" id="{DC6EC2EE-C195-5035-7FE6-C4B55082392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1:notes">
            <a:extLst>
              <a:ext uri="{FF2B5EF4-FFF2-40B4-BE49-F238E27FC236}">
                <a16:creationId xmlns:a16="http://schemas.microsoft.com/office/drawing/2014/main" id="{07A9EFA0-EF88-9934-DE10-62E31AB505A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306638" y="801688"/>
            <a:ext cx="29479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05589746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7F129FF3-6D54-EEAE-A61E-F253EAC2B1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:notes">
            <a:extLst>
              <a:ext uri="{FF2B5EF4-FFF2-40B4-BE49-F238E27FC236}">
                <a16:creationId xmlns:a16="http://schemas.microsoft.com/office/drawing/2014/main" id="{D518E365-5ADD-4E8E-BA8A-37970A3E3FB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1:notes">
            <a:extLst>
              <a:ext uri="{FF2B5EF4-FFF2-40B4-BE49-F238E27FC236}">
                <a16:creationId xmlns:a16="http://schemas.microsoft.com/office/drawing/2014/main" id="{CF2A509E-AD33-C16D-284C-93C1741AC3E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306638" y="801688"/>
            <a:ext cx="29479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63265912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1C8D582E-2C4B-6E1C-72BA-DF793A795C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:notes">
            <a:extLst>
              <a:ext uri="{FF2B5EF4-FFF2-40B4-BE49-F238E27FC236}">
                <a16:creationId xmlns:a16="http://schemas.microsoft.com/office/drawing/2014/main" id="{125D513B-4024-068D-5717-9730C08F7A4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1:notes">
            <a:extLst>
              <a:ext uri="{FF2B5EF4-FFF2-40B4-BE49-F238E27FC236}">
                <a16:creationId xmlns:a16="http://schemas.microsoft.com/office/drawing/2014/main" id="{700070FD-3F45-1DBE-0289-BF4773C036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306638" y="801688"/>
            <a:ext cx="29479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9615405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283FE260-30C6-87F2-C531-CD2CBA5E36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:notes">
            <a:extLst>
              <a:ext uri="{FF2B5EF4-FFF2-40B4-BE49-F238E27FC236}">
                <a16:creationId xmlns:a16="http://schemas.microsoft.com/office/drawing/2014/main" id="{11D7EB91-943F-79A4-5A67-2D3BB0E0F60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1:notes">
            <a:extLst>
              <a:ext uri="{FF2B5EF4-FFF2-40B4-BE49-F238E27FC236}">
                <a16:creationId xmlns:a16="http://schemas.microsoft.com/office/drawing/2014/main" id="{2DF47E51-4E79-92E7-C12E-B89CE57FC6B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306638" y="801688"/>
            <a:ext cx="29479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30437853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E0B813E8-44B2-44D7-E752-B209FEA9FE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:notes">
            <a:extLst>
              <a:ext uri="{FF2B5EF4-FFF2-40B4-BE49-F238E27FC236}">
                <a16:creationId xmlns:a16="http://schemas.microsoft.com/office/drawing/2014/main" id="{E05C9930-8E77-B0E4-4613-64C8B3717A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1:notes">
            <a:extLst>
              <a:ext uri="{FF2B5EF4-FFF2-40B4-BE49-F238E27FC236}">
                <a16:creationId xmlns:a16="http://schemas.microsoft.com/office/drawing/2014/main" id="{E3BFBD72-016C-5E28-33F5-35DF392F4A5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306638" y="801688"/>
            <a:ext cx="29479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24160659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881D36EA-576F-BAE3-F40F-45CA8B89F1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:notes">
            <a:extLst>
              <a:ext uri="{FF2B5EF4-FFF2-40B4-BE49-F238E27FC236}">
                <a16:creationId xmlns:a16="http://schemas.microsoft.com/office/drawing/2014/main" id="{C63726D3-B27B-1193-7897-7A0623A5CC6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1:notes">
            <a:extLst>
              <a:ext uri="{FF2B5EF4-FFF2-40B4-BE49-F238E27FC236}">
                <a16:creationId xmlns:a16="http://schemas.microsoft.com/office/drawing/2014/main" id="{11F88C10-3001-B545-A957-8F6D0FFA7AB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306638" y="801688"/>
            <a:ext cx="29479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91963793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7901A6C6-022E-9CFF-C894-C69232A435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:notes">
            <a:extLst>
              <a:ext uri="{FF2B5EF4-FFF2-40B4-BE49-F238E27FC236}">
                <a16:creationId xmlns:a16="http://schemas.microsoft.com/office/drawing/2014/main" id="{2861F4C2-279A-AF1B-57F1-6482383532F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1:notes">
            <a:extLst>
              <a:ext uri="{FF2B5EF4-FFF2-40B4-BE49-F238E27FC236}">
                <a16:creationId xmlns:a16="http://schemas.microsoft.com/office/drawing/2014/main" id="{80539C88-8568-1506-C61B-AA8FE77952E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306638" y="801688"/>
            <a:ext cx="29479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04631062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6A67950F-860D-7EBD-E97E-A7263231BB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:notes">
            <a:extLst>
              <a:ext uri="{FF2B5EF4-FFF2-40B4-BE49-F238E27FC236}">
                <a16:creationId xmlns:a16="http://schemas.microsoft.com/office/drawing/2014/main" id="{7A0A1A2A-0F84-F622-EC54-C0B6F68980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1:notes">
            <a:extLst>
              <a:ext uri="{FF2B5EF4-FFF2-40B4-BE49-F238E27FC236}">
                <a16:creationId xmlns:a16="http://schemas.microsoft.com/office/drawing/2014/main" id="{5EEEF7CE-8511-6D3B-6FED-81F493E10FD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306638" y="801688"/>
            <a:ext cx="29479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73211717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A0F07C1D-CF14-F174-2F8D-99447EDCA0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:notes">
            <a:extLst>
              <a:ext uri="{FF2B5EF4-FFF2-40B4-BE49-F238E27FC236}">
                <a16:creationId xmlns:a16="http://schemas.microsoft.com/office/drawing/2014/main" id="{C9AB4F2A-8122-F439-871F-6B223B3C788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1:notes">
            <a:extLst>
              <a:ext uri="{FF2B5EF4-FFF2-40B4-BE49-F238E27FC236}">
                <a16:creationId xmlns:a16="http://schemas.microsoft.com/office/drawing/2014/main" id="{59D21845-DD44-9476-BB1F-F66E17A83F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306638" y="801688"/>
            <a:ext cx="29479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67048027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3526E827-C2E6-9DF2-F1E3-9AB46F7828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:notes">
            <a:extLst>
              <a:ext uri="{FF2B5EF4-FFF2-40B4-BE49-F238E27FC236}">
                <a16:creationId xmlns:a16="http://schemas.microsoft.com/office/drawing/2014/main" id="{317D5EA9-E6AC-20B6-1016-CF20EBC1E61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1:notes">
            <a:extLst>
              <a:ext uri="{FF2B5EF4-FFF2-40B4-BE49-F238E27FC236}">
                <a16:creationId xmlns:a16="http://schemas.microsoft.com/office/drawing/2014/main" id="{7AD60244-8DFA-8558-1667-7536BE35D5B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306638" y="801688"/>
            <a:ext cx="29479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19349960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1CE86C22-250A-D190-D489-A86AA8614C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:notes">
            <a:extLst>
              <a:ext uri="{FF2B5EF4-FFF2-40B4-BE49-F238E27FC236}">
                <a16:creationId xmlns:a16="http://schemas.microsoft.com/office/drawing/2014/main" id="{485258FA-8D41-5E71-BD17-356AA6942F2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1:notes">
            <a:extLst>
              <a:ext uri="{FF2B5EF4-FFF2-40B4-BE49-F238E27FC236}">
                <a16:creationId xmlns:a16="http://schemas.microsoft.com/office/drawing/2014/main" id="{1B61C1DF-EDB0-8596-5FF9-EE41E91E167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306638" y="801688"/>
            <a:ext cx="29479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53564965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8C0ACBC4-E6AC-EF5D-4C56-43B5686BD7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:notes">
            <a:extLst>
              <a:ext uri="{FF2B5EF4-FFF2-40B4-BE49-F238E27FC236}">
                <a16:creationId xmlns:a16="http://schemas.microsoft.com/office/drawing/2014/main" id="{60C031FF-38FD-DD8C-7EF2-58AEC844822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1:notes">
            <a:extLst>
              <a:ext uri="{FF2B5EF4-FFF2-40B4-BE49-F238E27FC236}">
                <a16:creationId xmlns:a16="http://schemas.microsoft.com/office/drawing/2014/main" id="{6CBBD1DF-FFB7-D29B-9BA6-5D9592D349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306638" y="801688"/>
            <a:ext cx="29479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74460434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624A6B34-641B-5071-6457-5753BAFE7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:notes">
            <a:extLst>
              <a:ext uri="{FF2B5EF4-FFF2-40B4-BE49-F238E27FC236}">
                <a16:creationId xmlns:a16="http://schemas.microsoft.com/office/drawing/2014/main" id="{DABF8FF5-337E-31C4-AFD6-1C9A46E9214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1:notes">
            <a:extLst>
              <a:ext uri="{FF2B5EF4-FFF2-40B4-BE49-F238E27FC236}">
                <a16:creationId xmlns:a16="http://schemas.microsoft.com/office/drawing/2014/main" id="{B281DD37-16C5-7C47-715B-45E9C9699A5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306638" y="801688"/>
            <a:ext cx="29479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65526779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7539DDD4-7541-0D73-4651-6B709EF70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:notes">
            <a:extLst>
              <a:ext uri="{FF2B5EF4-FFF2-40B4-BE49-F238E27FC236}">
                <a16:creationId xmlns:a16="http://schemas.microsoft.com/office/drawing/2014/main" id="{73A17660-89D2-CEC5-19CB-A1DFC14DAB3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1:notes">
            <a:extLst>
              <a:ext uri="{FF2B5EF4-FFF2-40B4-BE49-F238E27FC236}">
                <a16:creationId xmlns:a16="http://schemas.microsoft.com/office/drawing/2014/main" id="{7CDA72A3-AD71-CA74-B43D-1B48807D6B4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306638" y="801688"/>
            <a:ext cx="29479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02902469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AEBE1DB0-F554-2852-E07E-85EA1F6AB3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:notes">
            <a:extLst>
              <a:ext uri="{FF2B5EF4-FFF2-40B4-BE49-F238E27FC236}">
                <a16:creationId xmlns:a16="http://schemas.microsoft.com/office/drawing/2014/main" id="{DC3C1F08-B4FD-78A8-A912-3068AF6A32E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1:notes">
            <a:extLst>
              <a:ext uri="{FF2B5EF4-FFF2-40B4-BE49-F238E27FC236}">
                <a16:creationId xmlns:a16="http://schemas.microsoft.com/office/drawing/2014/main" id="{29DFACCC-A477-E782-966D-4CDE49FEB12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306638" y="801688"/>
            <a:ext cx="29479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44889822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521C6532-3F85-62E8-7E72-ACFCA598C7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:notes">
            <a:extLst>
              <a:ext uri="{FF2B5EF4-FFF2-40B4-BE49-F238E27FC236}">
                <a16:creationId xmlns:a16="http://schemas.microsoft.com/office/drawing/2014/main" id="{B79079B1-E61C-ADE7-012B-408D371DF08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1:notes">
            <a:extLst>
              <a:ext uri="{FF2B5EF4-FFF2-40B4-BE49-F238E27FC236}">
                <a16:creationId xmlns:a16="http://schemas.microsoft.com/office/drawing/2014/main" id="{B461B9E3-D94C-8A01-1C08-ABFAEF55E4F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306638" y="801688"/>
            <a:ext cx="29479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54204252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674E5E59-8DDA-0597-C54E-499E036564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:notes">
            <a:extLst>
              <a:ext uri="{FF2B5EF4-FFF2-40B4-BE49-F238E27FC236}">
                <a16:creationId xmlns:a16="http://schemas.microsoft.com/office/drawing/2014/main" id="{0C5B7EDF-C60A-58FC-60DA-32406515359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1:notes">
            <a:extLst>
              <a:ext uri="{FF2B5EF4-FFF2-40B4-BE49-F238E27FC236}">
                <a16:creationId xmlns:a16="http://schemas.microsoft.com/office/drawing/2014/main" id="{A0FEB10D-D80B-BD91-306C-C1594EC0483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306638" y="801688"/>
            <a:ext cx="29479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01897264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5EA0DA49-3BE7-59E5-BECE-0BF0FB7215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:notes">
            <a:extLst>
              <a:ext uri="{FF2B5EF4-FFF2-40B4-BE49-F238E27FC236}">
                <a16:creationId xmlns:a16="http://schemas.microsoft.com/office/drawing/2014/main" id="{CDEDD289-4551-BA58-DA3B-42C41BD56E8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1:notes">
            <a:extLst>
              <a:ext uri="{FF2B5EF4-FFF2-40B4-BE49-F238E27FC236}">
                <a16:creationId xmlns:a16="http://schemas.microsoft.com/office/drawing/2014/main" id="{AB026A65-E0D1-3625-DEF2-EC8D9836B80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306638" y="801688"/>
            <a:ext cx="29479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66503892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8A3FDC73-E4D7-9424-04E8-EE564D4301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:notes">
            <a:extLst>
              <a:ext uri="{FF2B5EF4-FFF2-40B4-BE49-F238E27FC236}">
                <a16:creationId xmlns:a16="http://schemas.microsoft.com/office/drawing/2014/main" id="{F37FD2CE-FF73-DE53-A270-887B59CADE6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1:notes">
            <a:extLst>
              <a:ext uri="{FF2B5EF4-FFF2-40B4-BE49-F238E27FC236}">
                <a16:creationId xmlns:a16="http://schemas.microsoft.com/office/drawing/2014/main" id="{C07E05D9-2C43-4D0D-4F09-980E7D2A9EE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306638" y="801688"/>
            <a:ext cx="29479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79086965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5A023D29-513A-6650-EF9C-5AC8592B3A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:notes">
            <a:extLst>
              <a:ext uri="{FF2B5EF4-FFF2-40B4-BE49-F238E27FC236}">
                <a16:creationId xmlns:a16="http://schemas.microsoft.com/office/drawing/2014/main" id="{DEBEB5DB-ED6D-B9D7-4D3E-78EE51B3EA8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1:notes">
            <a:extLst>
              <a:ext uri="{FF2B5EF4-FFF2-40B4-BE49-F238E27FC236}">
                <a16:creationId xmlns:a16="http://schemas.microsoft.com/office/drawing/2014/main" id="{5A70E1D5-0413-2BE6-1756-29A9D3E69FA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306638" y="801688"/>
            <a:ext cx="29479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28065390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3D2F8C75-971D-CCB3-23EA-D859642503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:notes">
            <a:extLst>
              <a:ext uri="{FF2B5EF4-FFF2-40B4-BE49-F238E27FC236}">
                <a16:creationId xmlns:a16="http://schemas.microsoft.com/office/drawing/2014/main" id="{4BA3F8C0-773D-D78A-D8DF-127527A32A0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1:notes">
            <a:extLst>
              <a:ext uri="{FF2B5EF4-FFF2-40B4-BE49-F238E27FC236}">
                <a16:creationId xmlns:a16="http://schemas.microsoft.com/office/drawing/2014/main" id="{028BE63D-EAB9-0617-7D8C-EE835DF88DC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306638" y="801688"/>
            <a:ext cx="29479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34580290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66D54A30-8E44-755D-9FBF-2CF5D92BB8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:notes">
            <a:extLst>
              <a:ext uri="{FF2B5EF4-FFF2-40B4-BE49-F238E27FC236}">
                <a16:creationId xmlns:a16="http://schemas.microsoft.com/office/drawing/2014/main" id="{A1195CD3-F15A-25AE-0A5B-48B991678D6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1:notes">
            <a:extLst>
              <a:ext uri="{FF2B5EF4-FFF2-40B4-BE49-F238E27FC236}">
                <a16:creationId xmlns:a16="http://schemas.microsoft.com/office/drawing/2014/main" id="{888D2DFB-4F9C-180E-C615-33A18E9DC85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306638" y="801688"/>
            <a:ext cx="29479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70967972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505EC750-D688-8F58-0C70-FF4EE98003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:notes">
            <a:extLst>
              <a:ext uri="{FF2B5EF4-FFF2-40B4-BE49-F238E27FC236}">
                <a16:creationId xmlns:a16="http://schemas.microsoft.com/office/drawing/2014/main" id="{6C6E8EF4-F037-8FC7-DE14-C943DB47E2D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1:notes">
            <a:extLst>
              <a:ext uri="{FF2B5EF4-FFF2-40B4-BE49-F238E27FC236}">
                <a16:creationId xmlns:a16="http://schemas.microsoft.com/office/drawing/2014/main" id="{C147EF5B-AF27-7FD3-1B06-951139D9D78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306638" y="801688"/>
            <a:ext cx="29479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73369267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B37FCB89-ACDE-CBD3-E623-8C91144C8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:notes">
            <a:extLst>
              <a:ext uri="{FF2B5EF4-FFF2-40B4-BE49-F238E27FC236}">
                <a16:creationId xmlns:a16="http://schemas.microsoft.com/office/drawing/2014/main" id="{78CE5DCA-0FF1-0E2A-2811-FB3F0D31C09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1:notes">
            <a:extLst>
              <a:ext uri="{FF2B5EF4-FFF2-40B4-BE49-F238E27FC236}">
                <a16:creationId xmlns:a16="http://schemas.microsoft.com/office/drawing/2014/main" id="{407234E3-CD58-A273-5DA3-48F3F3E045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306638" y="801688"/>
            <a:ext cx="29479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62240326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A063E012-28A0-FAA8-A03F-3E283EE673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:notes">
            <a:extLst>
              <a:ext uri="{FF2B5EF4-FFF2-40B4-BE49-F238E27FC236}">
                <a16:creationId xmlns:a16="http://schemas.microsoft.com/office/drawing/2014/main" id="{1B976F30-59DC-D28C-E0D7-3004508765E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1:notes">
            <a:extLst>
              <a:ext uri="{FF2B5EF4-FFF2-40B4-BE49-F238E27FC236}">
                <a16:creationId xmlns:a16="http://schemas.microsoft.com/office/drawing/2014/main" id="{9CB0CFB2-648F-1B4E-783D-B1FF92C7AC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306638" y="801688"/>
            <a:ext cx="29479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1845922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EC044FC5-BA57-00D4-12C1-7367318D43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:notes">
            <a:extLst>
              <a:ext uri="{FF2B5EF4-FFF2-40B4-BE49-F238E27FC236}">
                <a16:creationId xmlns:a16="http://schemas.microsoft.com/office/drawing/2014/main" id="{2ECB590B-2899-3338-9122-F92386DE24D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1:notes">
            <a:extLst>
              <a:ext uri="{FF2B5EF4-FFF2-40B4-BE49-F238E27FC236}">
                <a16:creationId xmlns:a16="http://schemas.microsoft.com/office/drawing/2014/main" id="{61197BC3-E645-E094-FEDA-4A501B57F81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306638" y="801688"/>
            <a:ext cx="29479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62151970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A019B84D-8AD8-4184-34F5-E13DB10507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:notes">
            <a:extLst>
              <a:ext uri="{FF2B5EF4-FFF2-40B4-BE49-F238E27FC236}">
                <a16:creationId xmlns:a16="http://schemas.microsoft.com/office/drawing/2014/main" id="{5EF2E77C-9986-2668-DD39-9F44555F26D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1:notes">
            <a:extLst>
              <a:ext uri="{FF2B5EF4-FFF2-40B4-BE49-F238E27FC236}">
                <a16:creationId xmlns:a16="http://schemas.microsoft.com/office/drawing/2014/main" id="{892B41CE-DC45-36E0-087C-60E82FF8AA5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306638" y="801688"/>
            <a:ext cx="29479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32697978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9A3B7020-5333-D436-7A0D-2E5FF0AFC0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:notes">
            <a:extLst>
              <a:ext uri="{FF2B5EF4-FFF2-40B4-BE49-F238E27FC236}">
                <a16:creationId xmlns:a16="http://schemas.microsoft.com/office/drawing/2014/main" id="{8441AACA-6E9D-2380-3656-1448A7FF9AE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1:notes">
            <a:extLst>
              <a:ext uri="{FF2B5EF4-FFF2-40B4-BE49-F238E27FC236}">
                <a16:creationId xmlns:a16="http://schemas.microsoft.com/office/drawing/2014/main" id="{6F7FD61C-BA5C-84E7-B167-686B5D9928F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306638" y="801688"/>
            <a:ext cx="29479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18828014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0FD00AD1-1FC8-BC25-C05A-307984F68F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:notes">
            <a:extLst>
              <a:ext uri="{FF2B5EF4-FFF2-40B4-BE49-F238E27FC236}">
                <a16:creationId xmlns:a16="http://schemas.microsoft.com/office/drawing/2014/main" id="{DE89ACCE-C075-D677-AB5B-D3FCA794D4D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1:notes">
            <a:extLst>
              <a:ext uri="{FF2B5EF4-FFF2-40B4-BE49-F238E27FC236}">
                <a16:creationId xmlns:a16="http://schemas.microsoft.com/office/drawing/2014/main" id="{7182A432-DA77-D3C6-B03A-EE7A13250B7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306638" y="801688"/>
            <a:ext cx="29479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0459098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3E5FFF15-7D50-3F8D-1DE8-575E19AF8E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:notes">
            <a:extLst>
              <a:ext uri="{FF2B5EF4-FFF2-40B4-BE49-F238E27FC236}">
                <a16:creationId xmlns:a16="http://schemas.microsoft.com/office/drawing/2014/main" id="{DA68EAFA-6196-9DD3-B5CF-2BCC1DD5C2D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1:notes">
            <a:extLst>
              <a:ext uri="{FF2B5EF4-FFF2-40B4-BE49-F238E27FC236}">
                <a16:creationId xmlns:a16="http://schemas.microsoft.com/office/drawing/2014/main" id="{1DBA760A-F605-66B1-EA5B-1BACEE8F89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306638" y="801688"/>
            <a:ext cx="29479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2410424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1F48DE06-DFE2-8B76-C30B-EF5E9C6D97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:notes">
            <a:extLst>
              <a:ext uri="{FF2B5EF4-FFF2-40B4-BE49-F238E27FC236}">
                <a16:creationId xmlns:a16="http://schemas.microsoft.com/office/drawing/2014/main" id="{3DAB5A7F-55B9-1912-A719-A3919806E80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1:notes">
            <a:extLst>
              <a:ext uri="{FF2B5EF4-FFF2-40B4-BE49-F238E27FC236}">
                <a16:creationId xmlns:a16="http://schemas.microsoft.com/office/drawing/2014/main" id="{E4114D46-30F2-E207-9D14-A0F92AA2620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306638" y="801688"/>
            <a:ext cx="29479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99480217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26400BDC-EFEC-1750-A094-6392436589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:notes">
            <a:extLst>
              <a:ext uri="{FF2B5EF4-FFF2-40B4-BE49-F238E27FC236}">
                <a16:creationId xmlns:a16="http://schemas.microsoft.com/office/drawing/2014/main" id="{7A946EE5-0738-4533-BA37-F57F0D013C1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1:notes">
            <a:extLst>
              <a:ext uri="{FF2B5EF4-FFF2-40B4-BE49-F238E27FC236}">
                <a16:creationId xmlns:a16="http://schemas.microsoft.com/office/drawing/2014/main" id="{2123EABD-A990-B2A1-749B-1D76915CD3F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306638" y="801688"/>
            <a:ext cx="29479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71372893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B8CA89BB-88AA-C4E6-9304-91E13C330D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:notes">
            <a:extLst>
              <a:ext uri="{FF2B5EF4-FFF2-40B4-BE49-F238E27FC236}">
                <a16:creationId xmlns:a16="http://schemas.microsoft.com/office/drawing/2014/main" id="{2B59562B-921C-25BE-E40D-45DAAD226EF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1:notes">
            <a:extLst>
              <a:ext uri="{FF2B5EF4-FFF2-40B4-BE49-F238E27FC236}">
                <a16:creationId xmlns:a16="http://schemas.microsoft.com/office/drawing/2014/main" id="{E1AB21DD-9F71-A371-4C07-6CE346A7A85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306638" y="801688"/>
            <a:ext cx="29479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40429815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1655EAD8-A82A-8BF8-1AFA-A69E6EAC74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:notes">
            <a:extLst>
              <a:ext uri="{FF2B5EF4-FFF2-40B4-BE49-F238E27FC236}">
                <a16:creationId xmlns:a16="http://schemas.microsoft.com/office/drawing/2014/main" id="{463BBBE5-F326-70BB-8556-2F0DFE3F3C6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1:notes">
            <a:extLst>
              <a:ext uri="{FF2B5EF4-FFF2-40B4-BE49-F238E27FC236}">
                <a16:creationId xmlns:a16="http://schemas.microsoft.com/office/drawing/2014/main" id="{B103E26A-72A8-179E-D338-EEBDB207E2A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306638" y="801688"/>
            <a:ext cx="29479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45711968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AEC73C78-B85D-C06F-C136-1AED3DF79D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:notes">
            <a:extLst>
              <a:ext uri="{FF2B5EF4-FFF2-40B4-BE49-F238E27FC236}">
                <a16:creationId xmlns:a16="http://schemas.microsoft.com/office/drawing/2014/main" id="{0539400B-E6EA-ADD8-027D-55BF8184246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1:notes">
            <a:extLst>
              <a:ext uri="{FF2B5EF4-FFF2-40B4-BE49-F238E27FC236}">
                <a16:creationId xmlns:a16="http://schemas.microsoft.com/office/drawing/2014/main" id="{82015478-9BF0-61F5-8E42-6A36302731C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306638" y="801688"/>
            <a:ext cx="29479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76877307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C2EEA4FD-E4BC-9EFF-BF6B-9911D1E84F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:notes">
            <a:extLst>
              <a:ext uri="{FF2B5EF4-FFF2-40B4-BE49-F238E27FC236}">
                <a16:creationId xmlns:a16="http://schemas.microsoft.com/office/drawing/2014/main" id="{5E684883-D3C1-5E7B-87A2-958C98DE2D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1:notes">
            <a:extLst>
              <a:ext uri="{FF2B5EF4-FFF2-40B4-BE49-F238E27FC236}">
                <a16:creationId xmlns:a16="http://schemas.microsoft.com/office/drawing/2014/main" id="{88F7CC9B-3F3F-4D4B-E3FC-4E1D970B26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306638" y="801688"/>
            <a:ext cx="29479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23812548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EDE6720F-7B4E-81C6-EA59-1F9BFB71AE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:notes">
            <a:extLst>
              <a:ext uri="{FF2B5EF4-FFF2-40B4-BE49-F238E27FC236}">
                <a16:creationId xmlns:a16="http://schemas.microsoft.com/office/drawing/2014/main" id="{124025F1-CBCB-411E-0140-449316FB6FE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1:notes">
            <a:extLst>
              <a:ext uri="{FF2B5EF4-FFF2-40B4-BE49-F238E27FC236}">
                <a16:creationId xmlns:a16="http://schemas.microsoft.com/office/drawing/2014/main" id="{B3A7C0E6-CBD1-A727-B01D-1F7C1AA90AA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306638" y="801688"/>
            <a:ext cx="29479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611625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over Content" type="twoObjOverTx">
  <p:cSld name="TWO_OBJECTS_OVER_TEXT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18"/>
          <p:cNvSpPr txBox="1">
            <a:spLocks noGrp="1"/>
          </p:cNvSpPr>
          <p:nvPr>
            <p:ph type="title"/>
          </p:nvPr>
        </p:nvSpPr>
        <p:spPr>
          <a:xfrm>
            <a:off x="414000" y="449280"/>
            <a:ext cx="7450560" cy="1880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18"/>
          <p:cNvSpPr txBox="1">
            <a:spLocks noGrp="1"/>
          </p:cNvSpPr>
          <p:nvPr>
            <p:ph type="body" idx="1"/>
          </p:nvPr>
        </p:nvSpPr>
        <p:spPr>
          <a:xfrm>
            <a:off x="414000" y="2636640"/>
            <a:ext cx="421920" cy="33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" name="Google Shape;16;p118"/>
          <p:cNvSpPr txBox="1">
            <a:spLocks noGrp="1"/>
          </p:cNvSpPr>
          <p:nvPr>
            <p:ph type="body" idx="2"/>
          </p:nvPr>
        </p:nvSpPr>
        <p:spPr>
          <a:xfrm>
            <a:off x="857520" y="2636640"/>
            <a:ext cx="421920" cy="33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" name="Google Shape;17;p118"/>
          <p:cNvSpPr txBox="1">
            <a:spLocks noGrp="1"/>
          </p:cNvSpPr>
          <p:nvPr>
            <p:ph type="body" idx="3"/>
          </p:nvPr>
        </p:nvSpPr>
        <p:spPr>
          <a:xfrm>
            <a:off x="414000" y="3006720"/>
            <a:ext cx="865080" cy="33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118"/>
          <p:cNvSpPr txBox="1">
            <a:spLocks noGrp="1"/>
          </p:cNvSpPr>
          <p:nvPr>
            <p:ph type="ftr" idx="11"/>
          </p:nvPr>
        </p:nvSpPr>
        <p:spPr>
          <a:xfrm>
            <a:off x="2742840" y="10443960"/>
            <a:ext cx="2786760" cy="591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18"/>
          <p:cNvSpPr txBox="1">
            <a:spLocks noGrp="1"/>
          </p:cNvSpPr>
          <p:nvPr>
            <p:ph type="sldNum" idx="12"/>
          </p:nvPr>
        </p:nvSpPr>
        <p:spPr>
          <a:xfrm>
            <a:off x="5848200" y="10443960"/>
            <a:ext cx="1855080" cy="591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090"/>
              <a:buFont typeface="Calibri"/>
              <a:buNone/>
              <a:defRPr sz="109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090"/>
              <a:buFont typeface="Calibri"/>
              <a:buNone/>
              <a:defRPr sz="109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090"/>
              <a:buFont typeface="Calibri"/>
              <a:buNone/>
              <a:defRPr sz="109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090"/>
              <a:buFont typeface="Calibri"/>
              <a:buNone/>
              <a:defRPr sz="109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090"/>
              <a:buFont typeface="Calibri"/>
              <a:buNone/>
              <a:defRPr sz="109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090"/>
              <a:buFont typeface="Calibri"/>
              <a:buNone/>
              <a:defRPr sz="109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090"/>
              <a:buFont typeface="Calibri"/>
              <a:buNone/>
              <a:defRPr sz="109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090"/>
              <a:buFont typeface="Calibri"/>
              <a:buNone/>
              <a:defRPr sz="109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090"/>
              <a:buFont typeface="Calibri"/>
              <a:buNone/>
              <a:defRPr sz="109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  <p:sp>
        <p:nvSpPr>
          <p:cNvPr id="20" name="Google Shape;20;p118"/>
          <p:cNvSpPr txBox="1">
            <a:spLocks noGrp="1"/>
          </p:cNvSpPr>
          <p:nvPr>
            <p:ph type="dt" idx="10"/>
          </p:nvPr>
        </p:nvSpPr>
        <p:spPr>
          <a:xfrm>
            <a:off x="569160" y="10443960"/>
            <a:ext cx="1855080" cy="591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x">
  <p:cSld name="TITLE_AND_BOD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20"/>
          <p:cNvSpPr txBox="1">
            <a:spLocks noGrp="1"/>
          </p:cNvSpPr>
          <p:nvPr>
            <p:ph type="title"/>
          </p:nvPr>
        </p:nvSpPr>
        <p:spPr>
          <a:xfrm>
            <a:off x="414000" y="449280"/>
            <a:ext cx="7450560" cy="1880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20"/>
          <p:cNvSpPr txBox="1">
            <a:spLocks noGrp="1"/>
          </p:cNvSpPr>
          <p:nvPr>
            <p:ph type="subTitle" idx="1"/>
          </p:nvPr>
        </p:nvSpPr>
        <p:spPr>
          <a:xfrm>
            <a:off x="414000" y="2079360"/>
            <a:ext cx="865080" cy="18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120"/>
          <p:cNvSpPr txBox="1">
            <a:spLocks noGrp="1"/>
          </p:cNvSpPr>
          <p:nvPr>
            <p:ph type="ftr" idx="11"/>
          </p:nvPr>
        </p:nvSpPr>
        <p:spPr>
          <a:xfrm>
            <a:off x="2742840" y="10443960"/>
            <a:ext cx="2786760" cy="591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20"/>
          <p:cNvSpPr txBox="1">
            <a:spLocks noGrp="1"/>
          </p:cNvSpPr>
          <p:nvPr>
            <p:ph type="sldNum" idx="12"/>
          </p:nvPr>
        </p:nvSpPr>
        <p:spPr>
          <a:xfrm>
            <a:off x="5848200" y="10443960"/>
            <a:ext cx="1855080" cy="591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090"/>
              <a:buFont typeface="Calibri"/>
              <a:buNone/>
              <a:defRPr sz="109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090"/>
              <a:buFont typeface="Calibri"/>
              <a:buNone/>
              <a:defRPr sz="109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090"/>
              <a:buFont typeface="Calibri"/>
              <a:buNone/>
              <a:defRPr sz="109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090"/>
              <a:buFont typeface="Calibri"/>
              <a:buNone/>
              <a:defRPr sz="109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090"/>
              <a:buFont typeface="Calibri"/>
              <a:buNone/>
              <a:defRPr sz="109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090"/>
              <a:buFont typeface="Calibri"/>
              <a:buNone/>
              <a:defRPr sz="109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090"/>
              <a:buFont typeface="Calibri"/>
              <a:buNone/>
              <a:defRPr sz="109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090"/>
              <a:buFont typeface="Calibri"/>
              <a:buNone/>
              <a:defRPr sz="109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090"/>
              <a:buFont typeface="Calibri"/>
              <a:buNone/>
              <a:defRPr sz="109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  <p:sp>
        <p:nvSpPr>
          <p:cNvPr id="30" name="Google Shape;30;p120"/>
          <p:cNvSpPr txBox="1">
            <a:spLocks noGrp="1"/>
          </p:cNvSpPr>
          <p:nvPr>
            <p:ph type="dt" idx="10"/>
          </p:nvPr>
        </p:nvSpPr>
        <p:spPr>
          <a:xfrm>
            <a:off x="569160" y="10443960"/>
            <a:ext cx="1855080" cy="591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" type="obj">
  <p:cSld name="OBJECT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21"/>
          <p:cNvSpPr txBox="1">
            <a:spLocks noGrp="1"/>
          </p:cNvSpPr>
          <p:nvPr>
            <p:ph type="title"/>
          </p:nvPr>
        </p:nvSpPr>
        <p:spPr>
          <a:xfrm>
            <a:off x="414000" y="449280"/>
            <a:ext cx="7450560" cy="1880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21"/>
          <p:cNvSpPr txBox="1">
            <a:spLocks noGrp="1"/>
          </p:cNvSpPr>
          <p:nvPr>
            <p:ph type="body" idx="1"/>
          </p:nvPr>
        </p:nvSpPr>
        <p:spPr>
          <a:xfrm>
            <a:off x="414000" y="2636640"/>
            <a:ext cx="865080" cy="708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4" name="Google Shape;34;p121"/>
          <p:cNvSpPr txBox="1">
            <a:spLocks noGrp="1"/>
          </p:cNvSpPr>
          <p:nvPr>
            <p:ph type="ftr" idx="11"/>
          </p:nvPr>
        </p:nvSpPr>
        <p:spPr>
          <a:xfrm>
            <a:off x="2742840" y="10443960"/>
            <a:ext cx="2786760" cy="591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21"/>
          <p:cNvSpPr txBox="1">
            <a:spLocks noGrp="1"/>
          </p:cNvSpPr>
          <p:nvPr>
            <p:ph type="sldNum" idx="12"/>
          </p:nvPr>
        </p:nvSpPr>
        <p:spPr>
          <a:xfrm>
            <a:off x="5848200" y="10443960"/>
            <a:ext cx="1855080" cy="591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090"/>
              <a:buFont typeface="Calibri"/>
              <a:buNone/>
              <a:defRPr sz="109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090"/>
              <a:buFont typeface="Calibri"/>
              <a:buNone/>
              <a:defRPr sz="109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090"/>
              <a:buFont typeface="Calibri"/>
              <a:buNone/>
              <a:defRPr sz="109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090"/>
              <a:buFont typeface="Calibri"/>
              <a:buNone/>
              <a:defRPr sz="109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090"/>
              <a:buFont typeface="Calibri"/>
              <a:buNone/>
              <a:defRPr sz="109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090"/>
              <a:buFont typeface="Calibri"/>
              <a:buNone/>
              <a:defRPr sz="109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090"/>
              <a:buFont typeface="Calibri"/>
              <a:buNone/>
              <a:defRPr sz="109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090"/>
              <a:buFont typeface="Calibri"/>
              <a:buNone/>
              <a:defRPr sz="109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090"/>
              <a:buFont typeface="Calibri"/>
              <a:buNone/>
              <a:defRPr sz="109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  <p:sp>
        <p:nvSpPr>
          <p:cNvPr id="36" name="Google Shape;36;p121"/>
          <p:cNvSpPr txBox="1">
            <a:spLocks noGrp="1"/>
          </p:cNvSpPr>
          <p:nvPr>
            <p:ph type="dt" idx="10"/>
          </p:nvPr>
        </p:nvSpPr>
        <p:spPr>
          <a:xfrm>
            <a:off x="569160" y="10443960"/>
            <a:ext cx="1855080" cy="591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" type="twoObj">
  <p:cSld name="TWO_OBJECT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22"/>
          <p:cNvSpPr txBox="1">
            <a:spLocks noGrp="1"/>
          </p:cNvSpPr>
          <p:nvPr>
            <p:ph type="title"/>
          </p:nvPr>
        </p:nvSpPr>
        <p:spPr>
          <a:xfrm>
            <a:off x="414000" y="449280"/>
            <a:ext cx="7450560" cy="1880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22"/>
          <p:cNvSpPr txBox="1">
            <a:spLocks noGrp="1"/>
          </p:cNvSpPr>
          <p:nvPr>
            <p:ph type="body" idx="1"/>
          </p:nvPr>
        </p:nvSpPr>
        <p:spPr>
          <a:xfrm>
            <a:off x="414000" y="2636640"/>
            <a:ext cx="421920" cy="708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122"/>
          <p:cNvSpPr txBox="1">
            <a:spLocks noGrp="1"/>
          </p:cNvSpPr>
          <p:nvPr>
            <p:ph type="body" idx="2"/>
          </p:nvPr>
        </p:nvSpPr>
        <p:spPr>
          <a:xfrm>
            <a:off x="857520" y="2636640"/>
            <a:ext cx="421920" cy="708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122"/>
          <p:cNvSpPr txBox="1">
            <a:spLocks noGrp="1"/>
          </p:cNvSpPr>
          <p:nvPr>
            <p:ph type="ftr" idx="11"/>
          </p:nvPr>
        </p:nvSpPr>
        <p:spPr>
          <a:xfrm>
            <a:off x="2742840" y="10443960"/>
            <a:ext cx="2786760" cy="591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22"/>
          <p:cNvSpPr txBox="1">
            <a:spLocks noGrp="1"/>
          </p:cNvSpPr>
          <p:nvPr>
            <p:ph type="sldNum" idx="12"/>
          </p:nvPr>
        </p:nvSpPr>
        <p:spPr>
          <a:xfrm>
            <a:off x="5848200" y="10443960"/>
            <a:ext cx="1855080" cy="591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090"/>
              <a:buFont typeface="Calibri"/>
              <a:buNone/>
              <a:defRPr sz="109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090"/>
              <a:buFont typeface="Calibri"/>
              <a:buNone/>
              <a:defRPr sz="109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090"/>
              <a:buFont typeface="Calibri"/>
              <a:buNone/>
              <a:defRPr sz="109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090"/>
              <a:buFont typeface="Calibri"/>
              <a:buNone/>
              <a:defRPr sz="109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090"/>
              <a:buFont typeface="Calibri"/>
              <a:buNone/>
              <a:defRPr sz="109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090"/>
              <a:buFont typeface="Calibri"/>
              <a:buNone/>
              <a:defRPr sz="109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090"/>
              <a:buFont typeface="Calibri"/>
              <a:buNone/>
              <a:defRPr sz="109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090"/>
              <a:buFont typeface="Calibri"/>
              <a:buNone/>
              <a:defRPr sz="109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090"/>
              <a:buFont typeface="Calibri"/>
              <a:buNone/>
              <a:defRPr sz="109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  <p:sp>
        <p:nvSpPr>
          <p:cNvPr id="43" name="Google Shape;43;p122"/>
          <p:cNvSpPr txBox="1">
            <a:spLocks noGrp="1"/>
          </p:cNvSpPr>
          <p:nvPr>
            <p:ph type="dt" idx="10"/>
          </p:nvPr>
        </p:nvSpPr>
        <p:spPr>
          <a:xfrm>
            <a:off x="569160" y="10443960"/>
            <a:ext cx="1855080" cy="591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23"/>
          <p:cNvSpPr txBox="1">
            <a:spLocks noGrp="1"/>
          </p:cNvSpPr>
          <p:nvPr>
            <p:ph type="title"/>
          </p:nvPr>
        </p:nvSpPr>
        <p:spPr>
          <a:xfrm>
            <a:off x="414000" y="449280"/>
            <a:ext cx="7450560" cy="1880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23"/>
          <p:cNvSpPr txBox="1">
            <a:spLocks noGrp="1"/>
          </p:cNvSpPr>
          <p:nvPr>
            <p:ph type="ftr" idx="11"/>
          </p:nvPr>
        </p:nvSpPr>
        <p:spPr>
          <a:xfrm>
            <a:off x="2742840" y="10443960"/>
            <a:ext cx="2786760" cy="591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23"/>
          <p:cNvSpPr txBox="1">
            <a:spLocks noGrp="1"/>
          </p:cNvSpPr>
          <p:nvPr>
            <p:ph type="sldNum" idx="12"/>
          </p:nvPr>
        </p:nvSpPr>
        <p:spPr>
          <a:xfrm>
            <a:off x="5848200" y="10443960"/>
            <a:ext cx="1855080" cy="591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090"/>
              <a:buFont typeface="Calibri"/>
              <a:buNone/>
              <a:defRPr sz="109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090"/>
              <a:buFont typeface="Calibri"/>
              <a:buNone/>
              <a:defRPr sz="109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090"/>
              <a:buFont typeface="Calibri"/>
              <a:buNone/>
              <a:defRPr sz="109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090"/>
              <a:buFont typeface="Calibri"/>
              <a:buNone/>
              <a:defRPr sz="109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090"/>
              <a:buFont typeface="Calibri"/>
              <a:buNone/>
              <a:defRPr sz="109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090"/>
              <a:buFont typeface="Calibri"/>
              <a:buNone/>
              <a:defRPr sz="109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090"/>
              <a:buFont typeface="Calibri"/>
              <a:buNone/>
              <a:defRPr sz="109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090"/>
              <a:buFont typeface="Calibri"/>
              <a:buNone/>
              <a:defRPr sz="109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090"/>
              <a:buFont typeface="Calibri"/>
              <a:buNone/>
              <a:defRPr sz="109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  <p:sp>
        <p:nvSpPr>
          <p:cNvPr id="48" name="Google Shape;48;p123"/>
          <p:cNvSpPr txBox="1">
            <a:spLocks noGrp="1"/>
          </p:cNvSpPr>
          <p:nvPr>
            <p:ph type="dt" idx="10"/>
          </p:nvPr>
        </p:nvSpPr>
        <p:spPr>
          <a:xfrm>
            <a:off x="569160" y="10443960"/>
            <a:ext cx="1855080" cy="591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entered Text" type="objOnly">
  <p:cSld name="OBJECT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4"/>
          <p:cNvSpPr txBox="1">
            <a:spLocks noGrp="1"/>
          </p:cNvSpPr>
          <p:nvPr>
            <p:ph type="subTitle" idx="1"/>
          </p:nvPr>
        </p:nvSpPr>
        <p:spPr>
          <a:xfrm>
            <a:off x="414000" y="449280"/>
            <a:ext cx="7450560" cy="8717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24"/>
          <p:cNvSpPr txBox="1">
            <a:spLocks noGrp="1"/>
          </p:cNvSpPr>
          <p:nvPr>
            <p:ph type="ftr" idx="11"/>
          </p:nvPr>
        </p:nvSpPr>
        <p:spPr>
          <a:xfrm>
            <a:off x="2742840" y="10443960"/>
            <a:ext cx="2786760" cy="591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4"/>
          <p:cNvSpPr txBox="1">
            <a:spLocks noGrp="1"/>
          </p:cNvSpPr>
          <p:nvPr>
            <p:ph type="sldNum" idx="12"/>
          </p:nvPr>
        </p:nvSpPr>
        <p:spPr>
          <a:xfrm>
            <a:off x="5848200" y="10443960"/>
            <a:ext cx="1855080" cy="591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090"/>
              <a:buFont typeface="Calibri"/>
              <a:buNone/>
              <a:defRPr sz="109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090"/>
              <a:buFont typeface="Calibri"/>
              <a:buNone/>
              <a:defRPr sz="109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090"/>
              <a:buFont typeface="Calibri"/>
              <a:buNone/>
              <a:defRPr sz="109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090"/>
              <a:buFont typeface="Calibri"/>
              <a:buNone/>
              <a:defRPr sz="109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090"/>
              <a:buFont typeface="Calibri"/>
              <a:buNone/>
              <a:defRPr sz="109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090"/>
              <a:buFont typeface="Calibri"/>
              <a:buNone/>
              <a:defRPr sz="109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090"/>
              <a:buFont typeface="Calibri"/>
              <a:buNone/>
              <a:defRPr sz="109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090"/>
              <a:buFont typeface="Calibri"/>
              <a:buNone/>
              <a:defRPr sz="109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090"/>
              <a:buFont typeface="Calibri"/>
              <a:buNone/>
              <a:defRPr sz="109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  <p:sp>
        <p:nvSpPr>
          <p:cNvPr id="53" name="Google Shape;53;p124"/>
          <p:cNvSpPr txBox="1">
            <a:spLocks noGrp="1"/>
          </p:cNvSpPr>
          <p:nvPr>
            <p:ph type="dt" idx="10"/>
          </p:nvPr>
        </p:nvSpPr>
        <p:spPr>
          <a:xfrm>
            <a:off x="569160" y="10443960"/>
            <a:ext cx="1855080" cy="591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and Content" type="twoObjAndObj">
  <p:cSld name="TWO_OBJECTS_AND_OBJEC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25"/>
          <p:cNvSpPr txBox="1">
            <a:spLocks noGrp="1"/>
          </p:cNvSpPr>
          <p:nvPr>
            <p:ph type="title"/>
          </p:nvPr>
        </p:nvSpPr>
        <p:spPr>
          <a:xfrm>
            <a:off x="414000" y="449280"/>
            <a:ext cx="7450560" cy="1880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25"/>
          <p:cNvSpPr txBox="1">
            <a:spLocks noGrp="1"/>
          </p:cNvSpPr>
          <p:nvPr>
            <p:ph type="body" idx="1"/>
          </p:nvPr>
        </p:nvSpPr>
        <p:spPr>
          <a:xfrm>
            <a:off x="414000" y="2636640"/>
            <a:ext cx="421920" cy="33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7" name="Google Shape;57;p125"/>
          <p:cNvSpPr txBox="1">
            <a:spLocks noGrp="1"/>
          </p:cNvSpPr>
          <p:nvPr>
            <p:ph type="body" idx="2"/>
          </p:nvPr>
        </p:nvSpPr>
        <p:spPr>
          <a:xfrm>
            <a:off x="857520" y="2636640"/>
            <a:ext cx="421920" cy="708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8" name="Google Shape;58;p125"/>
          <p:cNvSpPr txBox="1">
            <a:spLocks noGrp="1"/>
          </p:cNvSpPr>
          <p:nvPr>
            <p:ph type="body" idx="3"/>
          </p:nvPr>
        </p:nvSpPr>
        <p:spPr>
          <a:xfrm>
            <a:off x="414000" y="3006720"/>
            <a:ext cx="421920" cy="33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25"/>
          <p:cNvSpPr txBox="1">
            <a:spLocks noGrp="1"/>
          </p:cNvSpPr>
          <p:nvPr>
            <p:ph type="ftr" idx="11"/>
          </p:nvPr>
        </p:nvSpPr>
        <p:spPr>
          <a:xfrm>
            <a:off x="2742840" y="10443960"/>
            <a:ext cx="2786760" cy="591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25"/>
          <p:cNvSpPr txBox="1">
            <a:spLocks noGrp="1"/>
          </p:cNvSpPr>
          <p:nvPr>
            <p:ph type="sldNum" idx="12"/>
          </p:nvPr>
        </p:nvSpPr>
        <p:spPr>
          <a:xfrm>
            <a:off x="5848200" y="10443960"/>
            <a:ext cx="1855080" cy="591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090"/>
              <a:buFont typeface="Calibri"/>
              <a:buNone/>
              <a:defRPr sz="109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090"/>
              <a:buFont typeface="Calibri"/>
              <a:buNone/>
              <a:defRPr sz="109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090"/>
              <a:buFont typeface="Calibri"/>
              <a:buNone/>
              <a:defRPr sz="109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090"/>
              <a:buFont typeface="Calibri"/>
              <a:buNone/>
              <a:defRPr sz="109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090"/>
              <a:buFont typeface="Calibri"/>
              <a:buNone/>
              <a:defRPr sz="109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090"/>
              <a:buFont typeface="Calibri"/>
              <a:buNone/>
              <a:defRPr sz="109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090"/>
              <a:buFont typeface="Calibri"/>
              <a:buNone/>
              <a:defRPr sz="109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090"/>
              <a:buFont typeface="Calibri"/>
              <a:buNone/>
              <a:defRPr sz="109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090"/>
              <a:buFont typeface="Calibri"/>
              <a:buNone/>
              <a:defRPr sz="109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  <p:sp>
        <p:nvSpPr>
          <p:cNvPr id="61" name="Google Shape;61;p125"/>
          <p:cNvSpPr txBox="1">
            <a:spLocks noGrp="1"/>
          </p:cNvSpPr>
          <p:nvPr>
            <p:ph type="dt" idx="10"/>
          </p:nvPr>
        </p:nvSpPr>
        <p:spPr>
          <a:xfrm>
            <a:off x="569160" y="10443960"/>
            <a:ext cx="1855080" cy="591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Content and 2 Content" type="objAndTwoObj">
  <p:cSld name="OBJECT_AND_TWO_OBJECTS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26"/>
          <p:cNvSpPr txBox="1">
            <a:spLocks noGrp="1"/>
          </p:cNvSpPr>
          <p:nvPr>
            <p:ph type="title"/>
          </p:nvPr>
        </p:nvSpPr>
        <p:spPr>
          <a:xfrm>
            <a:off x="414000" y="449280"/>
            <a:ext cx="7450560" cy="1880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26"/>
          <p:cNvSpPr txBox="1">
            <a:spLocks noGrp="1"/>
          </p:cNvSpPr>
          <p:nvPr>
            <p:ph type="body" idx="1"/>
          </p:nvPr>
        </p:nvSpPr>
        <p:spPr>
          <a:xfrm>
            <a:off x="414000" y="2636640"/>
            <a:ext cx="421920" cy="708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5" name="Google Shape;65;p126"/>
          <p:cNvSpPr txBox="1">
            <a:spLocks noGrp="1"/>
          </p:cNvSpPr>
          <p:nvPr>
            <p:ph type="body" idx="2"/>
          </p:nvPr>
        </p:nvSpPr>
        <p:spPr>
          <a:xfrm>
            <a:off x="857520" y="2636640"/>
            <a:ext cx="421920" cy="33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6" name="Google Shape;66;p126"/>
          <p:cNvSpPr txBox="1">
            <a:spLocks noGrp="1"/>
          </p:cNvSpPr>
          <p:nvPr>
            <p:ph type="body" idx="3"/>
          </p:nvPr>
        </p:nvSpPr>
        <p:spPr>
          <a:xfrm>
            <a:off x="857520" y="3006720"/>
            <a:ext cx="421920" cy="33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7" name="Google Shape;67;p126"/>
          <p:cNvSpPr txBox="1">
            <a:spLocks noGrp="1"/>
          </p:cNvSpPr>
          <p:nvPr>
            <p:ph type="ftr" idx="11"/>
          </p:nvPr>
        </p:nvSpPr>
        <p:spPr>
          <a:xfrm>
            <a:off x="2742840" y="10443960"/>
            <a:ext cx="2786760" cy="591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26"/>
          <p:cNvSpPr txBox="1">
            <a:spLocks noGrp="1"/>
          </p:cNvSpPr>
          <p:nvPr>
            <p:ph type="sldNum" idx="12"/>
          </p:nvPr>
        </p:nvSpPr>
        <p:spPr>
          <a:xfrm>
            <a:off x="5848200" y="10443960"/>
            <a:ext cx="1855080" cy="591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090"/>
              <a:buFont typeface="Calibri"/>
              <a:buNone/>
              <a:defRPr sz="109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090"/>
              <a:buFont typeface="Calibri"/>
              <a:buNone/>
              <a:defRPr sz="109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090"/>
              <a:buFont typeface="Calibri"/>
              <a:buNone/>
              <a:defRPr sz="109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090"/>
              <a:buFont typeface="Calibri"/>
              <a:buNone/>
              <a:defRPr sz="109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090"/>
              <a:buFont typeface="Calibri"/>
              <a:buNone/>
              <a:defRPr sz="109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090"/>
              <a:buFont typeface="Calibri"/>
              <a:buNone/>
              <a:defRPr sz="109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090"/>
              <a:buFont typeface="Calibri"/>
              <a:buNone/>
              <a:defRPr sz="109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090"/>
              <a:buFont typeface="Calibri"/>
              <a:buNone/>
              <a:defRPr sz="109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090"/>
              <a:buFont typeface="Calibri"/>
              <a:buNone/>
              <a:defRPr sz="109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  <p:sp>
        <p:nvSpPr>
          <p:cNvPr id="69" name="Google Shape;69;p126"/>
          <p:cNvSpPr txBox="1">
            <a:spLocks noGrp="1"/>
          </p:cNvSpPr>
          <p:nvPr>
            <p:ph type="dt" idx="10"/>
          </p:nvPr>
        </p:nvSpPr>
        <p:spPr>
          <a:xfrm>
            <a:off x="569160" y="10443960"/>
            <a:ext cx="1855080" cy="591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 over Content" type="objOverTx">
  <p:cSld name="OBJECT_OVER_TEX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27"/>
          <p:cNvSpPr txBox="1">
            <a:spLocks noGrp="1"/>
          </p:cNvSpPr>
          <p:nvPr>
            <p:ph type="title"/>
          </p:nvPr>
        </p:nvSpPr>
        <p:spPr>
          <a:xfrm>
            <a:off x="414000" y="449280"/>
            <a:ext cx="7450560" cy="1880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27"/>
          <p:cNvSpPr txBox="1">
            <a:spLocks noGrp="1"/>
          </p:cNvSpPr>
          <p:nvPr>
            <p:ph type="body" idx="1"/>
          </p:nvPr>
        </p:nvSpPr>
        <p:spPr>
          <a:xfrm>
            <a:off x="414000" y="2636640"/>
            <a:ext cx="865080" cy="33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3" name="Google Shape;73;p127"/>
          <p:cNvSpPr txBox="1">
            <a:spLocks noGrp="1"/>
          </p:cNvSpPr>
          <p:nvPr>
            <p:ph type="body" idx="2"/>
          </p:nvPr>
        </p:nvSpPr>
        <p:spPr>
          <a:xfrm>
            <a:off x="414000" y="3006720"/>
            <a:ext cx="865080" cy="33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127"/>
          <p:cNvSpPr txBox="1">
            <a:spLocks noGrp="1"/>
          </p:cNvSpPr>
          <p:nvPr>
            <p:ph type="ftr" idx="11"/>
          </p:nvPr>
        </p:nvSpPr>
        <p:spPr>
          <a:xfrm>
            <a:off x="2742840" y="10443960"/>
            <a:ext cx="2786760" cy="591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27"/>
          <p:cNvSpPr txBox="1">
            <a:spLocks noGrp="1"/>
          </p:cNvSpPr>
          <p:nvPr>
            <p:ph type="sldNum" idx="12"/>
          </p:nvPr>
        </p:nvSpPr>
        <p:spPr>
          <a:xfrm>
            <a:off x="5848200" y="10443960"/>
            <a:ext cx="1855080" cy="591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090"/>
              <a:buFont typeface="Calibri"/>
              <a:buNone/>
              <a:defRPr sz="109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090"/>
              <a:buFont typeface="Calibri"/>
              <a:buNone/>
              <a:defRPr sz="109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090"/>
              <a:buFont typeface="Calibri"/>
              <a:buNone/>
              <a:defRPr sz="109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090"/>
              <a:buFont typeface="Calibri"/>
              <a:buNone/>
              <a:defRPr sz="109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090"/>
              <a:buFont typeface="Calibri"/>
              <a:buNone/>
              <a:defRPr sz="109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090"/>
              <a:buFont typeface="Calibri"/>
              <a:buNone/>
              <a:defRPr sz="109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090"/>
              <a:buFont typeface="Calibri"/>
              <a:buNone/>
              <a:defRPr sz="109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090"/>
              <a:buFont typeface="Calibri"/>
              <a:buNone/>
              <a:defRPr sz="109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090"/>
              <a:buFont typeface="Calibri"/>
              <a:buNone/>
              <a:defRPr sz="109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  <p:sp>
        <p:nvSpPr>
          <p:cNvPr id="76" name="Google Shape;76;p127"/>
          <p:cNvSpPr txBox="1">
            <a:spLocks noGrp="1"/>
          </p:cNvSpPr>
          <p:nvPr>
            <p:ph type="dt" idx="10"/>
          </p:nvPr>
        </p:nvSpPr>
        <p:spPr>
          <a:xfrm>
            <a:off x="569160" y="10443960"/>
            <a:ext cx="1855080" cy="591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4 Content" type="fourObj">
  <p:cSld name="FOUR_OBJECTS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8"/>
          <p:cNvSpPr txBox="1">
            <a:spLocks noGrp="1"/>
          </p:cNvSpPr>
          <p:nvPr>
            <p:ph type="title"/>
          </p:nvPr>
        </p:nvSpPr>
        <p:spPr>
          <a:xfrm>
            <a:off x="414000" y="449280"/>
            <a:ext cx="7450560" cy="1880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8"/>
          <p:cNvSpPr txBox="1">
            <a:spLocks noGrp="1"/>
          </p:cNvSpPr>
          <p:nvPr>
            <p:ph type="body" idx="1"/>
          </p:nvPr>
        </p:nvSpPr>
        <p:spPr>
          <a:xfrm>
            <a:off x="414000" y="2636640"/>
            <a:ext cx="421920" cy="33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128"/>
          <p:cNvSpPr txBox="1">
            <a:spLocks noGrp="1"/>
          </p:cNvSpPr>
          <p:nvPr>
            <p:ph type="body" idx="2"/>
          </p:nvPr>
        </p:nvSpPr>
        <p:spPr>
          <a:xfrm>
            <a:off x="857520" y="2636640"/>
            <a:ext cx="421920" cy="33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28"/>
          <p:cNvSpPr txBox="1">
            <a:spLocks noGrp="1"/>
          </p:cNvSpPr>
          <p:nvPr>
            <p:ph type="body" idx="3"/>
          </p:nvPr>
        </p:nvSpPr>
        <p:spPr>
          <a:xfrm>
            <a:off x="414000" y="3006720"/>
            <a:ext cx="421920" cy="33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2" name="Google Shape;82;p128"/>
          <p:cNvSpPr txBox="1">
            <a:spLocks noGrp="1"/>
          </p:cNvSpPr>
          <p:nvPr>
            <p:ph type="body" idx="4"/>
          </p:nvPr>
        </p:nvSpPr>
        <p:spPr>
          <a:xfrm>
            <a:off x="857520" y="3006720"/>
            <a:ext cx="421920" cy="33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128"/>
          <p:cNvSpPr txBox="1">
            <a:spLocks noGrp="1"/>
          </p:cNvSpPr>
          <p:nvPr>
            <p:ph type="ftr" idx="11"/>
          </p:nvPr>
        </p:nvSpPr>
        <p:spPr>
          <a:xfrm>
            <a:off x="2742840" y="10443960"/>
            <a:ext cx="2786760" cy="591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28"/>
          <p:cNvSpPr txBox="1">
            <a:spLocks noGrp="1"/>
          </p:cNvSpPr>
          <p:nvPr>
            <p:ph type="sldNum" idx="12"/>
          </p:nvPr>
        </p:nvSpPr>
        <p:spPr>
          <a:xfrm>
            <a:off x="5848200" y="10443960"/>
            <a:ext cx="1855080" cy="591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090"/>
              <a:buFont typeface="Calibri"/>
              <a:buNone/>
              <a:defRPr sz="109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090"/>
              <a:buFont typeface="Calibri"/>
              <a:buNone/>
              <a:defRPr sz="109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090"/>
              <a:buFont typeface="Calibri"/>
              <a:buNone/>
              <a:defRPr sz="109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090"/>
              <a:buFont typeface="Calibri"/>
              <a:buNone/>
              <a:defRPr sz="109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090"/>
              <a:buFont typeface="Calibri"/>
              <a:buNone/>
              <a:defRPr sz="109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090"/>
              <a:buFont typeface="Calibri"/>
              <a:buNone/>
              <a:defRPr sz="109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090"/>
              <a:buFont typeface="Calibri"/>
              <a:buNone/>
              <a:defRPr sz="109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090"/>
              <a:buFont typeface="Calibri"/>
              <a:buNone/>
              <a:defRPr sz="109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090"/>
              <a:buFont typeface="Calibri"/>
              <a:buNone/>
              <a:defRPr sz="109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  <p:sp>
        <p:nvSpPr>
          <p:cNvPr id="85" name="Google Shape;85;p128"/>
          <p:cNvSpPr txBox="1">
            <a:spLocks noGrp="1"/>
          </p:cNvSpPr>
          <p:nvPr>
            <p:ph type="dt" idx="10"/>
          </p:nvPr>
        </p:nvSpPr>
        <p:spPr>
          <a:xfrm>
            <a:off x="569160" y="10443960"/>
            <a:ext cx="1855080" cy="591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6 Content">
  <p:cSld name="Title, 6 Content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29"/>
          <p:cNvSpPr txBox="1">
            <a:spLocks noGrp="1"/>
          </p:cNvSpPr>
          <p:nvPr>
            <p:ph type="title"/>
          </p:nvPr>
        </p:nvSpPr>
        <p:spPr>
          <a:xfrm>
            <a:off x="414000" y="449280"/>
            <a:ext cx="7450560" cy="1880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29"/>
          <p:cNvSpPr txBox="1">
            <a:spLocks noGrp="1"/>
          </p:cNvSpPr>
          <p:nvPr>
            <p:ph type="body" idx="1"/>
          </p:nvPr>
        </p:nvSpPr>
        <p:spPr>
          <a:xfrm>
            <a:off x="414000" y="2636640"/>
            <a:ext cx="278280" cy="33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9" name="Google Shape;89;p129"/>
          <p:cNvSpPr txBox="1">
            <a:spLocks noGrp="1"/>
          </p:cNvSpPr>
          <p:nvPr>
            <p:ph type="body" idx="2"/>
          </p:nvPr>
        </p:nvSpPr>
        <p:spPr>
          <a:xfrm>
            <a:off x="706680" y="2636640"/>
            <a:ext cx="278280" cy="33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0" name="Google Shape;90;p129"/>
          <p:cNvSpPr txBox="1">
            <a:spLocks noGrp="1"/>
          </p:cNvSpPr>
          <p:nvPr>
            <p:ph type="body" idx="3"/>
          </p:nvPr>
        </p:nvSpPr>
        <p:spPr>
          <a:xfrm>
            <a:off x="999000" y="2636640"/>
            <a:ext cx="278280" cy="33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29"/>
          <p:cNvSpPr txBox="1">
            <a:spLocks noGrp="1"/>
          </p:cNvSpPr>
          <p:nvPr>
            <p:ph type="body" idx="4"/>
          </p:nvPr>
        </p:nvSpPr>
        <p:spPr>
          <a:xfrm>
            <a:off x="414000" y="3006720"/>
            <a:ext cx="278280" cy="33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2" name="Google Shape;92;p129"/>
          <p:cNvSpPr txBox="1">
            <a:spLocks noGrp="1"/>
          </p:cNvSpPr>
          <p:nvPr>
            <p:ph type="body" idx="5"/>
          </p:nvPr>
        </p:nvSpPr>
        <p:spPr>
          <a:xfrm>
            <a:off x="706680" y="3006720"/>
            <a:ext cx="278280" cy="33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3" name="Google Shape;93;p129"/>
          <p:cNvSpPr txBox="1">
            <a:spLocks noGrp="1"/>
          </p:cNvSpPr>
          <p:nvPr>
            <p:ph type="body" idx="6"/>
          </p:nvPr>
        </p:nvSpPr>
        <p:spPr>
          <a:xfrm>
            <a:off x="999000" y="3006720"/>
            <a:ext cx="278280" cy="33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4" name="Google Shape;94;p129"/>
          <p:cNvSpPr txBox="1">
            <a:spLocks noGrp="1"/>
          </p:cNvSpPr>
          <p:nvPr>
            <p:ph type="ftr" idx="11"/>
          </p:nvPr>
        </p:nvSpPr>
        <p:spPr>
          <a:xfrm>
            <a:off x="2742840" y="10443960"/>
            <a:ext cx="2786760" cy="591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129"/>
          <p:cNvSpPr txBox="1">
            <a:spLocks noGrp="1"/>
          </p:cNvSpPr>
          <p:nvPr>
            <p:ph type="sldNum" idx="12"/>
          </p:nvPr>
        </p:nvSpPr>
        <p:spPr>
          <a:xfrm>
            <a:off x="5848200" y="10443960"/>
            <a:ext cx="1855080" cy="591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090"/>
              <a:buFont typeface="Calibri"/>
              <a:buNone/>
              <a:defRPr sz="109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090"/>
              <a:buFont typeface="Calibri"/>
              <a:buNone/>
              <a:defRPr sz="109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090"/>
              <a:buFont typeface="Calibri"/>
              <a:buNone/>
              <a:defRPr sz="109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090"/>
              <a:buFont typeface="Calibri"/>
              <a:buNone/>
              <a:defRPr sz="109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090"/>
              <a:buFont typeface="Calibri"/>
              <a:buNone/>
              <a:defRPr sz="109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090"/>
              <a:buFont typeface="Calibri"/>
              <a:buNone/>
              <a:defRPr sz="109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090"/>
              <a:buFont typeface="Calibri"/>
              <a:buNone/>
              <a:defRPr sz="109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090"/>
              <a:buFont typeface="Calibri"/>
              <a:buNone/>
              <a:defRPr sz="109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090"/>
              <a:buFont typeface="Calibri"/>
              <a:buNone/>
              <a:defRPr sz="109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  <p:sp>
        <p:nvSpPr>
          <p:cNvPr id="96" name="Google Shape;96;p129"/>
          <p:cNvSpPr txBox="1">
            <a:spLocks noGrp="1"/>
          </p:cNvSpPr>
          <p:nvPr>
            <p:ph type="dt" idx="10"/>
          </p:nvPr>
        </p:nvSpPr>
        <p:spPr>
          <a:xfrm>
            <a:off x="569160" y="10443960"/>
            <a:ext cx="1855080" cy="591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7"/>
          <p:cNvSpPr txBox="1">
            <a:spLocks noGrp="1"/>
          </p:cNvSpPr>
          <p:nvPr>
            <p:ph type="title"/>
          </p:nvPr>
        </p:nvSpPr>
        <p:spPr>
          <a:xfrm>
            <a:off x="414000" y="449280"/>
            <a:ext cx="7450560" cy="1880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17"/>
          <p:cNvSpPr txBox="1">
            <a:spLocks noGrp="1"/>
          </p:cNvSpPr>
          <p:nvPr>
            <p:ph type="body" idx="1"/>
          </p:nvPr>
        </p:nvSpPr>
        <p:spPr>
          <a:xfrm>
            <a:off x="414000" y="2636640"/>
            <a:ext cx="865080" cy="708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17"/>
          <p:cNvSpPr txBox="1">
            <a:spLocks noGrp="1"/>
          </p:cNvSpPr>
          <p:nvPr>
            <p:ph type="body" idx="2"/>
          </p:nvPr>
        </p:nvSpPr>
        <p:spPr>
          <a:xfrm>
            <a:off x="1323000" y="2636640"/>
            <a:ext cx="865080" cy="708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117"/>
          <p:cNvSpPr txBox="1">
            <a:spLocks noGrp="1"/>
          </p:cNvSpPr>
          <p:nvPr>
            <p:ph type="body" idx="3"/>
          </p:nvPr>
        </p:nvSpPr>
        <p:spPr>
          <a:xfrm>
            <a:off x="414000" y="3413160"/>
            <a:ext cx="1773360" cy="708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117"/>
          <p:cNvSpPr txBox="1">
            <a:spLocks noGrp="1"/>
          </p:cNvSpPr>
          <p:nvPr>
            <p:ph type="ftr" idx="11"/>
          </p:nvPr>
        </p:nvSpPr>
        <p:spPr>
          <a:xfrm>
            <a:off x="2742840" y="10443960"/>
            <a:ext cx="2786760" cy="591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17"/>
          <p:cNvSpPr txBox="1">
            <a:spLocks noGrp="1"/>
          </p:cNvSpPr>
          <p:nvPr>
            <p:ph type="sldNum" idx="12"/>
          </p:nvPr>
        </p:nvSpPr>
        <p:spPr>
          <a:xfrm>
            <a:off x="5848200" y="10443960"/>
            <a:ext cx="1855080" cy="591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090"/>
              <a:buFont typeface="Calibri"/>
              <a:buNone/>
              <a:defRPr sz="109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090"/>
              <a:buFont typeface="Calibri"/>
              <a:buNone/>
              <a:defRPr sz="109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090"/>
              <a:buFont typeface="Calibri"/>
              <a:buNone/>
              <a:defRPr sz="109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090"/>
              <a:buFont typeface="Calibri"/>
              <a:buNone/>
              <a:defRPr sz="109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090"/>
              <a:buFont typeface="Calibri"/>
              <a:buNone/>
              <a:defRPr sz="109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090"/>
              <a:buFont typeface="Calibri"/>
              <a:buNone/>
              <a:defRPr sz="109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090"/>
              <a:buFont typeface="Calibri"/>
              <a:buNone/>
              <a:defRPr sz="109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090"/>
              <a:buFont typeface="Calibri"/>
              <a:buNone/>
              <a:defRPr sz="109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090"/>
              <a:buFont typeface="Calibri"/>
              <a:buNone/>
              <a:defRPr sz="109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" name="Google Shape;12;p117"/>
          <p:cNvSpPr txBox="1">
            <a:spLocks noGrp="1"/>
          </p:cNvSpPr>
          <p:nvPr>
            <p:ph type="dt" idx="10"/>
          </p:nvPr>
        </p:nvSpPr>
        <p:spPr>
          <a:xfrm>
            <a:off x="569160" y="10443960"/>
            <a:ext cx="1855080" cy="591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1.jpg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1.jpg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47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47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1.jpg"/><Relationship Id="rId7" Type="http://schemas.openxmlformats.org/officeDocument/2006/relationships/image" Target="../media/image47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1.jpg"/><Relationship Id="rId7" Type="http://schemas.openxmlformats.org/officeDocument/2006/relationships/image" Target="../media/image47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50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51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52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53.pn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54.pn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1.jpg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55.png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3" Type="http://schemas.openxmlformats.org/officeDocument/2006/relationships/image" Target="../media/image1.jpg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3" Type="http://schemas.openxmlformats.org/officeDocument/2006/relationships/image" Target="../media/image1.jpg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3" Type="http://schemas.openxmlformats.org/officeDocument/2006/relationships/image" Target="../media/image1.jpg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1.jpg"/><Relationship Id="rId7" Type="http://schemas.openxmlformats.org/officeDocument/2006/relationships/image" Target="../media/image56.png"/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3" Type="http://schemas.openxmlformats.org/officeDocument/2006/relationships/image" Target="../media/image1.jpg"/><Relationship Id="rId7" Type="http://schemas.openxmlformats.org/officeDocument/2006/relationships/image" Target="../media/image55.png"/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1.jpg"/><Relationship Id="rId7" Type="http://schemas.openxmlformats.org/officeDocument/2006/relationships/image" Target="../media/image56.png"/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55.png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57.png"/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58.png"/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59.png"/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60.png"/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61.png"/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62.png"/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63.png"/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64.png"/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65.png"/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66.png"/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66.png"/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67.png"/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67.png"/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9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3" Type="http://schemas.openxmlformats.org/officeDocument/2006/relationships/image" Target="../media/image1.jpg"/><Relationship Id="rId7" Type="http://schemas.openxmlformats.org/officeDocument/2006/relationships/image" Target="../media/image68.png"/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67.png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69.png"/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70.png"/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71.png"/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72.png"/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73.png"/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74.png"/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75.png"/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0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76.png"/><Relationship Id="rId2" Type="http://schemas.openxmlformats.org/officeDocument/2006/relationships/notesSlide" Target="../notesSlides/notesSlide1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77.png"/><Relationship Id="rId2" Type="http://schemas.openxmlformats.org/officeDocument/2006/relationships/notesSlide" Target="../notesSlides/notesSlide1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2ABAA4C3-59B6-A3DF-EDFC-7E7246DFD1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">
            <a:extLst>
              <a:ext uri="{FF2B5EF4-FFF2-40B4-BE49-F238E27FC236}">
                <a16:creationId xmlns:a16="http://schemas.microsoft.com/office/drawing/2014/main" id="{8220BFD7-D313-3F36-237F-CD607600ED59}"/>
              </a:ext>
            </a:extLst>
          </p:cNvPr>
          <p:cNvSpPr/>
          <p:nvPr/>
        </p:nvSpPr>
        <p:spPr>
          <a:xfrm rot="5400000">
            <a:off x="-1500189" y="1487486"/>
            <a:ext cx="11268076" cy="8293101"/>
          </a:xfrm>
          <a:prstGeom prst="rect">
            <a:avLst/>
          </a:prstGeom>
          <a:blipFill rotWithShape="0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0000" tIns="45000" rIns="90000" bIns="45000" anchor="t" anchorCtr="1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Google Shape;102;p1">
            <a:extLst>
              <a:ext uri="{FF2B5EF4-FFF2-40B4-BE49-F238E27FC236}">
                <a16:creationId xmlns:a16="http://schemas.microsoft.com/office/drawing/2014/main" id="{AA1D010E-9A64-232A-95FF-6A146075F38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10028" t="12535" r="10465" b="20264"/>
          <a:stretch/>
        </p:blipFill>
        <p:spPr>
          <a:xfrm rot="5400000">
            <a:off x="-1521845" y="1469005"/>
            <a:ext cx="11419340" cy="8401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103;p1">
            <a:extLst>
              <a:ext uri="{FF2B5EF4-FFF2-40B4-BE49-F238E27FC236}">
                <a16:creationId xmlns:a16="http://schemas.microsoft.com/office/drawing/2014/main" id="{BB511656-0759-BCDC-6DD5-9E27A6DB64A0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29378" y="738891"/>
            <a:ext cx="6821645" cy="9877373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105;p1">
            <a:extLst>
              <a:ext uri="{FF2B5EF4-FFF2-40B4-BE49-F238E27FC236}">
                <a16:creationId xmlns:a16="http://schemas.microsoft.com/office/drawing/2014/main" id="{AA4D5490-94CB-357D-05D0-C373E8DB0FFD}"/>
              </a:ext>
            </a:extLst>
          </p:cNvPr>
          <p:cNvSpPr/>
          <p:nvPr/>
        </p:nvSpPr>
        <p:spPr>
          <a:xfrm>
            <a:off x="933609" y="3422520"/>
            <a:ext cx="6419529" cy="737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4200" b="0" i="0" u="none" strike="noStrike" cap="none" dirty="0">
                <a:solidFill>
                  <a:schemeClr val="dk1"/>
                </a:solidFill>
                <a:latin typeface="Old English Text MT" panose="03040902040508030806" pitchFamily="66" charset="0"/>
                <a:sym typeface="Arial"/>
              </a:rPr>
              <a:t>Certificate Of Enlistment</a:t>
            </a:r>
            <a:endParaRPr lang="en-AU" sz="4200" b="0" i="0" u="none" strike="noStrike" cap="none" dirty="0">
              <a:solidFill>
                <a:srgbClr val="000000"/>
              </a:solidFill>
              <a:latin typeface="Old English Text MT" panose="03040902040508030806" pitchFamily="66" charset="0"/>
              <a:sym typeface="Arial"/>
            </a:endParaRPr>
          </a:p>
        </p:txBody>
      </p:sp>
      <p:sp>
        <p:nvSpPr>
          <p:cNvPr id="30" name="Google Shape;106;p1">
            <a:extLst>
              <a:ext uri="{FF2B5EF4-FFF2-40B4-BE49-F238E27FC236}">
                <a16:creationId xmlns:a16="http://schemas.microsoft.com/office/drawing/2014/main" id="{88DDB457-C63D-1AAD-3065-B4406BC35111}"/>
              </a:ext>
            </a:extLst>
          </p:cNvPr>
          <p:cNvSpPr/>
          <p:nvPr/>
        </p:nvSpPr>
        <p:spPr>
          <a:xfrm>
            <a:off x="933609" y="4124520"/>
            <a:ext cx="6419529" cy="644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36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</a:t>
            </a:r>
            <a:endParaRPr sz="3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" name="Google Shape;107;p1">
            <a:extLst>
              <a:ext uri="{FF2B5EF4-FFF2-40B4-BE49-F238E27FC236}">
                <a16:creationId xmlns:a16="http://schemas.microsoft.com/office/drawing/2014/main" id="{7055110F-3058-5A13-0CD2-DECED12BC985}"/>
              </a:ext>
            </a:extLst>
          </p:cNvPr>
          <p:cNvCxnSpPr/>
          <p:nvPr/>
        </p:nvCxnSpPr>
        <p:spPr>
          <a:xfrm flipH="1">
            <a:off x="3722400" y="8696520"/>
            <a:ext cx="2822040" cy="792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33" name="Google Shape;109;p1">
            <a:extLst>
              <a:ext uri="{FF2B5EF4-FFF2-40B4-BE49-F238E27FC236}">
                <a16:creationId xmlns:a16="http://schemas.microsoft.com/office/drawing/2014/main" id="{8745B8B4-A526-7C6E-8598-F1B705911B42}"/>
              </a:ext>
            </a:extLst>
          </p:cNvPr>
          <p:cNvSpPr/>
          <p:nvPr/>
        </p:nvSpPr>
        <p:spPr>
          <a:xfrm>
            <a:off x="933609" y="6433920"/>
            <a:ext cx="6419529" cy="583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32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110;p1">
            <a:extLst>
              <a:ext uri="{FF2B5EF4-FFF2-40B4-BE49-F238E27FC236}">
                <a16:creationId xmlns:a16="http://schemas.microsoft.com/office/drawing/2014/main" id="{47F3763D-4C4D-E65D-4689-4E32F19971F8}"/>
              </a:ext>
            </a:extLst>
          </p:cNvPr>
          <p:cNvSpPr/>
          <p:nvPr/>
        </p:nvSpPr>
        <p:spPr>
          <a:xfrm>
            <a:off x="933609" y="7119720"/>
            <a:ext cx="6419529" cy="3986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entry to the unit with effect </a:t>
            </a:r>
            <a:r>
              <a:rPr lang="en-AU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AU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dateNumber</a:t>
            </a:r>
            <a:r>
              <a:rPr lang="en-AU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r>
              <a:rPr lang="en-AU" sz="2000" b="0" i="1" u="none" strike="noStrike" cap="none" baseline="30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{suffix}</a:t>
            </a:r>
            <a:r>
              <a:rPr lang="en-AU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{date}</a:t>
            </a:r>
            <a:r>
              <a:rPr lang="en-AU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" name="Google Shape;112;p1">
            <a:extLst>
              <a:ext uri="{FF2B5EF4-FFF2-40B4-BE49-F238E27FC236}">
                <a16:creationId xmlns:a16="http://schemas.microsoft.com/office/drawing/2014/main" id="{A270EFEE-6CCA-76C6-50EE-ED74D988C2EF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001715" y="1602206"/>
            <a:ext cx="2279880" cy="1599480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113;p1">
            <a:extLst>
              <a:ext uri="{FF2B5EF4-FFF2-40B4-BE49-F238E27FC236}">
                <a16:creationId xmlns:a16="http://schemas.microsoft.com/office/drawing/2014/main" id="{68957977-5253-B5AF-B5E7-90864C0B02F2}"/>
              </a:ext>
            </a:extLst>
          </p:cNvPr>
          <p:cNvSpPr/>
          <p:nvPr/>
        </p:nvSpPr>
        <p:spPr>
          <a:xfrm>
            <a:off x="2985840" y="8685000"/>
            <a:ext cx="4277880" cy="598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1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AU" sz="1100" b="1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signaturerRankShort</a:t>
            </a:r>
            <a:r>
              <a:rPr lang="en-AU" sz="11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 {</a:t>
            </a:r>
            <a:r>
              <a:rPr lang="en-AU" sz="1100" b="1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signaturer</a:t>
            </a:r>
            <a:r>
              <a:rPr lang="en-AU" sz="11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br>
              <a:rPr lang="en-AU" sz="11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Officer Commanding</a:t>
            </a:r>
            <a:br>
              <a:rPr lang="en-AU" sz="11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Australian Special Operations Taskforce HQ</a:t>
            </a:r>
            <a:endParaRPr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114;p1">
            <a:extLst>
              <a:ext uri="{FF2B5EF4-FFF2-40B4-BE49-F238E27FC236}">
                <a16:creationId xmlns:a16="http://schemas.microsoft.com/office/drawing/2014/main" id="{8ACD5997-BA5C-51DA-21E8-B941C0F011AF}"/>
              </a:ext>
            </a:extLst>
          </p:cNvPr>
          <p:cNvSpPr/>
          <p:nvPr/>
        </p:nvSpPr>
        <p:spPr>
          <a:xfrm>
            <a:off x="2932650" y="8215616"/>
            <a:ext cx="4539420" cy="521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{</a:t>
            </a:r>
            <a:r>
              <a:rPr lang="en-AU" sz="2800" b="0" i="1" u="none" strike="noStrike" cap="none" dirty="0" err="1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signaturerRankShort</a:t>
            </a: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} {</a:t>
            </a:r>
            <a:r>
              <a:rPr lang="en-AU" sz="2800" b="0" i="1" u="none" strike="noStrike" cap="none" dirty="0" err="1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signaturer</a:t>
            </a: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}</a:t>
            </a:r>
            <a:endParaRPr sz="2800" b="0" i="0" u="none" strike="noStrike" cap="none" dirty="0">
              <a:solidFill>
                <a:srgbClr val="000000"/>
              </a:solidFill>
              <a:latin typeface="Brush Script MT" panose="03060802040406070304" pitchFamily="66" charset="0"/>
              <a:sym typeface="Arial"/>
            </a:endParaRPr>
          </a:p>
        </p:txBody>
      </p:sp>
      <p:pic>
        <p:nvPicPr>
          <p:cNvPr id="39" name="Google Shape;104;p1">
            <a:extLst>
              <a:ext uri="{FF2B5EF4-FFF2-40B4-BE49-F238E27FC236}">
                <a16:creationId xmlns:a16="http://schemas.microsoft.com/office/drawing/2014/main" id="{3A0FC8DD-63A9-E917-B5C1-DF54EF618825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814400" y="8354520"/>
            <a:ext cx="1436400" cy="125244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11;p1">
            <a:extLst>
              <a:ext uri="{FF2B5EF4-FFF2-40B4-BE49-F238E27FC236}">
                <a16:creationId xmlns:a16="http://schemas.microsoft.com/office/drawing/2014/main" id="{D965B3B8-4F33-E4F5-CE74-82E7534761D6}"/>
              </a:ext>
            </a:extLst>
          </p:cNvPr>
          <p:cNvSpPr/>
          <p:nvPr/>
        </p:nvSpPr>
        <p:spPr>
          <a:xfrm>
            <a:off x="933609" y="4820400"/>
            <a:ext cx="6419529" cy="10142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0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has shown the traits, attitude and eagerness that is required for joining the unit and has been deemed suitable in all areas required for enlistment.</a:t>
            </a:r>
          </a:p>
        </p:txBody>
      </p:sp>
      <p:sp>
        <p:nvSpPr>
          <p:cNvPr id="5" name="Google Shape;111;p1">
            <a:extLst>
              <a:ext uri="{FF2B5EF4-FFF2-40B4-BE49-F238E27FC236}">
                <a16:creationId xmlns:a16="http://schemas.microsoft.com/office/drawing/2014/main" id="{FEC45020-3B54-3927-085B-B16BFE983617}"/>
              </a:ext>
            </a:extLst>
          </p:cNvPr>
          <p:cNvSpPr/>
          <p:nvPr/>
        </p:nvSpPr>
        <p:spPr>
          <a:xfrm>
            <a:off x="934292" y="5735481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algn="ctr"/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I,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signaturerRankFull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signaturer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},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Officer Commanding, Australian Special Operations Taskforce, hereby grant</a:t>
            </a:r>
            <a:endParaRPr lang="en-GB"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588805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313BB9EA-EF4C-E445-F4B8-E3A312A543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">
            <a:extLst>
              <a:ext uri="{FF2B5EF4-FFF2-40B4-BE49-F238E27FC236}">
                <a16:creationId xmlns:a16="http://schemas.microsoft.com/office/drawing/2014/main" id="{08C0719E-4915-33EE-F054-DE822963C3C6}"/>
              </a:ext>
            </a:extLst>
          </p:cNvPr>
          <p:cNvSpPr/>
          <p:nvPr/>
        </p:nvSpPr>
        <p:spPr>
          <a:xfrm rot="5400000">
            <a:off x="-1500189" y="1487486"/>
            <a:ext cx="11268076" cy="8293101"/>
          </a:xfrm>
          <a:prstGeom prst="rect">
            <a:avLst/>
          </a:prstGeom>
          <a:blipFill rotWithShape="0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0000" tIns="45000" rIns="90000" bIns="45000" anchor="t" anchorCtr="1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Google Shape;102;p1">
            <a:extLst>
              <a:ext uri="{FF2B5EF4-FFF2-40B4-BE49-F238E27FC236}">
                <a16:creationId xmlns:a16="http://schemas.microsoft.com/office/drawing/2014/main" id="{9B013DB9-D7BC-47E8-2F07-842BBCD3AA3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10028" t="12535" r="10465" b="20264"/>
          <a:stretch/>
        </p:blipFill>
        <p:spPr>
          <a:xfrm rot="5400000">
            <a:off x="-1521845" y="1469005"/>
            <a:ext cx="11419340" cy="8401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103;p1">
            <a:extLst>
              <a:ext uri="{FF2B5EF4-FFF2-40B4-BE49-F238E27FC236}">
                <a16:creationId xmlns:a16="http://schemas.microsoft.com/office/drawing/2014/main" id="{F6E8B4A6-83E4-984A-7A42-462B53924848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29378" y="738891"/>
            <a:ext cx="6821645" cy="9877373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106;p1">
            <a:extLst>
              <a:ext uri="{FF2B5EF4-FFF2-40B4-BE49-F238E27FC236}">
                <a16:creationId xmlns:a16="http://schemas.microsoft.com/office/drawing/2014/main" id="{A08FD2E1-D700-AE74-8724-BC9190CB7B97}"/>
              </a:ext>
            </a:extLst>
          </p:cNvPr>
          <p:cNvSpPr/>
          <p:nvPr/>
        </p:nvSpPr>
        <p:spPr>
          <a:xfrm>
            <a:off x="933609" y="4124520"/>
            <a:ext cx="6419529" cy="644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lvl="0" algn="ctr"/>
            <a:r>
              <a:rPr lang="en-AU" sz="3600" i="1" dirty="0">
                <a:latin typeface="Times New Roman"/>
                <a:ea typeface="Times New Roman"/>
                <a:cs typeface="Times New Roman"/>
                <a:sym typeface="Times New Roman"/>
              </a:rPr>
              <a:t>{name}</a:t>
            </a:r>
            <a:endParaRPr lang="en-AU" sz="3600" dirty="0"/>
          </a:p>
        </p:txBody>
      </p:sp>
      <p:cxnSp>
        <p:nvCxnSpPr>
          <p:cNvPr id="31" name="Google Shape;107;p1">
            <a:extLst>
              <a:ext uri="{FF2B5EF4-FFF2-40B4-BE49-F238E27FC236}">
                <a16:creationId xmlns:a16="http://schemas.microsoft.com/office/drawing/2014/main" id="{B3854AD4-55B9-9CB6-7496-82389FE131F3}"/>
              </a:ext>
            </a:extLst>
          </p:cNvPr>
          <p:cNvCxnSpPr/>
          <p:nvPr/>
        </p:nvCxnSpPr>
        <p:spPr>
          <a:xfrm flipH="1">
            <a:off x="3722400" y="8696520"/>
            <a:ext cx="2822040" cy="792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33" name="Google Shape;109;p1">
            <a:extLst>
              <a:ext uri="{FF2B5EF4-FFF2-40B4-BE49-F238E27FC236}">
                <a16:creationId xmlns:a16="http://schemas.microsoft.com/office/drawing/2014/main" id="{149712ED-FEB1-38D2-D723-D96F553B764B}"/>
              </a:ext>
            </a:extLst>
          </p:cNvPr>
          <p:cNvSpPr/>
          <p:nvPr/>
        </p:nvSpPr>
        <p:spPr>
          <a:xfrm>
            <a:off x="933609" y="6433920"/>
            <a:ext cx="6419529" cy="583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32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110;p1">
            <a:extLst>
              <a:ext uri="{FF2B5EF4-FFF2-40B4-BE49-F238E27FC236}">
                <a16:creationId xmlns:a16="http://schemas.microsoft.com/office/drawing/2014/main" id="{394FB273-6953-6B8B-F3F7-5A836EF5D894}"/>
              </a:ext>
            </a:extLst>
          </p:cNvPr>
          <p:cNvSpPr/>
          <p:nvPr/>
        </p:nvSpPr>
        <p:spPr>
          <a:xfrm>
            <a:off x="933609" y="7119720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entry back into the unit with effect </a:t>
            </a:r>
            <a:r>
              <a:rPr lang="en-AU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AU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dateNumber</a:t>
            </a:r>
            <a:r>
              <a:rPr lang="en-AU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r>
              <a:rPr lang="en-AU" sz="2000" b="0" i="1" u="none" strike="noStrike" cap="none" baseline="30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{suffix}</a:t>
            </a:r>
            <a:r>
              <a:rPr lang="en-AU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{date}</a:t>
            </a:r>
            <a:r>
              <a:rPr lang="en-AU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113;p1">
            <a:extLst>
              <a:ext uri="{FF2B5EF4-FFF2-40B4-BE49-F238E27FC236}">
                <a16:creationId xmlns:a16="http://schemas.microsoft.com/office/drawing/2014/main" id="{D1FE0604-26C6-0204-64BF-195E59B554FB}"/>
              </a:ext>
            </a:extLst>
          </p:cNvPr>
          <p:cNvSpPr/>
          <p:nvPr/>
        </p:nvSpPr>
        <p:spPr>
          <a:xfrm>
            <a:off x="2985840" y="8685000"/>
            <a:ext cx="4277880" cy="598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1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AU" sz="1100" b="1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signaturerRankShort</a:t>
            </a:r>
            <a:r>
              <a:rPr lang="en-AU" sz="11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 {</a:t>
            </a:r>
            <a:r>
              <a:rPr lang="en-AU" sz="1100" b="1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signaturer</a:t>
            </a:r>
            <a:r>
              <a:rPr lang="en-AU" sz="11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br>
              <a:rPr lang="en-AU" sz="11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Officer Commanding</a:t>
            </a:r>
            <a:br>
              <a:rPr lang="en-AU" sz="11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Australian Special Operations Taskforce HQ</a:t>
            </a:r>
            <a:endParaRPr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" name="Google Shape;104;p1">
            <a:extLst>
              <a:ext uri="{FF2B5EF4-FFF2-40B4-BE49-F238E27FC236}">
                <a16:creationId xmlns:a16="http://schemas.microsoft.com/office/drawing/2014/main" id="{7D5DB3E9-F807-4084-8023-E1FB8C1EFC2A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14400" y="8354520"/>
            <a:ext cx="1436400" cy="125244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11;p1">
            <a:extLst>
              <a:ext uri="{FF2B5EF4-FFF2-40B4-BE49-F238E27FC236}">
                <a16:creationId xmlns:a16="http://schemas.microsoft.com/office/drawing/2014/main" id="{7AF25049-9AA8-344C-4E16-DC8590B108A1}"/>
              </a:ext>
            </a:extLst>
          </p:cNvPr>
          <p:cNvSpPr/>
          <p:nvPr/>
        </p:nvSpPr>
        <p:spPr>
          <a:xfrm>
            <a:off x="933609" y="4820400"/>
            <a:ext cx="6419529" cy="162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0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has shown the traits, attitude and eagerness that is required for joining the unit and has been deemed suitable in all areas required for enlistment.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AU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AU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Google Shape;111;p1">
            <a:extLst>
              <a:ext uri="{FF2B5EF4-FFF2-40B4-BE49-F238E27FC236}">
                <a16:creationId xmlns:a16="http://schemas.microsoft.com/office/drawing/2014/main" id="{1020BAAC-96FB-AA0E-BB86-108FB36B2961}"/>
              </a:ext>
            </a:extLst>
          </p:cNvPr>
          <p:cNvSpPr/>
          <p:nvPr/>
        </p:nvSpPr>
        <p:spPr>
          <a:xfrm>
            <a:off x="934292" y="5735481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algn="ctr"/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I,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signaturerRankFull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signaturer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},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Officer Commanding, Australian Special Operations Taskforce, hereby grant</a:t>
            </a:r>
            <a:endParaRPr lang="en-GB"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05;p1">
            <a:extLst>
              <a:ext uri="{FF2B5EF4-FFF2-40B4-BE49-F238E27FC236}">
                <a16:creationId xmlns:a16="http://schemas.microsoft.com/office/drawing/2014/main" id="{E3621F11-1A91-FAA9-EA86-379788D0E781}"/>
              </a:ext>
            </a:extLst>
          </p:cNvPr>
          <p:cNvSpPr/>
          <p:nvPr/>
        </p:nvSpPr>
        <p:spPr>
          <a:xfrm>
            <a:off x="933609" y="3422520"/>
            <a:ext cx="6419529" cy="644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3600" b="0" i="0" u="none" strike="noStrike" cap="none" dirty="0">
                <a:solidFill>
                  <a:schemeClr val="dk1"/>
                </a:solidFill>
                <a:latin typeface="Old English Text MT" panose="03040902040508030806" pitchFamily="66" charset="0"/>
                <a:sym typeface="Arial"/>
              </a:rPr>
              <a:t>Certificate Of Return To Service</a:t>
            </a:r>
            <a:endParaRPr lang="en-AU" sz="3600" b="0" i="0" u="none" strike="noStrike" cap="none" dirty="0">
              <a:solidFill>
                <a:srgbClr val="000000"/>
              </a:solidFill>
              <a:latin typeface="Old English Text MT" panose="03040902040508030806" pitchFamily="66" charset="0"/>
              <a:sym typeface="Arial"/>
            </a:endParaRPr>
          </a:p>
        </p:txBody>
      </p:sp>
      <p:pic>
        <p:nvPicPr>
          <p:cNvPr id="6" name="Google Shape;112;p1">
            <a:extLst>
              <a:ext uri="{FF2B5EF4-FFF2-40B4-BE49-F238E27FC236}">
                <a16:creationId xmlns:a16="http://schemas.microsoft.com/office/drawing/2014/main" id="{E5598166-0DA0-6604-E84B-7C3C8B6A6F0B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001715" y="1602206"/>
            <a:ext cx="2279880" cy="159948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114;p1">
            <a:extLst>
              <a:ext uri="{FF2B5EF4-FFF2-40B4-BE49-F238E27FC236}">
                <a16:creationId xmlns:a16="http://schemas.microsoft.com/office/drawing/2014/main" id="{9EA5EEB8-9875-7173-AAF8-A5892988E059}"/>
              </a:ext>
            </a:extLst>
          </p:cNvPr>
          <p:cNvSpPr/>
          <p:nvPr/>
        </p:nvSpPr>
        <p:spPr>
          <a:xfrm>
            <a:off x="2932650" y="8215616"/>
            <a:ext cx="4539420" cy="521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{</a:t>
            </a:r>
            <a:r>
              <a:rPr lang="en-AU" sz="2800" b="0" i="1" u="none" strike="noStrike" cap="none" dirty="0" err="1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signaturerRankShort</a:t>
            </a: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} {</a:t>
            </a:r>
            <a:r>
              <a:rPr lang="en-AU" sz="2800" b="0" i="1" u="none" strike="noStrike" cap="none" dirty="0" err="1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signaturer</a:t>
            </a: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}</a:t>
            </a:r>
            <a:endParaRPr sz="2800" b="0" i="0" u="none" strike="noStrike" cap="none" dirty="0">
              <a:solidFill>
                <a:srgbClr val="000000"/>
              </a:solidFill>
              <a:latin typeface="Brush Script MT" panose="03060802040406070304" pitchFamily="66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349902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2E2C1160-442F-BC3E-BC9A-43132347A8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">
            <a:extLst>
              <a:ext uri="{FF2B5EF4-FFF2-40B4-BE49-F238E27FC236}">
                <a16:creationId xmlns:a16="http://schemas.microsoft.com/office/drawing/2014/main" id="{C2484B9B-6219-668D-4435-8874F3A97145}"/>
              </a:ext>
            </a:extLst>
          </p:cNvPr>
          <p:cNvSpPr/>
          <p:nvPr/>
        </p:nvSpPr>
        <p:spPr>
          <a:xfrm rot="5400000">
            <a:off x="-1500189" y="1487486"/>
            <a:ext cx="11268076" cy="8293101"/>
          </a:xfrm>
          <a:prstGeom prst="rect">
            <a:avLst/>
          </a:prstGeom>
          <a:blipFill rotWithShape="0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0000" tIns="45000" rIns="90000" bIns="45000" anchor="t" anchorCtr="1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Google Shape;102;p1">
            <a:extLst>
              <a:ext uri="{FF2B5EF4-FFF2-40B4-BE49-F238E27FC236}">
                <a16:creationId xmlns:a16="http://schemas.microsoft.com/office/drawing/2014/main" id="{5D342C04-9800-FD8C-AB26-54A221E90D5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10028" t="12535" r="10465" b="20264"/>
          <a:stretch/>
        </p:blipFill>
        <p:spPr>
          <a:xfrm rot="5400000">
            <a:off x="-1521845" y="1469005"/>
            <a:ext cx="11419340" cy="8401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103;p1">
            <a:extLst>
              <a:ext uri="{FF2B5EF4-FFF2-40B4-BE49-F238E27FC236}">
                <a16:creationId xmlns:a16="http://schemas.microsoft.com/office/drawing/2014/main" id="{B2DA3AE0-2194-B077-3846-20C9AEDD18DB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29378" y="738891"/>
            <a:ext cx="6821645" cy="9877373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105;p1">
            <a:extLst>
              <a:ext uri="{FF2B5EF4-FFF2-40B4-BE49-F238E27FC236}">
                <a16:creationId xmlns:a16="http://schemas.microsoft.com/office/drawing/2014/main" id="{FDB3B1BD-AEC7-38CD-31EA-B43C3EE55659}"/>
              </a:ext>
            </a:extLst>
          </p:cNvPr>
          <p:cNvSpPr/>
          <p:nvPr/>
        </p:nvSpPr>
        <p:spPr>
          <a:xfrm>
            <a:off x="933609" y="3422520"/>
            <a:ext cx="6419529" cy="737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4200" b="0" i="0" u="none" strike="noStrike" cap="none" dirty="0">
                <a:solidFill>
                  <a:schemeClr val="dk1"/>
                </a:solidFill>
                <a:latin typeface="Old English Text MT" panose="03040902040508030806" pitchFamily="66" charset="0"/>
                <a:sym typeface="Arial"/>
              </a:rPr>
              <a:t>Certificate Of Promotion</a:t>
            </a:r>
            <a:endParaRPr sz="4200" b="0" i="0" u="none" strike="noStrike" cap="none" dirty="0">
              <a:solidFill>
                <a:srgbClr val="000000"/>
              </a:solidFill>
              <a:latin typeface="Old English Text MT" panose="03040902040508030806" pitchFamily="66" charset="0"/>
              <a:sym typeface="Arial"/>
            </a:endParaRPr>
          </a:p>
        </p:txBody>
      </p:sp>
      <p:sp>
        <p:nvSpPr>
          <p:cNvPr id="30" name="Google Shape;106;p1">
            <a:extLst>
              <a:ext uri="{FF2B5EF4-FFF2-40B4-BE49-F238E27FC236}">
                <a16:creationId xmlns:a16="http://schemas.microsoft.com/office/drawing/2014/main" id="{82E823E6-2A20-FAC7-8CDD-78202C09F36A}"/>
              </a:ext>
            </a:extLst>
          </p:cNvPr>
          <p:cNvSpPr/>
          <p:nvPr/>
        </p:nvSpPr>
        <p:spPr>
          <a:xfrm>
            <a:off x="933609" y="4124520"/>
            <a:ext cx="6419529" cy="644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36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</a:t>
            </a:r>
            <a:endParaRPr sz="3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" name="Google Shape;107;p1">
            <a:extLst>
              <a:ext uri="{FF2B5EF4-FFF2-40B4-BE49-F238E27FC236}">
                <a16:creationId xmlns:a16="http://schemas.microsoft.com/office/drawing/2014/main" id="{DD05E887-1288-A07D-588A-54FD003DD4A3}"/>
              </a:ext>
            </a:extLst>
          </p:cNvPr>
          <p:cNvCxnSpPr/>
          <p:nvPr/>
        </p:nvCxnSpPr>
        <p:spPr>
          <a:xfrm flipH="1">
            <a:off x="3722400" y="8696520"/>
            <a:ext cx="2822040" cy="792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33" name="Google Shape;109;p1">
            <a:extLst>
              <a:ext uri="{FF2B5EF4-FFF2-40B4-BE49-F238E27FC236}">
                <a16:creationId xmlns:a16="http://schemas.microsoft.com/office/drawing/2014/main" id="{84D7E90F-1777-B0A0-C7F9-695535AE508E}"/>
              </a:ext>
            </a:extLst>
          </p:cNvPr>
          <p:cNvSpPr/>
          <p:nvPr/>
        </p:nvSpPr>
        <p:spPr>
          <a:xfrm>
            <a:off x="933609" y="6433920"/>
            <a:ext cx="6419529" cy="583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32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110;p1">
            <a:extLst>
              <a:ext uri="{FF2B5EF4-FFF2-40B4-BE49-F238E27FC236}">
                <a16:creationId xmlns:a16="http://schemas.microsoft.com/office/drawing/2014/main" id="{4CE77ECA-F235-16F0-3261-0C2B972D229B}"/>
              </a:ext>
            </a:extLst>
          </p:cNvPr>
          <p:cNvSpPr/>
          <p:nvPr/>
        </p:nvSpPr>
        <p:spPr>
          <a:xfrm>
            <a:off x="933609" y="7119720"/>
            <a:ext cx="6419529" cy="3986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the rank of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Private 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 effect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dateNumber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r>
              <a:rPr lang="en-GB" sz="2000" b="0" i="1" u="none" strike="noStrike" cap="none" baseline="30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{suffix}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{date}.</a:t>
            </a:r>
            <a:endParaRPr lang="en-GB"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111;p1">
            <a:extLst>
              <a:ext uri="{FF2B5EF4-FFF2-40B4-BE49-F238E27FC236}">
                <a16:creationId xmlns:a16="http://schemas.microsoft.com/office/drawing/2014/main" id="{B7FA9B8E-8B84-3B4A-60B2-C41528E36B62}"/>
              </a:ext>
            </a:extLst>
          </p:cNvPr>
          <p:cNvSpPr/>
          <p:nvPr/>
        </p:nvSpPr>
        <p:spPr>
          <a:xfrm>
            <a:off x="933609" y="4820400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 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has completed all necessary trainings and been deemed suitable in all areas required for promotion.</a:t>
            </a:r>
          </a:p>
        </p:txBody>
      </p:sp>
      <p:sp>
        <p:nvSpPr>
          <p:cNvPr id="37" name="Google Shape;113;p1">
            <a:extLst>
              <a:ext uri="{FF2B5EF4-FFF2-40B4-BE49-F238E27FC236}">
                <a16:creationId xmlns:a16="http://schemas.microsoft.com/office/drawing/2014/main" id="{29FD4555-0D01-50BA-6956-25E6053EC999}"/>
              </a:ext>
            </a:extLst>
          </p:cNvPr>
          <p:cNvSpPr/>
          <p:nvPr/>
        </p:nvSpPr>
        <p:spPr>
          <a:xfrm>
            <a:off x="2985840" y="8685000"/>
            <a:ext cx="4277880" cy="598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{signaturerRankShort} {signaturer}</a:t>
            </a:r>
            <a:br>
              <a:rPr lang="en-AU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Officer Commanding</a:t>
            </a:r>
            <a:br>
              <a:rPr lang="en-AU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Australian Special Operations Taskforce HQ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" name="Google Shape;104;p1">
            <a:extLst>
              <a:ext uri="{FF2B5EF4-FFF2-40B4-BE49-F238E27FC236}">
                <a16:creationId xmlns:a16="http://schemas.microsoft.com/office/drawing/2014/main" id="{0835F5B4-2F54-C5E6-53C8-BCEFBE50DFAB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14400" y="8354520"/>
            <a:ext cx="1436400" cy="125244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11;p1">
            <a:extLst>
              <a:ext uri="{FF2B5EF4-FFF2-40B4-BE49-F238E27FC236}">
                <a16:creationId xmlns:a16="http://schemas.microsoft.com/office/drawing/2014/main" id="{862CF369-650F-B194-DEBF-F99DD3F7100B}"/>
              </a:ext>
            </a:extLst>
          </p:cNvPr>
          <p:cNvSpPr/>
          <p:nvPr/>
        </p:nvSpPr>
        <p:spPr>
          <a:xfrm>
            <a:off x="934292" y="5735481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algn="ctr"/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I,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signaturerRankFull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signaturer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},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Officer Commanding, Australian Special Operations Taskforce, hereby promote</a:t>
            </a:r>
            <a:endParaRPr lang="en-GB"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Google Shape;112;p1">
            <a:extLst>
              <a:ext uri="{FF2B5EF4-FFF2-40B4-BE49-F238E27FC236}">
                <a16:creationId xmlns:a16="http://schemas.microsoft.com/office/drawing/2014/main" id="{8D014828-ACC7-97F4-23BF-42D17B81B9EE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001715" y="1602206"/>
            <a:ext cx="2279880" cy="159948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14;p1">
            <a:extLst>
              <a:ext uri="{FF2B5EF4-FFF2-40B4-BE49-F238E27FC236}">
                <a16:creationId xmlns:a16="http://schemas.microsoft.com/office/drawing/2014/main" id="{F149A0A3-8B76-2001-A1B4-EEF4C3F1B0CF}"/>
              </a:ext>
            </a:extLst>
          </p:cNvPr>
          <p:cNvSpPr/>
          <p:nvPr/>
        </p:nvSpPr>
        <p:spPr>
          <a:xfrm>
            <a:off x="2932650" y="8215616"/>
            <a:ext cx="4539420" cy="521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{</a:t>
            </a:r>
            <a:r>
              <a:rPr lang="en-AU" sz="2800" b="0" i="1" u="none" strike="noStrike" cap="none" dirty="0" err="1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signaturerRankShort</a:t>
            </a: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} {</a:t>
            </a:r>
            <a:r>
              <a:rPr lang="en-AU" sz="2800" b="0" i="1" u="none" strike="noStrike" cap="none" dirty="0" err="1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signaturer</a:t>
            </a: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}</a:t>
            </a:r>
            <a:endParaRPr sz="2800" b="0" i="0" u="none" strike="noStrike" cap="none" dirty="0">
              <a:solidFill>
                <a:srgbClr val="000000"/>
              </a:solidFill>
              <a:latin typeface="Brush Script MT" panose="03060802040406070304" pitchFamily="66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669592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2DEBD8A1-90F4-0472-A32B-17486AB79C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">
            <a:extLst>
              <a:ext uri="{FF2B5EF4-FFF2-40B4-BE49-F238E27FC236}">
                <a16:creationId xmlns:a16="http://schemas.microsoft.com/office/drawing/2014/main" id="{568B2DCA-CE6C-BBFB-0231-B848C6A8B1AD}"/>
              </a:ext>
            </a:extLst>
          </p:cNvPr>
          <p:cNvSpPr/>
          <p:nvPr/>
        </p:nvSpPr>
        <p:spPr>
          <a:xfrm rot="5400000">
            <a:off x="-1500189" y="1487486"/>
            <a:ext cx="11268076" cy="8293101"/>
          </a:xfrm>
          <a:prstGeom prst="rect">
            <a:avLst/>
          </a:prstGeom>
          <a:blipFill rotWithShape="0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0000" tIns="45000" rIns="90000" bIns="45000" anchor="t" anchorCtr="1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Google Shape;102;p1">
            <a:extLst>
              <a:ext uri="{FF2B5EF4-FFF2-40B4-BE49-F238E27FC236}">
                <a16:creationId xmlns:a16="http://schemas.microsoft.com/office/drawing/2014/main" id="{FBC5EF36-672F-B28D-E876-52B8C99A8FE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10028" t="12535" r="10465" b="20264"/>
          <a:stretch/>
        </p:blipFill>
        <p:spPr>
          <a:xfrm rot="5400000">
            <a:off x="-1521845" y="1469005"/>
            <a:ext cx="11419340" cy="8401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103;p1">
            <a:extLst>
              <a:ext uri="{FF2B5EF4-FFF2-40B4-BE49-F238E27FC236}">
                <a16:creationId xmlns:a16="http://schemas.microsoft.com/office/drawing/2014/main" id="{9B752CE2-C238-013B-DB65-A98CA48E4DE8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29378" y="738891"/>
            <a:ext cx="6821645" cy="9877373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105;p1">
            <a:extLst>
              <a:ext uri="{FF2B5EF4-FFF2-40B4-BE49-F238E27FC236}">
                <a16:creationId xmlns:a16="http://schemas.microsoft.com/office/drawing/2014/main" id="{5AAAFDA3-B43A-1CFF-DD58-B5D3225D7960}"/>
              </a:ext>
            </a:extLst>
          </p:cNvPr>
          <p:cNvSpPr/>
          <p:nvPr/>
        </p:nvSpPr>
        <p:spPr>
          <a:xfrm>
            <a:off x="933609" y="3422520"/>
            <a:ext cx="6419529" cy="737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4200" b="0" i="0" u="none" strike="noStrike" cap="none" dirty="0">
                <a:solidFill>
                  <a:schemeClr val="dk1"/>
                </a:solidFill>
                <a:latin typeface="Old English Text MT" panose="03040902040508030806" pitchFamily="66" charset="0"/>
                <a:sym typeface="Arial"/>
              </a:rPr>
              <a:t>Certificate Of Promotion</a:t>
            </a:r>
            <a:endParaRPr sz="4200" b="0" i="0" u="none" strike="noStrike" cap="none" dirty="0">
              <a:solidFill>
                <a:srgbClr val="000000"/>
              </a:solidFill>
              <a:latin typeface="Old English Text MT" panose="03040902040508030806" pitchFamily="66" charset="0"/>
              <a:sym typeface="Arial"/>
            </a:endParaRPr>
          </a:p>
        </p:txBody>
      </p:sp>
      <p:sp>
        <p:nvSpPr>
          <p:cNvPr id="30" name="Google Shape;106;p1">
            <a:extLst>
              <a:ext uri="{FF2B5EF4-FFF2-40B4-BE49-F238E27FC236}">
                <a16:creationId xmlns:a16="http://schemas.microsoft.com/office/drawing/2014/main" id="{D4BCD1E8-360C-2330-D3AA-5613DE448BD7}"/>
              </a:ext>
            </a:extLst>
          </p:cNvPr>
          <p:cNvSpPr/>
          <p:nvPr/>
        </p:nvSpPr>
        <p:spPr>
          <a:xfrm>
            <a:off x="933609" y="4124520"/>
            <a:ext cx="6419529" cy="644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36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</a:t>
            </a:r>
            <a:endParaRPr sz="3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" name="Google Shape;107;p1">
            <a:extLst>
              <a:ext uri="{FF2B5EF4-FFF2-40B4-BE49-F238E27FC236}">
                <a16:creationId xmlns:a16="http://schemas.microsoft.com/office/drawing/2014/main" id="{18C7367E-4CFC-3E70-FFCC-6334FC285BD7}"/>
              </a:ext>
            </a:extLst>
          </p:cNvPr>
          <p:cNvCxnSpPr/>
          <p:nvPr/>
        </p:nvCxnSpPr>
        <p:spPr>
          <a:xfrm flipH="1">
            <a:off x="3722400" y="8696520"/>
            <a:ext cx="2822040" cy="792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33" name="Google Shape;109;p1">
            <a:extLst>
              <a:ext uri="{FF2B5EF4-FFF2-40B4-BE49-F238E27FC236}">
                <a16:creationId xmlns:a16="http://schemas.microsoft.com/office/drawing/2014/main" id="{5714F212-62E2-7FF8-002E-AD3701C95D05}"/>
              </a:ext>
            </a:extLst>
          </p:cNvPr>
          <p:cNvSpPr/>
          <p:nvPr/>
        </p:nvSpPr>
        <p:spPr>
          <a:xfrm>
            <a:off x="933609" y="6433920"/>
            <a:ext cx="6419529" cy="583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32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110;p1">
            <a:extLst>
              <a:ext uri="{FF2B5EF4-FFF2-40B4-BE49-F238E27FC236}">
                <a16:creationId xmlns:a16="http://schemas.microsoft.com/office/drawing/2014/main" id="{73BBC7E7-F811-9D3E-6695-A45CADB4833E}"/>
              </a:ext>
            </a:extLst>
          </p:cNvPr>
          <p:cNvSpPr/>
          <p:nvPr/>
        </p:nvSpPr>
        <p:spPr>
          <a:xfrm>
            <a:off x="933609" y="7119720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the rank of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Private Proficient 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 effect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dateNumber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r>
              <a:rPr lang="en-GB" sz="2000" b="0" i="1" u="none" strike="noStrike" cap="none" baseline="30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{suffix}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{date}.</a:t>
            </a:r>
            <a:endParaRPr lang="en-GB"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111;p1">
            <a:extLst>
              <a:ext uri="{FF2B5EF4-FFF2-40B4-BE49-F238E27FC236}">
                <a16:creationId xmlns:a16="http://schemas.microsoft.com/office/drawing/2014/main" id="{7CCBE9D9-66F3-B3E7-0B0A-FED7BC1761B9}"/>
              </a:ext>
            </a:extLst>
          </p:cNvPr>
          <p:cNvSpPr/>
          <p:nvPr/>
        </p:nvSpPr>
        <p:spPr>
          <a:xfrm>
            <a:off x="933609" y="4820400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 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has completed all necessary trainings and been deemed suitable in all areas required for promotion.</a:t>
            </a:r>
          </a:p>
        </p:txBody>
      </p:sp>
      <p:sp>
        <p:nvSpPr>
          <p:cNvPr id="37" name="Google Shape;113;p1">
            <a:extLst>
              <a:ext uri="{FF2B5EF4-FFF2-40B4-BE49-F238E27FC236}">
                <a16:creationId xmlns:a16="http://schemas.microsoft.com/office/drawing/2014/main" id="{E69105BB-3F39-792B-2DE6-EC9E79D598F2}"/>
              </a:ext>
            </a:extLst>
          </p:cNvPr>
          <p:cNvSpPr/>
          <p:nvPr/>
        </p:nvSpPr>
        <p:spPr>
          <a:xfrm>
            <a:off x="2985840" y="8685000"/>
            <a:ext cx="4277880" cy="598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{signaturerRankShort} {signaturer}</a:t>
            </a:r>
            <a:br>
              <a:rPr lang="en-AU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Officer Commanding</a:t>
            </a:r>
            <a:br>
              <a:rPr lang="en-AU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Australian Special Operations Taskforce HQ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" name="Google Shape;104;p1">
            <a:extLst>
              <a:ext uri="{FF2B5EF4-FFF2-40B4-BE49-F238E27FC236}">
                <a16:creationId xmlns:a16="http://schemas.microsoft.com/office/drawing/2014/main" id="{2019FD63-931F-B69A-262F-4E6BAA147471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14400" y="8354520"/>
            <a:ext cx="1436400" cy="125244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11;p1">
            <a:extLst>
              <a:ext uri="{FF2B5EF4-FFF2-40B4-BE49-F238E27FC236}">
                <a16:creationId xmlns:a16="http://schemas.microsoft.com/office/drawing/2014/main" id="{1204DEAB-99AB-69B7-2AC7-275AC1249B89}"/>
              </a:ext>
            </a:extLst>
          </p:cNvPr>
          <p:cNvSpPr/>
          <p:nvPr/>
        </p:nvSpPr>
        <p:spPr>
          <a:xfrm>
            <a:off x="934292" y="5735481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algn="ctr"/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I,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signaturerRankFull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signaturer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},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Officer Commanding, Australian Special Operations Taskforce, hereby promote</a:t>
            </a:r>
            <a:endParaRPr lang="en-GB"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Google Shape;2147;p113">
            <a:extLst>
              <a:ext uri="{FF2B5EF4-FFF2-40B4-BE49-F238E27FC236}">
                <a16:creationId xmlns:a16="http://schemas.microsoft.com/office/drawing/2014/main" id="{9C347A54-4B2D-A04A-6246-D029DFF4D01A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 l="5104" t="14133" r="86728" b="36345"/>
          <a:stretch/>
        </p:blipFill>
        <p:spPr>
          <a:xfrm>
            <a:off x="3525837" y="1701165"/>
            <a:ext cx="1230045" cy="163107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114;p1">
            <a:extLst>
              <a:ext uri="{FF2B5EF4-FFF2-40B4-BE49-F238E27FC236}">
                <a16:creationId xmlns:a16="http://schemas.microsoft.com/office/drawing/2014/main" id="{36063512-6A4E-C8C6-2255-7F7ACE78B377}"/>
              </a:ext>
            </a:extLst>
          </p:cNvPr>
          <p:cNvSpPr/>
          <p:nvPr/>
        </p:nvSpPr>
        <p:spPr>
          <a:xfrm>
            <a:off x="2932650" y="8215616"/>
            <a:ext cx="4539420" cy="521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{</a:t>
            </a:r>
            <a:r>
              <a:rPr lang="en-AU" sz="2800" b="0" i="1" u="none" strike="noStrike" cap="none" dirty="0" err="1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signaturerRankShort</a:t>
            </a: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} {</a:t>
            </a:r>
            <a:r>
              <a:rPr lang="en-AU" sz="2800" b="0" i="1" u="none" strike="noStrike" cap="none" dirty="0" err="1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signaturer</a:t>
            </a: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}</a:t>
            </a:r>
            <a:endParaRPr sz="2800" b="0" i="0" u="none" strike="noStrike" cap="none" dirty="0">
              <a:solidFill>
                <a:srgbClr val="000000"/>
              </a:solidFill>
              <a:latin typeface="Brush Script MT" panose="03060802040406070304" pitchFamily="66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493802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83E8240A-155B-4318-9FEF-58802E215C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">
            <a:extLst>
              <a:ext uri="{FF2B5EF4-FFF2-40B4-BE49-F238E27FC236}">
                <a16:creationId xmlns:a16="http://schemas.microsoft.com/office/drawing/2014/main" id="{24FAAC55-A216-9D3A-21F5-35F33CE37066}"/>
              </a:ext>
            </a:extLst>
          </p:cNvPr>
          <p:cNvSpPr/>
          <p:nvPr/>
        </p:nvSpPr>
        <p:spPr>
          <a:xfrm rot="5400000">
            <a:off x="-1500189" y="1487486"/>
            <a:ext cx="11268076" cy="8293101"/>
          </a:xfrm>
          <a:prstGeom prst="rect">
            <a:avLst/>
          </a:prstGeom>
          <a:blipFill rotWithShape="0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0000" tIns="45000" rIns="90000" bIns="45000" anchor="t" anchorCtr="1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Google Shape;102;p1">
            <a:extLst>
              <a:ext uri="{FF2B5EF4-FFF2-40B4-BE49-F238E27FC236}">
                <a16:creationId xmlns:a16="http://schemas.microsoft.com/office/drawing/2014/main" id="{99C275FE-B19D-BD61-D125-B8BB34210E9E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10028" t="12535" r="10465" b="20264"/>
          <a:stretch/>
        </p:blipFill>
        <p:spPr>
          <a:xfrm rot="5400000">
            <a:off x="-1521845" y="1469005"/>
            <a:ext cx="11419340" cy="8401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103;p1">
            <a:extLst>
              <a:ext uri="{FF2B5EF4-FFF2-40B4-BE49-F238E27FC236}">
                <a16:creationId xmlns:a16="http://schemas.microsoft.com/office/drawing/2014/main" id="{BE5EEECA-B26D-4FB5-79F7-08F1AA6CD7CC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29378" y="738891"/>
            <a:ext cx="6821645" cy="9877373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105;p1">
            <a:extLst>
              <a:ext uri="{FF2B5EF4-FFF2-40B4-BE49-F238E27FC236}">
                <a16:creationId xmlns:a16="http://schemas.microsoft.com/office/drawing/2014/main" id="{8D507838-860E-034A-06BD-31CBADF8506C}"/>
              </a:ext>
            </a:extLst>
          </p:cNvPr>
          <p:cNvSpPr/>
          <p:nvPr/>
        </p:nvSpPr>
        <p:spPr>
          <a:xfrm>
            <a:off x="933609" y="3422520"/>
            <a:ext cx="6419529" cy="737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4200" b="0" i="0" u="none" strike="noStrike" cap="none" dirty="0">
                <a:solidFill>
                  <a:schemeClr val="dk1"/>
                </a:solidFill>
                <a:latin typeface="Old English Text MT" panose="03040902040508030806" pitchFamily="66" charset="0"/>
                <a:sym typeface="Arial"/>
              </a:rPr>
              <a:t>Certificate Of Promotion</a:t>
            </a:r>
            <a:endParaRPr sz="4200" b="0" i="0" u="none" strike="noStrike" cap="none" dirty="0">
              <a:solidFill>
                <a:srgbClr val="000000"/>
              </a:solidFill>
              <a:latin typeface="Old English Text MT" panose="03040902040508030806" pitchFamily="66" charset="0"/>
              <a:sym typeface="Arial"/>
            </a:endParaRPr>
          </a:p>
        </p:txBody>
      </p:sp>
      <p:sp>
        <p:nvSpPr>
          <p:cNvPr id="30" name="Google Shape;106;p1">
            <a:extLst>
              <a:ext uri="{FF2B5EF4-FFF2-40B4-BE49-F238E27FC236}">
                <a16:creationId xmlns:a16="http://schemas.microsoft.com/office/drawing/2014/main" id="{C5A3E902-D9AD-ED29-A8F0-4BE52D5B1D75}"/>
              </a:ext>
            </a:extLst>
          </p:cNvPr>
          <p:cNvSpPr/>
          <p:nvPr/>
        </p:nvSpPr>
        <p:spPr>
          <a:xfrm>
            <a:off x="933609" y="4124520"/>
            <a:ext cx="6419529" cy="644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36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</a:t>
            </a:r>
            <a:endParaRPr sz="3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" name="Google Shape;107;p1">
            <a:extLst>
              <a:ext uri="{FF2B5EF4-FFF2-40B4-BE49-F238E27FC236}">
                <a16:creationId xmlns:a16="http://schemas.microsoft.com/office/drawing/2014/main" id="{0CAE2C85-9077-A6F9-5D2E-D09D47276E0C}"/>
              </a:ext>
            </a:extLst>
          </p:cNvPr>
          <p:cNvCxnSpPr/>
          <p:nvPr/>
        </p:nvCxnSpPr>
        <p:spPr>
          <a:xfrm flipH="1">
            <a:off x="3722400" y="8696520"/>
            <a:ext cx="2822040" cy="792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33" name="Google Shape;109;p1">
            <a:extLst>
              <a:ext uri="{FF2B5EF4-FFF2-40B4-BE49-F238E27FC236}">
                <a16:creationId xmlns:a16="http://schemas.microsoft.com/office/drawing/2014/main" id="{829312E4-BCB7-B5B1-438B-C0E62849BA7E}"/>
              </a:ext>
            </a:extLst>
          </p:cNvPr>
          <p:cNvSpPr/>
          <p:nvPr/>
        </p:nvSpPr>
        <p:spPr>
          <a:xfrm>
            <a:off x="933609" y="6433920"/>
            <a:ext cx="6419529" cy="583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32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110;p1">
            <a:extLst>
              <a:ext uri="{FF2B5EF4-FFF2-40B4-BE49-F238E27FC236}">
                <a16:creationId xmlns:a16="http://schemas.microsoft.com/office/drawing/2014/main" id="{CDA7B9E9-10AD-2B62-9CD9-A7DD54EFF165}"/>
              </a:ext>
            </a:extLst>
          </p:cNvPr>
          <p:cNvSpPr/>
          <p:nvPr/>
        </p:nvSpPr>
        <p:spPr>
          <a:xfrm>
            <a:off x="933609" y="7119720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the rank of </a:t>
            </a:r>
            <a:r>
              <a:rPr lang="en-AU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Leading Private 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 effect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dateNumber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r>
              <a:rPr lang="en-GB" sz="2000" b="0" i="1" u="none" strike="noStrike" cap="none" baseline="30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{suffix}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{date}.</a:t>
            </a:r>
            <a:endParaRPr lang="en-GB"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111;p1">
            <a:extLst>
              <a:ext uri="{FF2B5EF4-FFF2-40B4-BE49-F238E27FC236}">
                <a16:creationId xmlns:a16="http://schemas.microsoft.com/office/drawing/2014/main" id="{ABCA784C-BE6E-336E-A3E2-B0BFA2E27074}"/>
              </a:ext>
            </a:extLst>
          </p:cNvPr>
          <p:cNvSpPr/>
          <p:nvPr/>
        </p:nvSpPr>
        <p:spPr>
          <a:xfrm>
            <a:off x="933609" y="4820400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 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has completed all necessary trainings and been deemed suitable in all areas required for promotion.</a:t>
            </a:r>
          </a:p>
        </p:txBody>
      </p:sp>
      <p:sp>
        <p:nvSpPr>
          <p:cNvPr id="37" name="Google Shape;113;p1">
            <a:extLst>
              <a:ext uri="{FF2B5EF4-FFF2-40B4-BE49-F238E27FC236}">
                <a16:creationId xmlns:a16="http://schemas.microsoft.com/office/drawing/2014/main" id="{DDEFD668-8D39-C45F-BB47-FF3A01E03D01}"/>
              </a:ext>
            </a:extLst>
          </p:cNvPr>
          <p:cNvSpPr/>
          <p:nvPr/>
        </p:nvSpPr>
        <p:spPr>
          <a:xfrm>
            <a:off x="2985840" y="8685000"/>
            <a:ext cx="4277880" cy="598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{signaturerRankShort} {signaturer}</a:t>
            </a:r>
            <a:br>
              <a:rPr lang="en-AU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Officer Commanding</a:t>
            </a:r>
            <a:br>
              <a:rPr lang="en-AU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Australian Special Operations Taskforce HQ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" name="Google Shape;104;p1">
            <a:extLst>
              <a:ext uri="{FF2B5EF4-FFF2-40B4-BE49-F238E27FC236}">
                <a16:creationId xmlns:a16="http://schemas.microsoft.com/office/drawing/2014/main" id="{120A993E-78A3-6CC4-FBE2-FC0FAD8F6E9D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14400" y="8354520"/>
            <a:ext cx="1436400" cy="125244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11;p1">
            <a:extLst>
              <a:ext uri="{FF2B5EF4-FFF2-40B4-BE49-F238E27FC236}">
                <a16:creationId xmlns:a16="http://schemas.microsoft.com/office/drawing/2014/main" id="{D5C82B52-6B72-9E72-0A51-C011CCA29DC5}"/>
              </a:ext>
            </a:extLst>
          </p:cNvPr>
          <p:cNvSpPr/>
          <p:nvPr/>
        </p:nvSpPr>
        <p:spPr>
          <a:xfrm>
            <a:off x="934292" y="5735481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algn="ctr"/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I,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signaturerRankFull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signaturer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},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Officer Commanding, Australian Special Operations Taskforce, hereby promote</a:t>
            </a:r>
            <a:endParaRPr lang="en-GB"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Google Shape;183;p5">
            <a:extLst>
              <a:ext uri="{FF2B5EF4-FFF2-40B4-BE49-F238E27FC236}">
                <a16:creationId xmlns:a16="http://schemas.microsoft.com/office/drawing/2014/main" id="{1882D6E4-8AA9-B149-51CE-5E1DFE752343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 l="25990" t="17860" r="27520" b="22775"/>
          <a:stretch/>
        </p:blipFill>
        <p:spPr>
          <a:xfrm>
            <a:off x="3525837" y="1701165"/>
            <a:ext cx="1228725" cy="156901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114;p1">
            <a:extLst>
              <a:ext uri="{FF2B5EF4-FFF2-40B4-BE49-F238E27FC236}">
                <a16:creationId xmlns:a16="http://schemas.microsoft.com/office/drawing/2014/main" id="{E5256EEB-316E-D3BE-B608-5C98EF1D8681}"/>
              </a:ext>
            </a:extLst>
          </p:cNvPr>
          <p:cNvSpPr/>
          <p:nvPr/>
        </p:nvSpPr>
        <p:spPr>
          <a:xfrm>
            <a:off x="2932650" y="8215616"/>
            <a:ext cx="4539420" cy="521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{</a:t>
            </a:r>
            <a:r>
              <a:rPr lang="en-AU" sz="2800" b="0" i="1" u="none" strike="noStrike" cap="none" dirty="0" err="1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signaturerRankShort</a:t>
            </a: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} {</a:t>
            </a:r>
            <a:r>
              <a:rPr lang="en-AU" sz="2800" b="0" i="1" u="none" strike="noStrike" cap="none" dirty="0" err="1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signaturer</a:t>
            </a: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}</a:t>
            </a:r>
            <a:endParaRPr sz="2800" b="0" i="0" u="none" strike="noStrike" cap="none" dirty="0">
              <a:solidFill>
                <a:srgbClr val="000000"/>
              </a:solidFill>
              <a:latin typeface="Brush Script MT" panose="03060802040406070304" pitchFamily="66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691556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E6BCAB08-394F-13A6-B027-C39C2913C6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">
            <a:extLst>
              <a:ext uri="{FF2B5EF4-FFF2-40B4-BE49-F238E27FC236}">
                <a16:creationId xmlns:a16="http://schemas.microsoft.com/office/drawing/2014/main" id="{1F8F12A9-3878-FCF5-FC23-004071127BA6}"/>
              </a:ext>
            </a:extLst>
          </p:cNvPr>
          <p:cNvSpPr/>
          <p:nvPr/>
        </p:nvSpPr>
        <p:spPr>
          <a:xfrm rot="5400000">
            <a:off x="-1500189" y="1487486"/>
            <a:ext cx="11268076" cy="8293101"/>
          </a:xfrm>
          <a:prstGeom prst="rect">
            <a:avLst/>
          </a:prstGeom>
          <a:blipFill rotWithShape="0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0000" tIns="45000" rIns="90000" bIns="45000" anchor="t" anchorCtr="1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Google Shape;102;p1">
            <a:extLst>
              <a:ext uri="{FF2B5EF4-FFF2-40B4-BE49-F238E27FC236}">
                <a16:creationId xmlns:a16="http://schemas.microsoft.com/office/drawing/2014/main" id="{3A61E987-D71A-34F2-D7A4-B728A6664A0B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10028" t="12535" r="10465" b="20264"/>
          <a:stretch/>
        </p:blipFill>
        <p:spPr>
          <a:xfrm rot="5400000">
            <a:off x="-1521845" y="1469005"/>
            <a:ext cx="11419340" cy="8401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103;p1">
            <a:extLst>
              <a:ext uri="{FF2B5EF4-FFF2-40B4-BE49-F238E27FC236}">
                <a16:creationId xmlns:a16="http://schemas.microsoft.com/office/drawing/2014/main" id="{8B1562D8-38FA-DFB1-2F8F-31767077203F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29378" y="738891"/>
            <a:ext cx="6821645" cy="9877373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105;p1">
            <a:extLst>
              <a:ext uri="{FF2B5EF4-FFF2-40B4-BE49-F238E27FC236}">
                <a16:creationId xmlns:a16="http://schemas.microsoft.com/office/drawing/2014/main" id="{844BFBE7-F050-12E6-E866-C8B04757446E}"/>
              </a:ext>
            </a:extLst>
          </p:cNvPr>
          <p:cNvSpPr/>
          <p:nvPr/>
        </p:nvSpPr>
        <p:spPr>
          <a:xfrm>
            <a:off x="933609" y="3422520"/>
            <a:ext cx="6419529" cy="737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4200" b="0" i="0" u="none" strike="noStrike" cap="none" dirty="0">
                <a:solidFill>
                  <a:schemeClr val="dk1"/>
                </a:solidFill>
                <a:latin typeface="Old English Text MT" panose="03040902040508030806" pitchFamily="66" charset="0"/>
                <a:sym typeface="Arial"/>
              </a:rPr>
              <a:t>Certificate Of Promotion</a:t>
            </a:r>
            <a:endParaRPr sz="4200" b="0" i="0" u="none" strike="noStrike" cap="none" dirty="0">
              <a:solidFill>
                <a:srgbClr val="000000"/>
              </a:solidFill>
              <a:latin typeface="Old English Text MT" panose="03040902040508030806" pitchFamily="66" charset="0"/>
              <a:sym typeface="Arial"/>
            </a:endParaRPr>
          </a:p>
        </p:txBody>
      </p:sp>
      <p:sp>
        <p:nvSpPr>
          <p:cNvPr id="30" name="Google Shape;106;p1">
            <a:extLst>
              <a:ext uri="{FF2B5EF4-FFF2-40B4-BE49-F238E27FC236}">
                <a16:creationId xmlns:a16="http://schemas.microsoft.com/office/drawing/2014/main" id="{30BF6E42-2306-BD85-C849-B3FB65E4F033}"/>
              </a:ext>
            </a:extLst>
          </p:cNvPr>
          <p:cNvSpPr/>
          <p:nvPr/>
        </p:nvSpPr>
        <p:spPr>
          <a:xfrm>
            <a:off x="933609" y="4124520"/>
            <a:ext cx="6419529" cy="644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36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</a:t>
            </a:r>
            <a:endParaRPr sz="3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" name="Google Shape;107;p1">
            <a:extLst>
              <a:ext uri="{FF2B5EF4-FFF2-40B4-BE49-F238E27FC236}">
                <a16:creationId xmlns:a16="http://schemas.microsoft.com/office/drawing/2014/main" id="{6AA27859-6452-5B0C-C2B0-D950EE284DC7}"/>
              </a:ext>
            </a:extLst>
          </p:cNvPr>
          <p:cNvCxnSpPr/>
          <p:nvPr/>
        </p:nvCxnSpPr>
        <p:spPr>
          <a:xfrm flipH="1">
            <a:off x="3722400" y="8696520"/>
            <a:ext cx="2822040" cy="792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33" name="Google Shape;109;p1">
            <a:extLst>
              <a:ext uri="{FF2B5EF4-FFF2-40B4-BE49-F238E27FC236}">
                <a16:creationId xmlns:a16="http://schemas.microsoft.com/office/drawing/2014/main" id="{AC5196D3-4D77-E723-7516-842105CBE5E1}"/>
              </a:ext>
            </a:extLst>
          </p:cNvPr>
          <p:cNvSpPr/>
          <p:nvPr/>
        </p:nvSpPr>
        <p:spPr>
          <a:xfrm>
            <a:off x="933609" y="6433920"/>
            <a:ext cx="6419529" cy="583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32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110;p1">
            <a:extLst>
              <a:ext uri="{FF2B5EF4-FFF2-40B4-BE49-F238E27FC236}">
                <a16:creationId xmlns:a16="http://schemas.microsoft.com/office/drawing/2014/main" id="{1C858DA4-F841-12E0-5B41-0378FCF0CE84}"/>
              </a:ext>
            </a:extLst>
          </p:cNvPr>
          <p:cNvSpPr/>
          <p:nvPr/>
        </p:nvSpPr>
        <p:spPr>
          <a:xfrm>
            <a:off x="933609" y="7119720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the rank of </a:t>
            </a:r>
            <a:r>
              <a:rPr lang="en-AU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Senior Private 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 effect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dateNumber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r>
              <a:rPr lang="en-GB" sz="2000" b="0" i="1" u="none" strike="noStrike" cap="none" baseline="30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{suffix}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{date}.</a:t>
            </a:r>
            <a:endParaRPr lang="en-GB"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111;p1">
            <a:extLst>
              <a:ext uri="{FF2B5EF4-FFF2-40B4-BE49-F238E27FC236}">
                <a16:creationId xmlns:a16="http://schemas.microsoft.com/office/drawing/2014/main" id="{BC988F29-CB93-9D19-0BC7-872FE7401BAB}"/>
              </a:ext>
            </a:extLst>
          </p:cNvPr>
          <p:cNvSpPr/>
          <p:nvPr/>
        </p:nvSpPr>
        <p:spPr>
          <a:xfrm>
            <a:off x="933609" y="4820400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 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has completed all necessary trainings and been deemed suitable in all areas required for promotion.</a:t>
            </a:r>
          </a:p>
        </p:txBody>
      </p:sp>
      <p:sp>
        <p:nvSpPr>
          <p:cNvPr id="37" name="Google Shape;113;p1">
            <a:extLst>
              <a:ext uri="{FF2B5EF4-FFF2-40B4-BE49-F238E27FC236}">
                <a16:creationId xmlns:a16="http://schemas.microsoft.com/office/drawing/2014/main" id="{E12189B0-6D6E-A323-45DE-7C3248FF3C3C}"/>
              </a:ext>
            </a:extLst>
          </p:cNvPr>
          <p:cNvSpPr/>
          <p:nvPr/>
        </p:nvSpPr>
        <p:spPr>
          <a:xfrm>
            <a:off x="2985840" y="8685000"/>
            <a:ext cx="4277880" cy="598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{signaturerRankShort} {signaturer}</a:t>
            </a:r>
            <a:br>
              <a:rPr lang="en-AU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Officer Commanding</a:t>
            </a:r>
            <a:br>
              <a:rPr lang="en-AU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Australian Special Operations Taskforce HQ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" name="Google Shape;104;p1">
            <a:extLst>
              <a:ext uri="{FF2B5EF4-FFF2-40B4-BE49-F238E27FC236}">
                <a16:creationId xmlns:a16="http://schemas.microsoft.com/office/drawing/2014/main" id="{D87AFFBC-6604-C34F-A125-AD562A3809C9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14400" y="8354520"/>
            <a:ext cx="1436400" cy="125244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11;p1">
            <a:extLst>
              <a:ext uri="{FF2B5EF4-FFF2-40B4-BE49-F238E27FC236}">
                <a16:creationId xmlns:a16="http://schemas.microsoft.com/office/drawing/2014/main" id="{5859854E-A37E-2A5D-1595-976D5E6E16DC}"/>
              </a:ext>
            </a:extLst>
          </p:cNvPr>
          <p:cNvSpPr/>
          <p:nvPr/>
        </p:nvSpPr>
        <p:spPr>
          <a:xfrm>
            <a:off x="934292" y="5735481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algn="ctr"/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I,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signaturerRankFull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signaturer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},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Officer Commanding, Australian Special Operations Taskforce, hereby promote</a:t>
            </a:r>
            <a:endParaRPr lang="en-GB"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Google Shape;201;p6">
            <a:extLst>
              <a:ext uri="{FF2B5EF4-FFF2-40B4-BE49-F238E27FC236}">
                <a16:creationId xmlns:a16="http://schemas.microsoft.com/office/drawing/2014/main" id="{68553029-6C34-FF9A-34D9-C01DECBCA1AF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 l="29197" t="20376" r="31421" b="25696"/>
          <a:stretch/>
        </p:blipFill>
        <p:spPr>
          <a:xfrm>
            <a:off x="3671094" y="1829753"/>
            <a:ext cx="938212" cy="1284757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14;p1">
            <a:extLst>
              <a:ext uri="{FF2B5EF4-FFF2-40B4-BE49-F238E27FC236}">
                <a16:creationId xmlns:a16="http://schemas.microsoft.com/office/drawing/2014/main" id="{63662207-9089-8DD2-72A2-2E9DA44D1738}"/>
              </a:ext>
            </a:extLst>
          </p:cNvPr>
          <p:cNvSpPr/>
          <p:nvPr/>
        </p:nvSpPr>
        <p:spPr>
          <a:xfrm>
            <a:off x="2932650" y="8215616"/>
            <a:ext cx="4539420" cy="521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{</a:t>
            </a:r>
            <a:r>
              <a:rPr lang="en-AU" sz="2800" b="0" i="1" u="none" strike="noStrike" cap="none" dirty="0" err="1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signaturerRankShort</a:t>
            </a: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} {</a:t>
            </a:r>
            <a:r>
              <a:rPr lang="en-AU" sz="2800" b="0" i="1" u="none" strike="noStrike" cap="none" dirty="0" err="1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signaturer</a:t>
            </a: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}</a:t>
            </a:r>
            <a:endParaRPr sz="2800" b="0" i="0" u="none" strike="noStrike" cap="none" dirty="0">
              <a:solidFill>
                <a:srgbClr val="000000"/>
              </a:solidFill>
              <a:latin typeface="Brush Script MT" panose="03060802040406070304" pitchFamily="66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150531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0D0327BF-E758-59FD-B474-94B218B932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">
            <a:extLst>
              <a:ext uri="{FF2B5EF4-FFF2-40B4-BE49-F238E27FC236}">
                <a16:creationId xmlns:a16="http://schemas.microsoft.com/office/drawing/2014/main" id="{3036240B-1D4B-E8DC-4B94-806F2F404B52}"/>
              </a:ext>
            </a:extLst>
          </p:cNvPr>
          <p:cNvSpPr/>
          <p:nvPr/>
        </p:nvSpPr>
        <p:spPr>
          <a:xfrm rot="5400000">
            <a:off x="-1500189" y="1487486"/>
            <a:ext cx="11268076" cy="8293101"/>
          </a:xfrm>
          <a:prstGeom prst="rect">
            <a:avLst/>
          </a:prstGeom>
          <a:blipFill rotWithShape="0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0000" tIns="45000" rIns="90000" bIns="45000" anchor="t" anchorCtr="1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Google Shape;102;p1">
            <a:extLst>
              <a:ext uri="{FF2B5EF4-FFF2-40B4-BE49-F238E27FC236}">
                <a16:creationId xmlns:a16="http://schemas.microsoft.com/office/drawing/2014/main" id="{7137838C-7C16-6407-7B5F-6AF70E275EA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10028" t="12535" r="10465" b="20264"/>
          <a:stretch/>
        </p:blipFill>
        <p:spPr>
          <a:xfrm rot="5400000">
            <a:off x="-1521845" y="1469005"/>
            <a:ext cx="11419340" cy="8401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103;p1">
            <a:extLst>
              <a:ext uri="{FF2B5EF4-FFF2-40B4-BE49-F238E27FC236}">
                <a16:creationId xmlns:a16="http://schemas.microsoft.com/office/drawing/2014/main" id="{602B952F-6C86-F9A5-A994-5F91AFBAD4FA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29378" y="738891"/>
            <a:ext cx="6821645" cy="9877373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105;p1">
            <a:extLst>
              <a:ext uri="{FF2B5EF4-FFF2-40B4-BE49-F238E27FC236}">
                <a16:creationId xmlns:a16="http://schemas.microsoft.com/office/drawing/2014/main" id="{BF28A728-43FB-C3FB-3C62-93475DF357E3}"/>
              </a:ext>
            </a:extLst>
          </p:cNvPr>
          <p:cNvSpPr/>
          <p:nvPr/>
        </p:nvSpPr>
        <p:spPr>
          <a:xfrm>
            <a:off x="933609" y="3422520"/>
            <a:ext cx="6419529" cy="737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4200" b="0" i="0" u="none" strike="noStrike" cap="none" dirty="0">
                <a:solidFill>
                  <a:schemeClr val="dk1"/>
                </a:solidFill>
                <a:latin typeface="Old English Text MT" panose="03040902040508030806" pitchFamily="66" charset="0"/>
                <a:sym typeface="Arial"/>
              </a:rPr>
              <a:t>Certificate Of Promotion</a:t>
            </a:r>
            <a:endParaRPr sz="4200" b="0" i="0" u="none" strike="noStrike" cap="none" dirty="0">
              <a:solidFill>
                <a:srgbClr val="000000"/>
              </a:solidFill>
              <a:latin typeface="Old English Text MT" panose="03040902040508030806" pitchFamily="66" charset="0"/>
              <a:sym typeface="Arial"/>
            </a:endParaRPr>
          </a:p>
        </p:txBody>
      </p:sp>
      <p:sp>
        <p:nvSpPr>
          <p:cNvPr id="30" name="Google Shape;106;p1">
            <a:extLst>
              <a:ext uri="{FF2B5EF4-FFF2-40B4-BE49-F238E27FC236}">
                <a16:creationId xmlns:a16="http://schemas.microsoft.com/office/drawing/2014/main" id="{B7CE9249-822A-B4C2-949C-A4BCAD9BAED1}"/>
              </a:ext>
            </a:extLst>
          </p:cNvPr>
          <p:cNvSpPr/>
          <p:nvPr/>
        </p:nvSpPr>
        <p:spPr>
          <a:xfrm>
            <a:off x="933609" y="4124520"/>
            <a:ext cx="6419529" cy="644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36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</a:t>
            </a:r>
            <a:endParaRPr sz="3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" name="Google Shape;107;p1">
            <a:extLst>
              <a:ext uri="{FF2B5EF4-FFF2-40B4-BE49-F238E27FC236}">
                <a16:creationId xmlns:a16="http://schemas.microsoft.com/office/drawing/2014/main" id="{507B691C-A09F-EC6E-589D-8250378D254E}"/>
              </a:ext>
            </a:extLst>
          </p:cNvPr>
          <p:cNvCxnSpPr/>
          <p:nvPr/>
        </p:nvCxnSpPr>
        <p:spPr>
          <a:xfrm flipH="1">
            <a:off x="3722400" y="8696520"/>
            <a:ext cx="2822040" cy="792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33" name="Google Shape;109;p1">
            <a:extLst>
              <a:ext uri="{FF2B5EF4-FFF2-40B4-BE49-F238E27FC236}">
                <a16:creationId xmlns:a16="http://schemas.microsoft.com/office/drawing/2014/main" id="{C08D1B68-16D6-9747-E7DE-F4CE9ED0B587}"/>
              </a:ext>
            </a:extLst>
          </p:cNvPr>
          <p:cNvSpPr/>
          <p:nvPr/>
        </p:nvSpPr>
        <p:spPr>
          <a:xfrm>
            <a:off x="933609" y="6433920"/>
            <a:ext cx="6419529" cy="583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32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110;p1">
            <a:extLst>
              <a:ext uri="{FF2B5EF4-FFF2-40B4-BE49-F238E27FC236}">
                <a16:creationId xmlns:a16="http://schemas.microsoft.com/office/drawing/2014/main" id="{95768F8D-6879-A92F-C554-CAAB0763360A}"/>
              </a:ext>
            </a:extLst>
          </p:cNvPr>
          <p:cNvSpPr/>
          <p:nvPr/>
        </p:nvSpPr>
        <p:spPr>
          <a:xfrm>
            <a:off x="933609" y="7119720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the rank of </a:t>
            </a:r>
            <a:r>
              <a:rPr lang="en-AU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Senior Leading Private 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 effect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dateNumber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r>
              <a:rPr lang="en-GB" sz="2000" b="0" i="1" u="none" strike="noStrike" cap="none" baseline="30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{suffix}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{date}.</a:t>
            </a:r>
            <a:endParaRPr lang="en-GB"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111;p1">
            <a:extLst>
              <a:ext uri="{FF2B5EF4-FFF2-40B4-BE49-F238E27FC236}">
                <a16:creationId xmlns:a16="http://schemas.microsoft.com/office/drawing/2014/main" id="{6280E43F-B65C-A0F0-6E76-A4757058340A}"/>
              </a:ext>
            </a:extLst>
          </p:cNvPr>
          <p:cNvSpPr/>
          <p:nvPr/>
        </p:nvSpPr>
        <p:spPr>
          <a:xfrm>
            <a:off x="933609" y="4820400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 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has completed all necessary trainings and been deemed suitable in all areas required for promotion.</a:t>
            </a:r>
          </a:p>
        </p:txBody>
      </p:sp>
      <p:sp>
        <p:nvSpPr>
          <p:cNvPr id="37" name="Google Shape;113;p1">
            <a:extLst>
              <a:ext uri="{FF2B5EF4-FFF2-40B4-BE49-F238E27FC236}">
                <a16:creationId xmlns:a16="http://schemas.microsoft.com/office/drawing/2014/main" id="{F92C2F13-1009-3B61-A67A-94F35CCBE48F}"/>
              </a:ext>
            </a:extLst>
          </p:cNvPr>
          <p:cNvSpPr/>
          <p:nvPr/>
        </p:nvSpPr>
        <p:spPr>
          <a:xfrm>
            <a:off x="2985840" y="8685000"/>
            <a:ext cx="4277880" cy="598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{signaturerRankShort} {signaturer}</a:t>
            </a:r>
            <a:br>
              <a:rPr lang="en-AU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Officer Commanding</a:t>
            </a:r>
            <a:br>
              <a:rPr lang="en-AU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Australian Special Operations Taskforce HQ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" name="Google Shape;104;p1">
            <a:extLst>
              <a:ext uri="{FF2B5EF4-FFF2-40B4-BE49-F238E27FC236}">
                <a16:creationId xmlns:a16="http://schemas.microsoft.com/office/drawing/2014/main" id="{22C96EF2-43DA-B984-C74A-5721F0C4AD79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14400" y="8354520"/>
            <a:ext cx="1436400" cy="125244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11;p1">
            <a:extLst>
              <a:ext uri="{FF2B5EF4-FFF2-40B4-BE49-F238E27FC236}">
                <a16:creationId xmlns:a16="http://schemas.microsoft.com/office/drawing/2014/main" id="{158BF604-262B-DD58-CA65-CD65193F6A43}"/>
              </a:ext>
            </a:extLst>
          </p:cNvPr>
          <p:cNvSpPr/>
          <p:nvPr/>
        </p:nvSpPr>
        <p:spPr>
          <a:xfrm>
            <a:off x="934292" y="5735481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algn="ctr"/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I,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signaturerRankFull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signaturer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},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Officer Commanding, Australian Special Operations Taskforce, hereby promote</a:t>
            </a:r>
            <a:endParaRPr lang="en-GB"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Google Shape;309;p12">
            <a:extLst>
              <a:ext uri="{FF2B5EF4-FFF2-40B4-BE49-F238E27FC236}">
                <a16:creationId xmlns:a16="http://schemas.microsoft.com/office/drawing/2014/main" id="{D57920B6-EC1C-6BA0-F9A3-16F7556FDDCA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 l="17983" t="20568" r="19375" b="35792"/>
          <a:stretch/>
        </p:blipFill>
        <p:spPr>
          <a:xfrm>
            <a:off x="3220820" y="1824990"/>
            <a:ext cx="1850978" cy="128952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114;p1">
            <a:extLst>
              <a:ext uri="{FF2B5EF4-FFF2-40B4-BE49-F238E27FC236}">
                <a16:creationId xmlns:a16="http://schemas.microsoft.com/office/drawing/2014/main" id="{173AF5B8-445D-403D-E8E4-8D6A40010895}"/>
              </a:ext>
            </a:extLst>
          </p:cNvPr>
          <p:cNvSpPr/>
          <p:nvPr/>
        </p:nvSpPr>
        <p:spPr>
          <a:xfrm>
            <a:off x="2932650" y="8215616"/>
            <a:ext cx="4539420" cy="521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{</a:t>
            </a:r>
            <a:r>
              <a:rPr lang="en-AU" sz="2800" b="0" i="1" u="none" strike="noStrike" cap="none" dirty="0" err="1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signaturerRankShort</a:t>
            </a: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} {</a:t>
            </a:r>
            <a:r>
              <a:rPr lang="en-AU" sz="2800" b="0" i="1" u="none" strike="noStrike" cap="none" dirty="0" err="1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signaturer</a:t>
            </a: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}</a:t>
            </a:r>
            <a:endParaRPr sz="2800" b="0" i="0" u="none" strike="noStrike" cap="none" dirty="0">
              <a:solidFill>
                <a:srgbClr val="000000"/>
              </a:solidFill>
              <a:latin typeface="Brush Script MT" panose="03060802040406070304" pitchFamily="66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500514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4FDAE773-12DB-17E3-48A2-96B5D225FD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">
            <a:extLst>
              <a:ext uri="{FF2B5EF4-FFF2-40B4-BE49-F238E27FC236}">
                <a16:creationId xmlns:a16="http://schemas.microsoft.com/office/drawing/2014/main" id="{38794B58-D009-1F82-2511-9F8BDB1CC4F0}"/>
              </a:ext>
            </a:extLst>
          </p:cNvPr>
          <p:cNvSpPr/>
          <p:nvPr/>
        </p:nvSpPr>
        <p:spPr>
          <a:xfrm rot="5400000">
            <a:off x="-1500189" y="1487486"/>
            <a:ext cx="11268076" cy="8293101"/>
          </a:xfrm>
          <a:prstGeom prst="rect">
            <a:avLst/>
          </a:prstGeom>
          <a:blipFill rotWithShape="0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0000" tIns="45000" rIns="90000" bIns="45000" anchor="t" anchorCtr="1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Google Shape;102;p1">
            <a:extLst>
              <a:ext uri="{FF2B5EF4-FFF2-40B4-BE49-F238E27FC236}">
                <a16:creationId xmlns:a16="http://schemas.microsoft.com/office/drawing/2014/main" id="{20CF5C57-0E2C-B993-C9C4-709EC82F621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10028" t="12535" r="10465" b="20264"/>
          <a:stretch/>
        </p:blipFill>
        <p:spPr>
          <a:xfrm rot="5400000">
            <a:off x="-1521845" y="1469005"/>
            <a:ext cx="11419340" cy="8401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103;p1">
            <a:extLst>
              <a:ext uri="{FF2B5EF4-FFF2-40B4-BE49-F238E27FC236}">
                <a16:creationId xmlns:a16="http://schemas.microsoft.com/office/drawing/2014/main" id="{743BE6BD-EAB0-E5F6-5023-F22329478860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29378" y="738891"/>
            <a:ext cx="6821645" cy="9877373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105;p1">
            <a:extLst>
              <a:ext uri="{FF2B5EF4-FFF2-40B4-BE49-F238E27FC236}">
                <a16:creationId xmlns:a16="http://schemas.microsoft.com/office/drawing/2014/main" id="{D9D4CAC7-AAB1-EB14-A194-10F971ECA207}"/>
              </a:ext>
            </a:extLst>
          </p:cNvPr>
          <p:cNvSpPr/>
          <p:nvPr/>
        </p:nvSpPr>
        <p:spPr>
          <a:xfrm>
            <a:off x="933609" y="3422520"/>
            <a:ext cx="6419529" cy="737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4200" b="0" i="0" u="none" strike="noStrike" cap="none" dirty="0">
                <a:solidFill>
                  <a:schemeClr val="dk1"/>
                </a:solidFill>
                <a:latin typeface="Old English Text MT" panose="03040902040508030806" pitchFamily="66" charset="0"/>
                <a:sym typeface="Arial"/>
              </a:rPr>
              <a:t>Certificate Of Promotion</a:t>
            </a:r>
            <a:endParaRPr sz="4200" b="0" i="0" u="none" strike="noStrike" cap="none" dirty="0">
              <a:solidFill>
                <a:srgbClr val="000000"/>
              </a:solidFill>
              <a:latin typeface="Old English Text MT" panose="03040902040508030806" pitchFamily="66" charset="0"/>
              <a:sym typeface="Arial"/>
            </a:endParaRPr>
          </a:p>
        </p:txBody>
      </p:sp>
      <p:sp>
        <p:nvSpPr>
          <p:cNvPr id="30" name="Google Shape;106;p1">
            <a:extLst>
              <a:ext uri="{FF2B5EF4-FFF2-40B4-BE49-F238E27FC236}">
                <a16:creationId xmlns:a16="http://schemas.microsoft.com/office/drawing/2014/main" id="{03509260-B843-5E09-A791-DFC1687F7811}"/>
              </a:ext>
            </a:extLst>
          </p:cNvPr>
          <p:cNvSpPr/>
          <p:nvPr/>
        </p:nvSpPr>
        <p:spPr>
          <a:xfrm>
            <a:off x="933609" y="4124520"/>
            <a:ext cx="6419529" cy="644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36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</a:t>
            </a:r>
            <a:endParaRPr sz="3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" name="Google Shape;107;p1">
            <a:extLst>
              <a:ext uri="{FF2B5EF4-FFF2-40B4-BE49-F238E27FC236}">
                <a16:creationId xmlns:a16="http://schemas.microsoft.com/office/drawing/2014/main" id="{217DF6A9-E477-1AA8-D7BB-71A83F259A85}"/>
              </a:ext>
            </a:extLst>
          </p:cNvPr>
          <p:cNvCxnSpPr/>
          <p:nvPr/>
        </p:nvCxnSpPr>
        <p:spPr>
          <a:xfrm flipH="1">
            <a:off x="3722400" y="8696520"/>
            <a:ext cx="2822040" cy="792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33" name="Google Shape;109;p1">
            <a:extLst>
              <a:ext uri="{FF2B5EF4-FFF2-40B4-BE49-F238E27FC236}">
                <a16:creationId xmlns:a16="http://schemas.microsoft.com/office/drawing/2014/main" id="{683E0F32-B647-9F34-3BF0-B23BBF304108}"/>
              </a:ext>
            </a:extLst>
          </p:cNvPr>
          <p:cNvSpPr/>
          <p:nvPr/>
        </p:nvSpPr>
        <p:spPr>
          <a:xfrm>
            <a:off x="933609" y="6433920"/>
            <a:ext cx="6419529" cy="583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32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110;p1">
            <a:extLst>
              <a:ext uri="{FF2B5EF4-FFF2-40B4-BE49-F238E27FC236}">
                <a16:creationId xmlns:a16="http://schemas.microsoft.com/office/drawing/2014/main" id="{1BC11BAB-1B0D-6019-62AD-100D2C549744}"/>
              </a:ext>
            </a:extLst>
          </p:cNvPr>
          <p:cNvSpPr/>
          <p:nvPr/>
        </p:nvSpPr>
        <p:spPr>
          <a:xfrm>
            <a:off x="933609" y="7119720"/>
            <a:ext cx="6419529" cy="3986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the rank of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Sapper 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 effect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dateNumber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r>
              <a:rPr lang="en-GB" sz="2000" b="0" i="1" u="none" strike="noStrike" cap="none" baseline="30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{suffix}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{date}.</a:t>
            </a:r>
            <a:endParaRPr lang="en-GB"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111;p1">
            <a:extLst>
              <a:ext uri="{FF2B5EF4-FFF2-40B4-BE49-F238E27FC236}">
                <a16:creationId xmlns:a16="http://schemas.microsoft.com/office/drawing/2014/main" id="{080CCD13-6059-5B30-B929-44F994AE9F84}"/>
              </a:ext>
            </a:extLst>
          </p:cNvPr>
          <p:cNvSpPr/>
          <p:nvPr/>
        </p:nvSpPr>
        <p:spPr>
          <a:xfrm>
            <a:off x="933609" y="4820400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 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has completed all necessary trainings and been deemed suitable in all areas required for promotion.</a:t>
            </a:r>
          </a:p>
        </p:txBody>
      </p:sp>
      <p:sp>
        <p:nvSpPr>
          <p:cNvPr id="37" name="Google Shape;113;p1">
            <a:extLst>
              <a:ext uri="{FF2B5EF4-FFF2-40B4-BE49-F238E27FC236}">
                <a16:creationId xmlns:a16="http://schemas.microsoft.com/office/drawing/2014/main" id="{A59246EA-AFBE-6673-CA95-AA6C70BF69B8}"/>
              </a:ext>
            </a:extLst>
          </p:cNvPr>
          <p:cNvSpPr/>
          <p:nvPr/>
        </p:nvSpPr>
        <p:spPr>
          <a:xfrm>
            <a:off x="2985840" y="8685000"/>
            <a:ext cx="4277880" cy="598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1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AU" sz="1100" b="1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signaturerRankShort</a:t>
            </a:r>
            <a:r>
              <a:rPr lang="en-AU" sz="11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 {</a:t>
            </a:r>
            <a:r>
              <a:rPr lang="en-AU" sz="1100" b="1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signaturer</a:t>
            </a:r>
            <a:r>
              <a:rPr lang="en-AU" sz="11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br>
              <a:rPr lang="en-AU" sz="11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Officer Commanding</a:t>
            </a:r>
            <a:br>
              <a:rPr lang="en-AU" sz="11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Australian Special Operations Taskforce HQ</a:t>
            </a:r>
            <a:endParaRPr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" name="Google Shape;104;p1">
            <a:extLst>
              <a:ext uri="{FF2B5EF4-FFF2-40B4-BE49-F238E27FC236}">
                <a16:creationId xmlns:a16="http://schemas.microsoft.com/office/drawing/2014/main" id="{B2748068-5155-2E8C-5CFE-AFA41B34C87B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14400" y="8354520"/>
            <a:ext cx="1436400" cy="125244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11;p1">
            <a:extLst>
              <a:ext uri="{FF2B5EF4-FFF2-40B4-BE49-F238E27FC236}">
                <a16:creationId xmlns:a16="http://schemas.microsoft.com/office/drawing/2014/main" id="{D7092788-1950-7084-3894-0808B4FD7AAC}"/>
              </a:ext>
            </a:extLst>
          </p:cNvPr>
          <p:cNvSpPr/>
          <p:nvPr/>
        </p:nvSpPr>
        <p:spPr>
          <a:xfrm>
            <a:off x="934292" y="5735481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algn="ctr"/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I,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signaturerRankFull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signaturer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},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Officer Commanding, Australian Special Operations Taskforce, hereby promote</a:t>
            </a:r>
            <a:endParaRPr lang="en-GB"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Google Shape;112;p1">
            <a:extLst>
              <a:ext uri="{FF2B5EF4-FFF2-40B4-BE49-F238E27FC236}">
                <a16:creationId xmlns:a16="http://schemas.microsoft.com/office/drawing/2014/main" id="{EB891417-FF24-4E1A-8206-F2D05E4B30FA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001715" y="1602206"/>
            <a:ext cx="2279880" cy="159948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14;p1">
            <a:extLst>
              <a:ext uri="{FF2B5EF4-FFF2-40B4-BE49-F238E27FC236}">
                <a16:creationId xmlns:a16="http://schemas.microsoft.com/office/drawing/2014/main" id="{3355BB2E-A94E-461D-91B9-F8A7D1828980}"/>
              </a:ext>
            </a:extLst>
          </p:cNvPr>
          <p:cNvSpPr/>
          <p:nvPr/>
        </p:nvSpPr>
        <p:spPr>
          <a:xfrm>
            <a:off x="2932650" y="8215616"/>
            <a:ext cx="4539420" cy="521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{</a:t>
            </a:r>
            <a:r>
              <a:rPr lang="en-AU" sz="2800" b="0" i="1" u="none" strike="noStrike" cap="none" dirty="0" err="1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signaturerRankShort</a:t>
            </a: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} {</a:t>
            </a:r>
            <a:r>
              <a:rPr lang="en-AU" sz="2800" b="0" i="1" u="none" strike="noStrike" cap="none" dirty="0" err="1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signaturer</a:t>
            </a: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}</a:t>
            </a:r>
            <a:endParaRPr sz="2800" b="0" i="0" u="none" strike="noStrike" cap="none" dirty="0">
              <a:solidFill>
                <a:srgbClr val="000000"/>
              </a:solidFill>
              <a:latin typeface="Brush Script MT" panose="03060802040406070304" pitchFamily="66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325213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C3644E45-F167-83A0-46D6-33DB46AB87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">
            <a:extLst>
              <a:ext uri="{FF2B5EF4-FFF2-40B4-BE49-F238E27FC236}">
                <a16:creationId xmlns:a16="http://schemas.microsoft.com/office/drawing/2014/main" id="{A057AE6B-F237-8352-7360-6116447B843A}"/>
              </a:ext>
            </a:extLst>
          </p:cNvPr>
          <p:cNvSpPr/>
          <p:nvPr/>
        </p:nvSpPr>
        <p:spPr>
          <a:xfrm rot="5400000">
            <a:off x="-1500189" y="1487486"/>
            <a:ext cx="11268076" cy="8293101"/>
          </a:xfrm>
          <a:prstGeom prst="rect">
            <a:avLst/>
          </a:prstGeom>
          <a:blipFill rotWithShape="0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0000" tIns="45000" rIns="90000" bIns="45000" anchor="t" anchorCtr="1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Google Shape;102;p1">
            <a:extLst>
              <a:ext uri="{FF2B5EF4-FFF2-40B4-BE49-F238E27FC236}">
                <a16:creationId xmlns:a16="http://schemas.microsoft.com/office/drawing/2014/main" id="{ACBDE75B-1BBD-DD6E-FA1E-9E7B890AE11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10028" t="12535" r="10465" b="20264"/>
          <a:stretch/>
        </p:blipFill>
        <p:spPr>
          <a:xfrm rot="5400000">
            <a:off x="-1521845" y="1469005"/>
            <a:ext cx="11419340" cy="8401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103;p1">
            <a:extLst>
              <a:ext uri="{FF2B5EF4-FFF2-40B4-BE49-F238E27FC236}">
                <a16:creationId xmlns:a16="http://schemas.microsoft.com/office/drawing/2014/main" id="{F3BFEA46-5D65-8C2B-E0E7-F6BEE62A36CD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29378" y="738891"/>
            <a:ext cx="6821645" cy="9877373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105;p1">
            <a:extLst>
              <a:ext uri="{FF2B5EF4-FFF2-40B4-BE49-F238E27FC236}">
                <a16:creationId xmlns:a16="http://schemas.microsoft.com/office/drawing/2014/main" id="{367F693C-1EBB-3667-7C59-0434FF92DC18}"/>
              </a:ext>
            </a:extLst>
          </p:cNvPr>
          <p:cNvSpPr/>
          <p:nvPr/>
        </p:nvSpPr>
        <p:spPr>
          <a:xfrm>
            <a:off x="933609" y="3422520"/>
            <a:ext cx="6419529" cy="737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4200" b="0" i="0" u="none" strike="noStrike" cap="none" dirty="0">
                <a:solidFill>
                  <a:schemeClr val="dk1"/>
                </a:solidFill>
                <a:latin typeface="Old English Text MT" panose="03040902040508030806" pitchFamily="66" charset="0"/>
                <a:sym typeface="Arial"/>
              </a:rPr>
              <a:t>Certificate Of Promotion</a:t>
            </a:r>
            <a:endParaRPr sz="4200" b="0" i="0" u="none" strike="noStrike" cap="none" dirty="0">
              <a:solidFill>
                <a:srgbClr val="000000"/>
              </a:solidFill>
              <a:latin typeface="Old English Text MT" panose="03040902040508030806" pitchFamily="66" charset="0"/>
              <a:sym typeface="Arial"/>
            </a:endParaRPr>
          </a:p>
        </p:txBody>
      </p:sp>
      <p:sp>
        <p:nvSpPr>
          <p:cNvPr id="30" name="Google Shape;106;p1">
            <a:extLst>
              <a:ext uri="{FF2B5EF4-FFF2-40B4-BE49-F238E27FC236}">
                <a16:creationId xmlns:a16="http://schemas.microsoft.com/office/drawing/2014/main" id="{AE2A095F-F419-F2E5-D30D-572230D45C48}"/>
              </a:ext>
            </a:extLst>
          </p:cNvPr>
          <p:cNvSpPr/>
          <p:nvPr/>
        </p:nvSpPr>
        <p:spPr>
          <a:xfrm>
            <a:off x="933609" y="4124520"/>
            <a:ext cx="6419529" cy="644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36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</a:t>
            </a:r>
            <a:endParaRPr sz="3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" name="Google Shape;107;p1">
            <a:extLst>
              <a:ext uri="{FF2B5EF4-FFF2-40B4-BE49-F238E27FC236}">
                <a16:creationId xmlns:a16="http://schemas.microsoft.com/office/drawing/2014/main" id="{B0DCE91A-2ABB-6524-8F53-92E14B601532}"/>
              </a:ext>
            </a:extLst>
          </p:cNvPr>
          <p:cNvCxnSpPr/>
          <p:nvPr/>
        </p:nvCxnSpPr>
        <p:spPr>
          <a:xfrm flipH="1">
            <a:off x="3722400" y="8696520"/>
            <a:ext cx="2822040" cy="792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33" name="Google Shape;109;p1">
            <a:extLst>
              <a:ext uri="{FF2B5EF4-FFF2-40B4-BE49-F238E27FC236}">
                <a16:creationId xmlns:a16="http://schemas.microsoft.com/office/drawing/2014/main" id="{FA8DFB00-C39C-9929-DDA3-2FB41D99CD2E}"/>
              </a:ext>
            </a:extLst>
          </p:cNvPr>
          <p:cNvSpPr/>
          <p:nvPr/>
        </p:nvSpPr>
        <p:spPr>
          <a:xfrm>
            <a:off x="933609" y="6433920"/>
            <a:ext cx="6419529" cy="583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32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110;p1">
            <a:extLst>
              <a:ext uri="{FF2B5EF4-FFF2-40B4-BE49-F238E27FC236}">
                <a16:creationId xmlns:a16="http://schemas.microsoft.com/office/drawing/2014/main" id="{1CA46082-3F67-A559-F3D0-0D1742B0972F}"/>
              </a:ext>
            </a:extLst>
          </p:cNvPr>
          <p:cNvSpPr/>
          <p:nvPr/>
        </p:nvSpPr>
        <p:spPr>
          <a:xfrm>
            <a:off x="933609" y="7119720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the rank of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Sapper Proficient 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 effect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dateNumber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r>
              <a:rPr lang="en-GB" sz="2000" b="0" i="1" u="none" strike="noStrike" cap="none" baseline="30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{suffix}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{date}.</a:t>
            </a:r>
            <a:endParaRPr lang="en-GB"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111;p1">
            <a:extLst>
              <a:ext uri="{FF2B5EF4-FFF2-40B4-BE49-F238E27FC236}">
                <a16:creationId xmlns:a16="http://schemas.microsoft.com/office/drawing/2014/main" id="{EE6525F9-4C9A-7308-287E-3A5ACC17D4C0}"/>
              </a:ext>
            </a:extLst>
          </p:cNvPr>
          <p:cNvSpPr/>
          <p:nvPr/>
        </p:nvSpPr>
        <p:spPr>
          <a:xfrm>
            <a:off x="933609" y="4820400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 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has completed all necessary trainings and been deemed suitable in all areas required for promotion.</a:t>
            </a:r>
          </a:p>
        </p:txBody>
      </p:sp>
      <p:sp>
        <p:nvSpPr>
          <p:cNvPr id="37" name="Google Shape;113;p1">
            <a:extLst>
              <a:ext uri="{FF2B5EF4-FFF2-40B4-BE49-F238E27FC236}">
                <a16:creationId xmlns:a16="http://schemas.microsoft.com/office/drawing/2014/main" id="{3D6148D9-C8F8-2528-E6E2-46FB8D570D84}"/>
              </a:ext>
            </a:extLst>
          </p:cNvPr>
          <p:cNvSpPr/>
          <p:nvPr/>
        </p:nvSpPr>
        <p:spPr>
          <a:xfrm>
            <a:off x="2985840" y="8685000"/>
            <a:ext cx="4277880" cy="598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{signaturerRankShort} {signaturer}</a:t>
            </a:r>
            <a:br>
              <a:rPr lang="en-AU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Officer Commanding</a:t>
            </a:r>
            <a:br>
              <a:rPr lang="en-AU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Australian Special Operations Taskforce HQ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" name="Google Shape;104;p1">
            <a:extLst>
              <a:ext uri="{FF2B5EF4-FFF2-40B4-BE49-F238E27FC236}">
                <a16:creationId xmlns:a16="http://schemas.microsoft.com/office/drawing/2014/main" id="{8E86921D-1D1B-9EDC-C11E-B3A6F392AF41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14400" y="8354520"/>
            <a:ext cx="1436400" cy="125244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11;p1">
            <a:extLst>
              <a:ext uri="{FF2B5EF4-FFF2-40B4-BE49-F238E27FC236}">
                <a16:creationId xmlns:a16="http://schemas.microsoft.com/office/drawing/2014/main" id="{28C4D591-EE58-62FD-A686-9CF3CE364625}"/>
              </a:ext>
            </a:extLst>
          </p:cNvPr>
          <p:cNvSpPr/>
          <p:nvPr/>
        </p:nvSpPr>
        <p:spPr>
          <a:xfrm>
            <a:off x="934292" y="5735481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algn="ctr"/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I,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signaturerRankFull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signaturer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},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Officer Commanding, Australian Special Operations Taskforce, hereby promote</a:t>
            </a:r>
            <a:endParaRPr lang="en-GB"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Google Shape;2147;p113">
            <a:extLst>
              <a:ext uri="{FF2B5EF4-FFF2-40B4-BE49-F238E27FC236}">
                <a16:creationId xmlns:a16="http://schemas.microsoft.com/office/drawing/2014/main" id="{0803BFC9-752D-4E63-D165-50BF512D76DF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 l="5104" t="14133" r="86728" b="36345"/>
          <a:stretch/>
        </p:blipFill>
        <p:spPr>
          <a:xfrm>
            <a:off x="3525837" y="1701165"/>
            <a:ext cx="1230045" cy="163107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114;p1">
            <a:extLst>
              <a:ext uri="{FF2B5EF4-FFF2-40B4-BE49-F238E27FC236}">
                <a16:creationId xmlns:a16="http://schemas.microsoft.com/office/drawing/2014/main" id="{A17B5191-39F9-1D82-86B8-2A541AC0509A}"/>
              </a:ext>
            </a:extLst>
          </p:cNvPr>
          <p:cNvSpPr/>
          <p:nvPr/>
        </p:nvSpPr>
        <p:spPr>
          <a:xfrm>
            <a:off x="2932650" y="8215616"/>
            <a:ext cx="4539420" cy="521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{</a:t>
            </a:r>
            <a:r>
              <a:rPr lang="en-AU" sz="2800" b="0" i="1" u="none" strike="noStrike" cap="none" dirty="0" err="1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signaturerRankShort</a:t>
            </a: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} {</a:t>
            </a:r>
            <a:r>
              <a:rPr lang="en-AU" sz="2800" b="0" i="1" u="none" strike="noStrike" cap="none" dirty="0" err="1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signaturer</a:t>
            </a: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}</a:t>
            </a:r>
            <a:endParaRPr sz="2800" b="0" i="0" u="none" strike="noStrike" cap="none" dirty="0">
              <a:solidFill>
                <a:srgbClr val="000000"/>
              </a:solidFill>
              <a:latin typeface="Brush Script MT" panose="03060802040406070304" pitchFamily="66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866955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9D1F23C6-8DE5-D137-A844-0E9D24F56D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">
            <a:extLst>
              <a:ext uri="{FF2B5EF4-FFF2-40B4-BE49-F238E27FC236}">
                <a16:creationId xmlns:a16="http://schemas.microsoft.com/office/drawing/2014/main" id="{32AD021D-6189-37C8-0BB5-363687DA02B3}"/>
              </a:ext>
            </a:extLst>
          </p:cNvPr>
          <p:cNvSpPr/>
          <p:nvPr/>
        </p:nvSpPr>
        <p:spPr>
          <a:xfrm rot="5400000">
            <a:off x="-1500189" y="1487486"/>
            <a:ext cx="11268076" cy="8293101"/>
          </a:xfrm>
          <a:prstGeom prst="rect">
            <a:avLst/>
          </a:prstGeom>
          <a:blipFill rotWithShape="0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0000" tIns="45000" rIns="90000" bIns="45000" anchor="t" anchorCtr="1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Google Shape;102;p1">
            <a:extLst>
              <a:ext uri="{FF2B5EF4-FFF2-40B4-BE49-F238E27FC236}">
                <a16:creationId xmlns:a16="http://schemas.microsoft.com/office/drawing/2014/main" id="{DF3AF568-3185-FAE2-12A6-94C9B4452EA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10028" t="12535" r="10465" b="20264"/>
          <a:stretch/>
        </p:blipFill>
        <p:spPr>
          <a:xfrm rot="5400000">
            <a:off x="-1521845" y="1469005"/>
            <a:ext cx="11419340" cy="8401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103;p1">
            <a:extLst>
              <a:ext uri="{FF2B5EF4-FFF2-40B4-BE49-F238E27FC236}">
                <a16:creationId xmlns:a16="http://schemas.microsoft.com/office/drawing/2014/main" id="{0685FD07-1999-2792-7352-453009A6C9EF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29378" y="738891"/>
            <a:ext cx="6821645" cy="9877373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105;p1">
            <a:extLst>
              <a:ext uri="{FF2B5EF4-FFF2-40B4-BE49-F238E27FC236}">
                <a16:creationId xmlns:a16="http://schemas.microsoft.com/office/drawing/2014/main" id="{391CDC5C-2D8C-E874-5B9F-70DE1EC7E536}"/>
              </a:ext>
            </a:extLst>
          </p:cNvPr>
          <p:cNvSpPr/>
          <p:nvPr/>
        </p:nvSpPr>
        <p:spPr>
          <a:xfrm>
            <a:off x="933609" y="3422520"/>
            <a:ext cx="6419529" cy="737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4200" b="0" i="0" u="none" strike="noStrike" cap="none" dirty="0">
                <a:solidFill>
                  <a:schemeClr val="dk1"/>
                </a:solidFill>
                <a:latin typeface="Old English Text MT" panose="03040902040508030806" pitchFamily="66" charset="0"/>
                <a:sym typeface="Arial"/>
              </a:rPr>
              <a:t>Certificate Of Promotion</a:t>
            </a:r>
            <a:endParaRPr sz="4200" b="0" i="0" u="none" strike="noStrike" cap="none" dirty="0">
              <a:solidFill>
                <a:srgbClr val="000000"/>
              </a:solidFill>
              <a:latin typeface="Old English Text MT" panose="03040902040508030806" pitchFamily="66" charset="0"/>
              <a:sym typeface="Arial"/>
            </a:endParaRPr>
          </a:p>
        </p:txBody>
      </p:sp>
      <p:sp>
        <p:nvSpPr>
          <p:cNvPr id="30" name="Google Shape;106;p1">
            <a:extLst>
              <a:ext uri="{FF2B5EF4-FFF2-40B4-BE49-F238E27FC236}">
                <a16:creationId xmlns:a16="http://schemas.microsoft.com/office/drawing/2014/main" id="{CD25A2AA-838A-5192-2454-5BC4FF814B96}"/>
              </a:ext>
            </a:extLst>
          </p:cNvPr>
          <p:cNvSpPr/>
          <p:nvPr/>
        </p:nvSpPr>
        <p:spPr>
          <a:xfrm>
            <a:off x="933609" y="4124520"/>
            <a:ext cx="6419529" cy="644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36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</a:t>
            </a:r>
            <a:endParaRPr sz="3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" name="Google Shape;107;p1">
            <a:extLst>
              <a:ext uri="{FF2B5EF4-FFF2-40B4-BE49-F238E27FC236}">
                <a16:creationId xmlns:a16="http://schemas.microsoft.com/office/drawing/2014/main" id="{A098E0A9-D55C-14A4-D023-DD40268C98C6}"/>
              </a:ext>
            </a:extLst>
          </p:cNvPr>
          <p:cNvCxnSpPr/>
          <p:nvPr/>
        </p:nvCxnSpPr>
        <p:spPr>
          <a:xfrm flipH="1">
            <a:off x="3722400" y="8696520"/>
            <a:ext cx="2822040" cy="792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33" name="Google Shape;109;p1">
            <a:extLst>
              <a:ext uri="{FF2B5EF4-FFF2-40B4-BE49-F238E27FC236}">
                <a16:creationId xmlns:a16="http://schemas.microsoft.com/office/drawing/2014/main" id="{72066D06-A296-0E88-3CC5-5ED3D70204E9}"/>
              </a:ext>
            </a:extLst>
          </p:cNvPr>
          <p:cNvSpPr/>
          <p:nvPr/>
        </p:nvSpPr>
        <p:spPr>
          <a:xfrm>
            <a:off x="933609" y="6433920"/>
            <a:ext cx="6419529" cy="583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32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110;p1">
            <a:extLst>
              <a:ext uri="{FF2B5EF4-FFF2-40B4-BE49-F238E27FC236}">
                <a16:creationId xmlns:a16="http://schemas.microsoft.com/office/drawing/2014/main" id="{B2143D6E-10C9-942E-91D0-C38F9BE173E3}"/>
              </a:ext>
            </a:extLst>
          </p:cNvPr>
          <p:cNvSpPr/>
          <p:nvPr/>
        </p:nvSpPr>
        <p:spPr>
          <a:xfrm>
            <a:off x="933609" y="7119720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the rank of </a:t>
            </a:r>
            <a:r>
              <a:rPr lang="en-AU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Leading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Sapper</a:t>
            </a:r>
            <a:r>
              <a:rPr lang="en-AU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 effect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dateNumber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r>
              <a:rPr lang="en-GB" sz="2000" b="0" i="1" u="none" strike="noStrike" cap="none" baseline="30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{suffix}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{date}.</a:t>
            </a:r>
            <a:endParaRPr lang="en-GB"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111;p1">
            <a:extLst>
              <a:ext uri="{FF2B5EF4-FFF2-40B4-BE49-F238E27FC236}">
                <a16:creationId xmlns:a16="http://schemas.microsoft.com/office/drawing/2014/main" id="{D4B6C56A-2A5C-C929-DE77-828502F966C1}"/>
              </a:ext>
            </a:extLst>
          </p:cNvPr>
          <p:cNvSpPr/>
          <p:nvPr/>
        </p:nvSpPr>
        <p:spPr>
          <a:xfrm>
            <a:off x="933609" y="4820400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 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has completed all necessary trainings and been deemed suitable in all areas required for promotion.</a:t>
            </a:r>
          </a:p>
        </p:txBody>
      </p:sp>
      <p:sp>
        <p:nvSpPr>
          <p:cNvPr id="37" name="Google Shape;113;p1">
            <a:extLst>
              <a:ext uri="{FF2B5EF4-FFF2-40B4-BE49-F238E27FC236}">
                <a16:creationId xmlns:a16="http://schemas.microsoft.com/office/drawing/2014/main" id="{032DD66C-083B-EB27-36A2-AC71BF66A4E9}"/>
              </a:ext>
            </a:extLst>
          </p:cNvPr>
          <p:cNvSpPr/>
          <p:nvPr/>
        </p:nvSpPr>
        <p:spPr>
          <a:xfrm>
            <a:off x="2985840" y="8685000"/>
            <a:ext cx="4277880" cy="598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{signaturerRankShort} {signaturer}</a:t>
            </a:r>
            <a:br>
              <a:rPr lang="en-AU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Officer Commanding</a:t>
            </a:r>
            <a:br>
              <a:rPr lang="en-AU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Australian Special Operations Taskforce HQ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" name="Google Shape;104;p1">
            <a:extLst>
              <a:ext uri="{FF2B5EF4-FFF2-40B4-BE49-F238E27FC236}">
                <a16:creationId xmlns:a16="http://schemas.microsoft.com/office/drawing/2014/main" id="{027F47ED-6EC7-0F4B-5406-C0DFAE1B014D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14400" y="8354520"/>
            <a:ext cx="1436400" cy="125244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11;p1">
            <a:extLst>
              <a:ext uri="{FF2B5EF4-FFF2-40B4-BE49-F238E27FC236}">
                <a16:creationId xmlns:a16="http://schemas.microsoft.com/office/drawing/2014/main" id="{D4E1220F-E0D1-57C5-A5C2-39DD76810131}"/>
              </a:ext>
            </a:extLst>
          </p:cNvPr>
          <p:cNvSpPr/>
          <p:nvPr/>
        </p:nvSpPr>
        <p:spPr>
          <a:xfrm>
            <a:off x="934292" y="5735481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algn="ctr"/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I,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signaturerRankFull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signaturer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},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Officer Commanding, Australian Special Operations Taskforce, hereby promote</a:t>
            </a:r>
            <a:endParaRPr lang="en-GB"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Google Shape;183;p5">
            <a:extLst>
              <a:ext uri="{FF2B5EF4-FFF2-40B4-BE49-F238E27FC236}">
                <a16:creationId xmlns:a16="http://schemas.microsoft.com/office/drawing/2014/main" id="{F7F20601-0B17-9A84-A80A-C535CA2A6EDB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 l="25990" t="17860" r="27520" b="22775"/>
          <a:stretch/>
        </p:blipFill>
        <p:spPr>
          <a:xfrm>
            <a:off x="3525837" y="1701165"/>
            <a:ext cx="1228725" cy="156901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114;p1">
            <a:extLst>
              <a:ext uri="{FF2B5EF4-FFF2-40B4-BE49-F238E27FC236}">
                <a16:creationId xmlns:a16="http://schemas.microsoft.com/office/drawing/2014/main" id="{15B31477-3FF9-0847-90A2-82B848A542E9}"/>
              </a:ext>
            </a:extLst>
          </p:cNvPr>
          <p:cNvSpPr/>
          <p:nvPr/>
        </p:nvSpPr>
        <p:spPr>
          <a:xfrm>
            <a:off x="2932650" y="8215616"/>
            <a:ext cx="4539420" cy="521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{</a:t>
            </a:r>
            <a:r>
              <a:rPr lang="en-AU" sz="2800" b="0" i="1" u="none" strike="noStrike" cap="none" dirty="0" err="1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signaturerRankShort</a:t>
            </a: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} {</a:t>
            </a:r>
            <a:r>
              <a:rPr lang="en-AU" sz="2800" b="0" i="1" u="none" strike="noStrike" cap="none" dirty="0" err="1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signaturer</a:t>
            </a: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}</a:t>
            </a:r>
            <a:endParaRPr sz="2800" b="0" i="0" u="none" strike="noStrike" cap="none" dirty="0">
              <a:solidFill>
                <a:srgbClr val="000000"/>
              </a:solidFill>
              <a:latin typeface="Brush Script MT" panose="03060802040406070304" pitchFamily="66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595874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04A88405-2E3F-3BC6-1E21-0D5AD84DD5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">
            <a:extLst>
              <a:ext uri="{FF2B5EF4-FFF2-40B4-BE49-F238E27FC236}">
                <a16:creationId xmlns:a16="http://schemas.microsoft.com/office/drawing/2014/main" id="{C4FA9C21-3107-AEA5-5BFE-96096E26C010}"/>
              </a:ext>
            </a:extLst>
          </p:cNvPr>
          <p:cNvSpPr/>
          <p:nvPr/>
        </p:nvSpPr>
        <p:spPr>
          <a:xfrm rot="5400000">
            <a:off x="-1500189" y="1487486"/>
            <a:ext cx="11268076" cy="8293101"/>
          </a:xfrm>
          <a:prstGeom prst="rect">
            <a:avLst/>
          </a:prstGeom>
          <a:blipFill rotWithShape="0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0000" tIns="45000" rIns="90000" bIns="45000" anchor="t" anchorCtr="1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Google Shape;102;p1">
            <a:extLst>
              <a:ext uri="{FF2B5EF4-FFF2-40B4-BE49-F238E27FC236}">
                <a16:creationId xmlns:a16="http://schemas.microsoft.com/office/drawing/2014/main" id="{C9134B5A-8D3E-E96E-838A-A5742D08A84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10028" t="12535" r="10465" b="20264"/>
          <a:stretch/>
        </p:blipFill>
        <p:spPr>
          <a:xfrm rot="5400000">
            <a:off x="-1521845" y="1469005"/>
            <a:ext cx="11419340" cy="8401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103;p1">
            <a:extLst>
              <a:ext uri="{FF2B5EF4-FFF2-40B4-BE49-F238E27FC236}">
                <a16:creationId xmlns:a16="http://schemas.microsoft.com/office/drawing/2014/main" id="{26AD3730-CBFE-456B-A538-487F33212C02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29378" y="738891"/>
            <a:ext cx="6821645" cy="9877373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105;p1">
            <a:extLst>
              <a:ext uri="{FF2B5EF4-FFF2-40B4-BE49-F238E27FC236}">
                <a16:creationId xmlns:a16="http://schemas.microsoft.com/office/drawing/2014/main" id="{04DC7A36-2E2C-E3B3-DD72-DF915EB2CE8C}"/>
              </a:ext>
            </a:extLst>
          </p:cNvPr>
          <p:cNvSpPr/>
          <p:nvPr/>
        </p:nvSpPr>
        <p:spPr>
          <a:xfrm>
            <a:off x="933609" y="3422520"/>
            <a:ext cx="6419529" cy="737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4200" b="0" i="0" u="none" strike="noStrike" cap="none" dirty="0">
                <a:solidFill>
                  <a:schemeClr val="dk1"/>
                </a:solidFill>
                <a:latin typeface="Old English Text MT" panose="03040902040508030806" pitchFamily="66" charset="0"/>
                <a:sym typeface="Arial"/>
              </a:rPr>
              <a:t>Certificate Of Promotion</a:t>
            </a:r>
            <a:endParaRPr sz="4200" b="0" i="0" u="none" strike="noStrike" cap="none" dirty="0">
              <a:solidFill>
                <a:srgbClr val="000000"/>
              </a:solidFill>
              <a:latin typeface="Old English Text MT" panose="03040902040508030806" pitchFamily="66" charset="0"/>
              <a:sym typeface="Arial"/>
            </a:endParaRPr>
          </a:p>
        </p:txBody>
      </p:sp>
      <p:sp>
        <p:nvSpPr>
          <p:cNvPr id="30" name="Google Shape;106;p1">
            <a:extLst>
              <a:ext uri="{FF2B5EF4-FFF2-40B4-BE49-F238E27FC236}">
                <a16:creationId xmlns:a16="http://schemas.microsoft.com/office/drawing/2014/main" id="{B79FCCC4-5FE5-F893-4912-62E2F581E5E3}"/>
              </a:ext>
            </a:extLst>
          </p:cNvPr>
          <p:cNvSpPr/>
          <p:nvPr/>
        </p:nvSpPr>
        <p:spPr>
          <a:xfrm>
            <a:off x="933609" y="4124520"/>
            <a:ext cx="6419529" cy="644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36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</a:t>
            </a:r>
            <a:endParaRPr sz="3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" name="Google Shape;107;p1">
            <a:extLst>
              <a:ext uri="{FF2B5EF4-FFF2-40B4-BE49-F238E27FC236}">
                <a16:creationId xmlns:a16="http://schemas.microsoft.com/office/drawing/2014/main" id="{9502434E-CDB5-644C-7472-0195616268FC}"/>
              </a:ext>
            </a:extLst>
          </p:cNvPr>
          <p:cNvCxnSpPr/>
          <p:nvPr/>
        </p:nvCxnSpPr>
        <p:spPr>
          <a:xfrm flipH="1">
            <a:off x="3722400" y="8696520"/>
            <a:ext cx="2822040" cy="792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33" name="Google Shape;109;p1">
            <a:extLst>
              <a:ext uri="{FF2B5EF4-FFF2-40B4-BE49-F238E27FC236}">
                <a16:creationId xmlns:a16="http://schemas.microsoft.com/office/drawing/2014/main" id="{3DEF7E69-3386-6BA5-6F35-457F71ED89ED}"/>
              </a:ext>
            </a:extLst>
          </p:cNvPr>
          <p:cNvSpPr/>
          <p:nvPr/>
        </p:nvSpPr>
        <p:spPr>
          <a:xfrm>
            <a:off x="933609" y="6433920"/>
            <a:ext cx="6419529" cy="583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32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110;p1">
            <a:extLst>
              <a:ext uri="{FF2B5EF4-FFF2-40B4-BE49-F238E27FC236}">
                <a16:creationId xmlns:a16="http://schemas.microsoft.com/office/drawing/2014/main" id="{206C2F27-F583-48CB-1FF9-9835A0CD694A}"/>
              </a:ext>
            </a:extLst>
          </p:cNvPr>
          <p:cNvSpPr/>
          <p:nvPr/>
        </p:nvSpPr>
        <p:spPr>
          <a:xfrm>
            <a:off x="933609" y="7119720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the rank of </a:t>
            </a:r>
            <a:r>
              <a:rPr lang="en-AU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Senior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Sapper</a:t>
            </a:r>
            <a:r>
              <a:rPr lang="en-AU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 effect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dateNumber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r>
              <a:rPr lang="en-GB" sz="2000" b="0" i="1" u="none" strike="noStrike" cap="none" baseline="30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{suffix}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{date}.</a:t>
            </a:r>
            <a:endParaRPr lang="en-GB"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111;p1">
            <a:extLst>
              <a:ext uri="{FF2B5EF4-FFF2-40B4-BE49-F238E27FC236}">
                <a16:creationId xmlns:a16="http://schemas.microsoft.com/office/drawing/2014/main" id="{30A1DD87-F3BB-9F15-5D38-E2AADA76322F}"/>
              </a:ext>
            </a:extLst>
          </p:cNvPr>
          <p:cNvSpPr/>
          <p:nvPr/>
        </p:nvSpPr>
        <p:spPr>
          <a:xfrm>
            <a:off x="933609" y="4820400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 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has completed all necessary trainings and been deemed suitable in all areas required for promotion.</a:t>
            </a:r>
          </a:p>
        </p:txBody>
      </p:sp>
      <p:sp>
        <p:nvSpPr>
          <p:cNvPr id="37" name="Google Shape;113;p1">
            <a:extLst>
              <a:ext uri="{FF2B5EF4-FFF2-40B4-BE49-F238E27FC236}">
                <a16:creationId xmlns:a16="http://schemas.microsoft.com/office/drawing/2014/main" id="{EE521260-6FF1-0613-7D39-1FEB8A9A5502}"/>
              </a:ext>
            </a:extLst>
          </p:cNvPr>
          <p:cNvSpPr/>
          <p:nvPr/>
        </p:nvSpPr>
        <p:spPr>
          <a:xfrm>
            <a:off x="2985840" y="8685000"/>
            <a:ext cx="4277880" cy="598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{signaturerRankShort} {signaturer}</a:t>
            </a:r>
            <a:br>
              <a:rPr lang="en-AU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Officer Commanding</a:t>
            </a:r>
            <a:br>
              <a:rPr lang="en-AU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Australian Special Operations Taskforce HQ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" name="Google Shape;104;p1">
            <a:extLst>
              <a:ext uri="{FF2B5EF4-FFF2-40B4-BE49-F238E27FC236}">
                <a16:creationId xmlns:a16="http://schemas.microsoft.com/office/drawing/2014/main" id="{5B77E24D-2127-FF76-291D-63701E95AED8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14400" y="8354520"/>
            <a:ext cx="1436400" cy="125244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11;p1">
            <a:extLst>
              <a:ext uri="{FF2B5EF4-FFF2-40B4-BE49-F238E27FC236}">
                <a16:creationId xmlns:a16="http://schemas.microsoft.com/office/drawing/2014/main" id="{F67F1752-6D16-FC2B-9035-B111CE5D83F3}"/>
              </a:ext>
            </a:extLst>
          </p:cNvPr>
          <p:cNvSpPr/>
          <p:nvPr/>
        </p:nvSpPr>
        <p:spPr>
          <a:xfrm>
            <a:off x="934292" y="5735481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algn="ctr"/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I,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signaturerRankFull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signaturer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},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Officer Commanding, Australian Special Operations Taskforce, hereby promote</a:t>
            </a:r>
            <a:endParaRPr lang="en-GB"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Google Shape;201;p6">
            <a:extLst>
              <a:ext uri="{FF2B5EF4-FFF2-40B4-BE49-F238E27FC236}">
                <a16:creationId xmlns:a16="http://schemas.microsoft.com/office/drawing/2014/main" id="{4AC16116-65C3-C4CC-2729-1601ED924C24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 l="29197" t="20376" r="31421" b="25696"/>
          <a:stretch/>
        </p:blipFill>
        <p:spPr>
          <a:xfrm>
            <a:off x="3671094" y="1829753"/>
            <a:ext cx="938212" cy="1284757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14;p1">
            <a:extLst>
              <a:ext uri="{FF2B5EF4-FFF2-40B4-BE49-F238E27FC236}">
                <a16:creationId xmlns:a16="http://schemas.microsoft.com/office/drawing/2014/main" id="{DE391BDF-4171-59BE-5A71-411116D1D5CA}"/>
              </a:ext>
            </a:extLst>
          </p:cNvPr>
          <p:cNvSpPr/>
          <p:nvPr/>
        </p:nvSpPr>
        <p:spPr>
          <a:xfrm>
            <a:off x="2932650" y="8215616"/>
            <a:ext cx="4539420" cy="521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{</a:t>
            </a:r>
            <a:r>
              <a:rPr lang="en-AU" sz="2800" b="0" i="1" u="none" strike="noStrike" cap="none" dirty="0" err="1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signaturerRankShort</a:t>
            </a: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} {</a:t>
            </a:r>
            <a:r>
              <a:rPr lang="en-AU" sz="2800" b="0" i="1" u="none" strike="noStrike" cap="none" dirty="0" err="1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signaturer</a:t>
            </a: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}</a:t>
            </a:r>
            <a:endParaRPr sz="2800" b="0" i="0" u="none" strike="noStrike" cap="none" dirty="0">
              <a:solidFill>
                <a:srgbClr val="000000"/>
              </a:solidFill>
              <a:latin typeface="Brush Script MT" panose="03060802040406070304" pitchFamily="66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040805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E533BA20-5595-875A-BF60-03D7D36EBF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">
            <a:extLst>
              <a:ext uri="{FF2B5EF4-FFF2-40B4-BE49-F238E27FC236}">
                <a16:creationId xmlns:a16="http://schemas.microsoft.com/office/drawing/2014/main" id="{38B82501-7FA5-3C31-E8FC-5E6A6A0EEF54}"/>
              </a:ext>
            </a:extLst>
          </p:cNvPr>
          <p:cNvSpPr/>
          <p:nvPr/>
        </p:nvSpPr>
        <p:spPr>
          <a:xfrm rot="5400000">
            <a:off x="-1500189" y="1487486"/>
            <a:ext cx="11268076" cy="8293101"/>
          </a:xfrm>
          <a:prstGeom prst="rect">
            <a:avLst/>
          </a:prstGeom>
          <a:blipFill rotWithShape="0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0000" tIns="45000" rIns="90000" bIns="45000" anchor="t" anchorCtr="1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Google Shape;102;p1">
            <a:extLst>
              <a:ext uri="{FF2B5EF4-FFF2-40B4-BE49-F238E27FC236}">
                <a16:creationId xmlns:a16="http://schemas.microsoft.com/office/drawing/2014/main" id="{6A6BC308-4331-7AEB-53BC-49EB3EB1A9CD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10028" t="12535" r="10465" b="20264"/>
          <a:stretch/>
        </p:blipFill>
        <p:spPr>
          <a:xfrm rot="5400000">
            <a:off x="-1521845" y="1469005"/>
            <a:ext cx="11419340" cy="8401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103;p1">
            <a:extLst>
              <a:ext uri="{FF2B5EF4-FFF2-40B4-BE49-F238E27FC236}">
                <a16:creationId xmlns:a16="http://schemas.microsoft.com/office/drawing/2014/main" id="{56BE42DB-868A-80FC-CF81-0CAB76A6EF11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29378" y="738891"/>
            <a:ext cx="6821645" cy="9877373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105;p1">
            <a:extLst>
              <a:ext uri="{FF2B5EF4-FFF2-40B4-BE49-F238E27FC236}">
                <a16:creationId xmlns:a16="http://schemas.microsoft.com/office/drawing/2014/main" id="{F09EC9E6-CD86-F2E7-E75C-AB240ABE8C1F}"/>
              </a:ext>
            </a:extLst>
          </p:cNvPr>
          <p:cNvSpPr/>
          <p:nvPr/>
        </p:nvSpPr>
        <p:spPr>
          <a:xfrm>
            <a:off x="933609" y="3422520"/>
            <a:ext cx="6419529" cy="737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4200" b="0" i="0" u="none" strike="noStrike" cap="none" dirty="0">
                <a:solidFill>
                  <a:schemeClr val="dk1"/>
                </a:solidFill>
                <a:latin typeface="Old English Text MT" panose="03040902040508030806" pitchFamily="66" charset="0"/>
                <a:sym typeface="Arial"/>
              </a:rPr>
              <a:t>Certificate Of Promotion</a:t>
            </a:r>
            <a:endParaRPr sz="4200" b="0" i="0" u="none" strike="noStrike" cap="none" dirty="0">
              <a:solidFill>
                <a:srgbClr val="000000"/>
              </a:solidFill>
              <a:latin typeface="Old English Text MT" panose="03040902040508030806" pitchFamily="66" charset="0"/>
              <a:sym typeface="Arial"/>
            </a:endParaRPr>
          </a:p>
        </p:txBody>
      </p:sp>
      <p:sp>
        <p:nvSpPr>
          <p:cNvPr id="30" name="Google Shape;106;p1">
            <a:extLst>
              <a:ext uri="{FF2B5EF4-FFF2-40B4-BE49-F238E27FC236}">
                <a16:creationId xmlns:a16="http://schemas.microsoft.com/office/drawing/2014/main" id="{3B3608D3-8D49-F647-CC5B-A9E3ECD59A6D}"/>
              </a:ext>
            </a:extLst>
          </p:cNvPr>
          <p:cNvSpPr/>
          <p:nvPr/>
        </p:nvSpPr>
        <p:spPr>
          <a:xfrm>
            <a:off x="933609" y="4124520"/>
            <a:ext cx="6419529" cy="644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36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</a:t>
            </a:r>
            <a:endParaRPr sz="3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" name="Google Shape;107;p1">
            <a:extLst>
              <a:ext uri="{FF2B5EF4-FFF2-40B4-BE49-F238E27FC236}">
                <a16:creationId xmlns:a16="http://schemas.microsoft.com/office/drawing/2014/main" id="{6E6669CE-2536-7CB6-DF0B-5E8C145F9DB8}"/>
              </a:ext>
            </a:extLst>
          </p:cNvPr>
          <p:cNvCxnSpPr/>
          <p:nvPr/>
        </p:nvCxnSpPr>
        <p:spPr>
          <a:xfrm flipH="1">
            <a:off x="3722400" y="8696520"/>
            <a:ext cx="2822040" cy="792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33" name="Google Shape;109;p1">
            <a:extLst>
              <a:ext uri="{FF2B5EF4-FFF2-40B4-BE49-F238E27FC236}">
                <a16:creationId xmlns:a16="http://schemas.microsoft.com/office/drawing/2014/main" id="{3AEC9D81-BA47-6BDA-1AA5-0006D5E741FB}"/>
              </a:ext>
            </a:extLst>
          </p:cNvPr>
          <p:cNvSpPr/>
          <p:nvPr/>
        </p:nvSpPr>
        <p:spPr>
          <a:xfrm>
            <a:off x="933609" y="6433920"/>
            <a:ext cx="6419529" cy="583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32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110;p1">
            <a:extLst>
              <a:ext uri="{FF2B5EF4-FFF2-40B4-BE49-F238E27FC236}">
                <a16:creationId xmlns:a16="http://schemas.microsoft.com/office/drawing/2014/main" id="{5C217A35-3E1C-DE24-8582-757BD760534A}"/>
              </a:ext>
            </a:extLst>
          </p:cNvPr>
          <p:cNvSpPr/>
          <p:nvPr/>
        </p:nvSpPr>
        <p:spPr>
          <a:xfrm>
            <a:off x="933609" y="7119720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the rank of </a:t>
            </a:r>
            <a:r>
              <a:rPr lang="en-AU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Senior Leading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Sapper</a:t>
            </a:r>
            <a:r>
              <a:rPr lang="en-AU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 effect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dateNumber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r>
              <a:rPr lang="en-GB" sz="2000" b="0" i="1" u="none" strike="noStrike" cap="none" baseline="30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{suffix}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{date}.</a:t>
            </a:r>
            <a:endParaRPr lang="en-GB"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111;p1">
            <a:extLst>
              <a:ext uri="{FF2B5EF4-FFF2-40B4-BE49-F238E27FC236}">
                <a16:creationId xmlns:a16="http://schemas.microsoft.com/office/drawing/2014/main" id="{374ACEC7-E84B-4757-B074-CD8772696C54}"/>
              </a:ext>
            </a:extLst>
          </p:cNvPr>
          <p:cNvSpPr/>
          <p:nvPr/>
        </p:nvSpPr>
        <p:spPr>
          <a:xfrm>
            <a:off x="933609" y="4820400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 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has completed all necessary trainings and been deemed suitable in all areas required for promotion.</a:t>
            </a:r>
          </a:p>
        </p:txBody>
      </p:sp>
      <p:sp>
        <p:nvSpPr>
          <p:cNvPr id="37" name="Google Shape;113;p1">
            <a:extLst>
              <a:ext uri="{FF2B5EF4-FFF2-40B4-BE49-F238E27FC236}">
                <a16:creationId xmlns:a16="http://schemas.microsoft.com/office/drawing/2014/main" id="{00F3A37D-ABC4-B8B0-345B-F430BC5B4A21}"/>
              </a:ext>
            </a:extLst>
          </p:cNvPr>
          <p:cNvSpPr/>
          <p:nvPr/>
        </p:nvSpPr>
        <p:spPr>
          <a:xfrm>
            <a:off x="2985840" y="8685000"/>
            <a:ext cx="4277880" cy="598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{signaturerRankShort} {signaturer}</a:t>
            </a:r>
            <a:br>
              <a:rPr lang="en-AU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Officer Commanding</a:t>
            </a:r>
            <a:br>
              <a:rPr lang="en-AU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Australian Special Operations Taskforce HQ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" name="Google Shape;104;p1">
            <a:extLst>
              <a:ext uri="{FF2B5EF4-FFF2-40B4-BE49-F238E27FC236}">
                <a16:creationId xmlns:a16="http://schemas.microsoft.com/office/drawing/2014/main" id="{755EA4B2-976C-673B-3F33-D45F9057BA9B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14400" y="8354520"/>
            <a:ext cx="1436400" cy="125244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11;p1">
            <a:extLst>
              <a:ext uri="{FF2B5EF4-FFF2-40B4-BE49-F238E27FC236}">
                <a16:creationId xmlns:a16="http://schemas.microsoft.com/office/drawing/2014/main" id="{BA1F4AFF-CEA6-4E7B-E999-95F283BB5DC8}"/>
              </a:ext>
            </a:extLst>
          </p:cNvPr>
          <p:cNvSpPr/>
          <p:nvPr/>
        </p:nvSpPr>
        <p:spPr>
          <a:xfrm>
            <a:off x="934292" y="5735481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algn="ctr"/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I,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signaturerRankFull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signaturer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},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Officer Commanding, Australian Special Operations Taskforce, hereby promote</a:t>
            </a:r>
            <a:endParaRPr lang="en-GB"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Google Shape;309;p12">
            <a:extLst>
              <a:ext uri="{FF2B5EF4-FFF2-40B4-BE49-F238E27FC236}">
                <a16:creationId xmlns:a16="http://schemas.microsoft.com/office/drawing/2014/main" id="{55F020C8-59A8-ADF7-8281-C9C5B32E00FE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 l="17983" t="20568" r="19375" b="35792"/>
          <a:stretch/>
        </p:blipFill>
        <p:spPr>
          <a:xfrm>
            <a:off x="3220820" y="1824990"/>
            <a:ext cx="1850978" cy="128952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114;p1">
            <a:extLst>
              <a:ext uri="{FF2B5EF4-FFF2-40B4-BE49-F238E27FC236}">
                <a16:creationId xmlns:a16="http://schemas.microsoft.com/office/drawing/2014/main" id="{4E8F814F-440D-882B-A353-06777A30E3F9}"/>
              </a:ext>
            </a:extLst>
          </p:cNvPr>
          <p:cNvSpPr/>
          <p:nvPr/>
        </p:nvSpPr>
        <p:spPr>
          <a:xfrm>
            <a:off x="2932650" y="8215616"/>
            <a:ext cx="4539420" cy="521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{</a:t>
            </a:r>
            <a:r>
              <a:rPr lang="en-AU" sz="2800" b="0" i="1" u="none" strike="noStrike" cap="none" dirty="0" err="1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signaturerRankShort</a:t>
            </a: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} {</a:t>
            </a:r>
            <a:r>
              <a:rPr lang="en-AU" sz="2800" b="0" i="1" u="none" strike="noStrike" cap="none" dirty="0" err="1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signaturer</a:t>
            </a: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}</a:t>
            </a:r>
            <a:endParaRPr sz="2800" b="0" i="0" u="none" strike="noStrike" cap="none" dirty="0">
              <a:solidFill>
                <a:srgbClr val="000000"/>
              </a:solidFill>
              <a:latin typeface="Brush Script MT" panose="03060802040406070304" pitchFamily="66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001938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25B32EAB-A307-54F2-61F7-E3E3DE2EB7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">
            <a:extLst>
              <a:ext uri="{FF2B5EF4-FFF2-40B4-BE49-F238E27FC236}">
                <a16:creationId xmlns:a16="http://schemas.microsoft.com/office/drawing/2014/main" id="{7859583B-AA82-93A5-FB4B-BEAB6C209633}"/>
              </a:ext>
            </a:extLst>
          </p:cNvPr>
          <p:cNvSpPr/>
          <p:nvPr/>
        </p:nvSpPr>
        <p:spPr>
          <a:xfrm rot="5400000">
            <a:off x="-1500189" y="1487486"/>
            <a:ext cx="11268076" cy="8293101"/>
          </a:xfrm>
          <a:prstGeom prst="rect">
            <a:avLst/>
          </a:prstGeom>
          <a:blipFill rotWithShape="0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0000" tIns="45000" rIns="90000" bIns="45000" anchor="t" anchorCtr="1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Google Shape;102;p1">
            <a:extLst>
              <a:ext uri="{FF2B5EF4-FFF2-40B4-BE49-F238E27FC236}">
                <a16:creationId xmlns:a16="http://schemas.microsoft.com/office/drawing/2014/main" id="{E64BAE8C-42D6-0A9C-6F4F-923077DC82BE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10028" t="12535" r="10465" b="20264"/>
          <a:stretch/>
        </p:blipFill>
        <p:spPr>
          <a:xfrm rot="5400000">
            <a:off x="-1521845" y="1469005"/>
            <a:ext cx="11419340" cy="8401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103;p1">
            <a:extLst>
              <a:ext uri="{FF2B5EF4-FFF2-40B4-BE49-F238E27FC236}">
                <a16:creationId xmlns:a16="http://schemas.microsoft.com/office/drawing/2014/main" id="{D206CFC1-3240-3BDA-DD5E-DB3074004BD2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29378" y="738891"/>
            <a:ext cx="6821645" cy="9877373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105;p1">
            <a:extLst>
              <a:ext uri="{FF2B5EF4-FFF2-40B4-BE49-F238E27FC236}">
                <a16:creationId xmlns:a16="http://schemas.microsoft.com/office/drawing/2014/main" id="{09CB461C-AF9B-FB86-7064-CD2B30FF442D}"/>
              </a:ext>
            </a:extLst>
          </p:cNvPr>
          <p:cNvSpPr/>
          <p:nvPr/>
        </p:nvSpPr>
        <p:spPr>
          <a:xfrm>
            <a:off x="933609" y="3422520"/>
            <a:ext cx="6419529" cy="737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4200" b="0" i="0" u="none" strike="noStrike" cap="none" dirty="0">
                <a:solidFill>
                  <a:schemeClr val="dk1"/>
                </a:solidFill>
                <a:latin typeface="Old English Text MT" panose="03040902040508030806" pitchFamily="66" charset="0"/>
                <a:sym typeface="Arial"/>
              </a:rPr>
              <a:t>Certificate Of Promotion</a:t>
            </a:r>
            <a:endParaRPr sz="4200" b="0" i="0" u="none" strike="noStrike" cap="none" dirty="0">
              <a:solidFill>
                <a:srgbClr val="000000"/>
              </a:solidFill>
              <a:latin typeface="Old English Text MT" panose="03040902040508030806" pitchFamily="66" charset="0"/>
              <a:sym typeface="Arial"/>
            </a:endParaRPr>
          </a:p>
        </p:txBody>
      </p:sp>
      <p:sp>
        <p:nvSpPr>
          <p:cNvPr id="30" name="Google Shape;106;p1">
            <a:extLst>
              <a:ext uri="{FF2B5EF4-FFF2-40B4-BE49-F238E27FC236}">
                <a16:creationId xmlns:a16="http://schemas.microsoft.com/office/drawing/2014/main" id="{7EAD088A-C4FA-E446-C961-FFEF39DDB9C1}"/>
              </a:ext>
            </a:extLst>
          </p:cNvPr>
          <p:cNvSpPr/>
          <p:nvPr/>
        </p:nvSpPr>
        <p:spPr>
          <a:xfrm>
            <a:off x="933609" y="4124520"/>
            <a:ext cx="6419529" cy="644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36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</a:t>
            </a:r>
            <a:endParaRPr sz="3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" name="Google Shape;107;p1">
            <a:extLst>
              <a:ext uri="{FF2B5EF4-FFF2-40B4-BE49-F238E27FC236}">
                <a16:creationId xmlns:a16="http://schemas.microsoft.com/office/drawing/2014/main" id="{9499D7C9-6948-004C-71A2-6B8112EF15FD}"/>
              </a:ext>
            </a:extLst>
          </p:cNvPr>
          <p:cNvCxnSpPr/>
          <p:nvPr/>
        </p:nvCxnSpPr>
        <p:spPr>
          <a:xfrm flipH="1">
            <a:off x="3722400" y="8696520"/>
            <a:ext cx="2822040" cy="792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33" name="Google Shape;109;p1">
            <a:extLst>
              <a:ext uri="{FF2B5EF4-FFF2-40B4-BE49-F238E27FC236}">
                <a16:creationId xmlns:a16="http://schemas.microsoft.com/office/drawing/2014/main" id="{F70D5ABA-E4C4-D5CA-EE04-5DB9F05EFFC0}"/>
              </a:ext>
            </a:extLst>
          </p:cNvPr>
          <p:cNvSpPr/>
          <p:nvPr/>
        </p:nvSpPr>
        <p:spPr>
          <a:xfrm>
            <a:off x="933609" y="6433920"/>
            <a:ext cx="6419529" cy="583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32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110;p1">
            <a:extLst>
              <a:ext uri="{FF2B5EF4-FFF2-40B4-BE49-F238E27FC236}">
                <a16:creationId xmlns:a16="http://schemas.microsoft.com/office/drawing/2014/main" id="{2136A04B-7226-8E07-85F1-47D6D11CAAF0}"/>
              </a:ext>
            </a:extLst>
          </p:cNvPr>
          <p:cNvSpPr/>
          <p:nvPr/>
        </p:nvSpPr>
        <p:spPr>
          <a:xfrm>
            <a:off x="933609" y="7119720"/>
            <a:ext cx="6419529" cy="3986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the rank of </a:t>
            </a:r>
            <a:r>
              <a:rPr lang="en-AU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Gunner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 effect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dateNumber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r>
              <a:rPr lang="en-GB" sz="2000" b="0" i="1" u="none" strike="noStrike" cap="none" baseline="30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{suffix}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{date}.</a:t>
            </a:r>
            <a:endParaRPr lang="en-GB"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111;p1">
            <a:extLst>
              <a:ext uri="{FF2B5EF4-FFF2-40B4-BE49-F238E27FC236}">
                <a16:creationId xmlns:a16="http://schemas.microsoft.com/office/drawing/2014/main" id="{922E37F8-B859-3466-957F-37099F84736D}"/>
              </a:ext>
            </a:extLst>
          </p:cNvPr>
          <p:cNvSpPr/>
          <p:nvPr/>
        </p:nvSpPr>
        <p:spPr>
          <a:xfrm>
            <a:off x="933609" y="4820400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 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has completed all necessary trainings and been deemed suitable in all areas required for promotion.</a:t>
            </a:r>
          </a:p>
        </p:txBody>
      </p:sp>
      <p:sp>
        <p:nvSpPr>
          <p:cNvPr id="37" name="Google Shape;113;p1">
            <a:extLst>
              <a:ext uri="{FF2B5EF4-FFF2-40B4-BE49-F238E27FC236}">
                <a16:creationId xmlns:a16="http://schemas.microsoft.com/office/drawing/2014/main" id="{F548E96C-9283-0BA0-DF37-21F776BAE645}"/>
              </a:ext>
            </a:extLst>
          </p:cNvPr>
          <p:cNvSpPr/>
          <p:nvPr/>
        </p:nvSpPr>
        <p:spPr>
          <a:xfrm>
            <a:off x="2985840" y="8685000"/>
            <a:ext cx="4277880" cy="598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{signaturerRankShort} {signaturer}</a:t>
            </a:r>
            <a:br>
              <a:rPr lang="en-AU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Officer Commanding</a:t>
            </a:r>
            <a:br>
              <a:rPr lang="en-AU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Australian Special Operations Taskforce HQ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" name="Google Shape;104;p1">
            <a:extLst>
              <a:ext uri="{FF2B5EF4-FFF2-40B4-BE49-F238E27FC236}">
                <a16:creationId xmlns:a16="http://schemas.microsoft.com/office/drawing/2014/main" id="{02E98A2D-0AD4-6EA8-A76F-891861D6D4BC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14400" y="8354520"/>
            <a:ext cx="1436400" cy="125244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11;p1">
            <a:extLst>
              <a:ext uri="{FF2B5EF4-FFF2-40B4-BE49-F238E27FC236}">
                <a16:creationId xmlns:a16="http://schemas.microsoft.com/office/drawing/2014/main" id="{805B88B4-1AAD-9CA0-25E5-D2DF27CD65C5}"/>
              </a:ext>
            </a:extLst>
          </p:cNvPr>
          <p:cNvSpPr/>
          <p:nvPr/>
        </p:nvSpPr>
        <p:spPr>
          <a:xfrm>
            <a:off x="934292" y="5735481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algn="ctr"/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I,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signaturerRankFull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signaturer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},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Officer Commanding, Australian Special Operations Taskforce, hereby promote</a:t>
            </a:r>
            <a:endParaRPr lang="en-GB"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Google Shape;112;p1">
            <a:extLst>
              <a:ext uri="{FF2B5EF4-FFF2-40B4-BE49-F238E27FC236}">
                <a16:creationId xmlns:a16="http://schemas.microsoft.com/office/drawing/2014/main" id="{443E3008-27F4-5D4C-4D6C-18020BDFA5AA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001715" y="1602206"/>
            <a:ext cx="2279880" cy="159948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14;p1">
            <a:extLst>
              <a:ext uri="{FF2B5EF4-FFF2-40B4-BE49-F238E27FC236}">
                <a16:creationId xmlns:a16="http://schemas.microsoft.com/office/drawing/2014/main" id="{A93D1EF9-05F0-9F49-DDF7-43EDAAE9DA50}"/>
              </a:ext>
            </a:extLst>
          </p:cNvPr>
          <p:cNvSpPr/>
          <p:nvPr/>
        </p:nvSpPr>
        <p:spPr>
          <a:xfrm>
            <a:off x="2932650" y="8215616"/>
            <a:ext cx="4539420" cy="521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{</a:t>
            </a:r>
            <a:r>
              <a:rPr lang="en-AU" sz="2800" b="0" i="1" u="none" strike="noStrike" cap="none" dirty="0" err="1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signaturerRankShort</a:t>
            </a: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} {</a:t>
            </a:r>
            <a:r>
              <a:rPr lang="en-AU" sz="2800" b="0" i="1" u="none" strike="noStrike" cap="none" dirty="0" err="1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signaturer</a:t>
            </a: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}</a:t>
            </a:r>
            <a:endParaRPr sz="2800" b="0" i="0" u="none" strike="noStrike" cap="none" dirty="0">
              <a:solidFill>
                <a:srgbClr val="000000"/>
              </a:solidFill>
              <a:latin typeface="Brush Script MT" panose="03060802040406070304" pitchFamily="66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161726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7A274049-B532-3323-2332-9EC20077B4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">
            <a:extLst>
              <a:ext uri="{FF2B5EF4-FFF2-40B4-BE49-F238E27FC236}">
                <a16:creationId xmlns:a16="http://schemas.microsoft.com/office/drawing/2014/main" id="{81B76701-B2E3-2F66-5973-F79333CDA4A7}"/>
              </a:ext>
            </a:extLst>
          </p:cNvPr>
          <p:cNvSpPr/>
          <p:nvPr/>
        </p:nvSpPr>
        <p:spPr>
          <a:xfrm rot="5400000">
            <a:off x="-1500189" y="1487486"/>
            <a:ext cx="11268076" cy="8293101"/>
          </a:xfrm>
          <a:prstGeom prst="rect">
            <a:avLst/>
          </a:prstGeom>
          <a:blipFill rotWithShape="0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0000" tIns="45000" rIns="90000" bIns="45000" anchor="t" anchorCtr="1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Google Shape;102;p1">
            <a:extLst>
              <a:ext uri="{FF2B5EF4-FFF2-40B4-BE49-F238E27FC236}">
                <a16:creationId xmlns:a16="http://schemas.microsoft.com/office/drawing/2014/main" id="{B9D20127-D84D-31AD-756A-C69072AA74A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10028" t="12535" r="10465" b="20264"/>
          <a:stretch/>
        </p:blipFill>
        <p:spPr>
          <a:xfrm rot="5400000">
            <a:off x="-1521845" y="1469005"/>
            <a:ext cx="11419340" cy="8401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103;p1">
            <a:extLst>
              <a:ext uri="{FF2B5EF4-FFF2-40B4-BE49-F238E27FC236}">
                <a16:creationId xmlns:a16="http://schemas.microsoft.com/office/drawing/2014/main" id="{B1A6F59B-A6BC-D11F-DB77-4D54623EC157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29378" y="738891"/>
            <a:ext cx="6821645" cy="9877373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105;p1">
            <a:extLst>
              <a:ext uri="{FF2B5EF4-FFF2-40B4-BE49-F238E27FC236}">
                <a16:creationId xmlns:a16="http://schemas.microsoft.com/office/drawing/2014/main" id="{54D9297E-1DC7-3737-A422-CB1247F1E987}"/>
              </a:ext>
            </a:extLst>
          </p:cNvPr>
          <p:cNvSpPr/>
          <p:nvPr/>
        </p:nvSpPr>
        <p:spPr>
          <a:xfrm>
            <a:off x="933609" y="3422520"/>
            <a:ext cx="6419529" cy="737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4200" b="0" i="0" u="none" strike="noStrike" cap="none" dirty="0">
                <a:solidFill>
                  <a:schemeClr val="dk1"/>
                </a:solidFill>
                <a:latin typeface="Old English Text MT" panose="03040902040508030806" pitchFamily="66" charset="0"/>
                <a:sym typeface="Arial"/>
              </a:rPr>
              <a:t>Certificate Of Promotion</a:t>
            </a:r>
            <a:endParaRPr sz="4200" b="0" i="0" u="none" strike="noStrike" cap="none" dirty="0">
              <a:solidFill>
                <a:srgbClr val="000000"/>
              </a:solidFill>
              <a:latin typeface="Old English Text MT" panose="03040902040508030806" pitchFamily="66" charset="0"/>
              <a:sym typeface="Arial"/>
            </a:endParaRPr>
          </a:p>
        </p:txBody>
      </p:sp>
      <p:sp>
        <p:nvSpPr>
          <p:cNvPr id="30" name="Google Shape;106;p1">
            <a:extLst>
              <a:ext uri="{FF2B5EF4-FFF2-40B4-BE49-F238E27FC236}">
                <a16:creationId xmlns:a16="http://schemas.microsoft.com/office/drawing/2014/main" id="{34A4C997-ED8F-A1DC-E7C1-3D2CEF117989}"/>
              </a:ext>
            </a:extLst>
          </p:cNvPr>
          <p:cNvSpPr/>
          <p:nvPr/>
        </p:nvSpPr>
        <p:spPr>
          <a:xfrm>
            <a:off x="933609" y="4124520"/>
            <a:ext cx="6419529" cy="644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36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</a:t>
            </a:r>
            <a:endParaRPr sz="3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" name="Google Shape;107;p1">
            <a:extLst>
              <a:ext uri="{FF2B5EF4-FFF2-40B4-BE49-F238E27FC236}">
                <a16:creationId xmlns:a16="http://schemas.microsoft.com/office/drawing/2014/main" id="{C31A990C-982A-9FCC-611A-C59CDE380FF9}"/>
              </a:ext>
            </a:extLst>
          </p:cNvPr>
          <p:cNvCxnSpPr/>
          <p:nvPr/>
        </p:nvCxnSpPr>
        <p:spPr>
          <a:xfrm flipH="1">
            <a:off x="3722400" y="8696520"/>
            <a:ext cx="2822040" cy="792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33" name="Google Shape;109;p1">
            <a:extLst>
              <a:ext uri="{FF2B5EF4-FFF2-40B4-BE49-F238E27FC236}">
                <a16:creationId xmlns:a16="http://schemas.microsoft.com/office/drawing/2014/main" id="{0E4A1A1F-F296-7FBA-C9F1-DD1B2F19C15C}"/>
              </a:ext>
            </a:extLst>
          </p:cNvPr>
          <p:cNvSpPr/>
          <p:nvPr/>
        </p:nvSpPr>
        <p:spPr>
          <a:xfrm>
            <a:off x="933609" y="6433920"/>
            <a:ext cx="6419529" cy="583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32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110;p1">
            <a:extLst>
              <a:ext uri="{FF2B5EF4-FFF2-40B4-BE49-F238E27FC236}">
                <a16:creationId xmlns:a16="http://schemas.microsoft.com/office/drawing/2014/main" id="{280CCBC3-3731-B646-D54A-08EE650E5BAF}"/>
              </a:ext>
            </a:extLst>
          </p:cNvPr>
          <p:cNvSpPr/>
          <p:nvPr/>
        </p:nvSpPr>
        <p:spPr>
          <a:xfrm>
            <a:off x="933609" y="7119720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the rank of </a:t>
            </a:r>
            <a:r>
              <a:rPr lang="en-AU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Gunner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Proficient 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 effect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dateNumber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r>
              <a:rPr lang="en-GB" sz="2000" b="0" i="1" u="none" strike="noStrike" cap="none" baseline="30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{suffix}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{date}.</a:t>
            </a:r>
            <a:endParaRPr lang="en-GB"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111;p1">
            <a:extLst>
              <a:ext uri="{FF2B5EF4-FFF2-40B4-BE49-F238E27FC236}">
                <a16:creationId xmlns:a16="http://schemas.microsoft.com/office/drawing/2014/main" id="{E0F4E5F8-4AB8-E2EF-8DA1-4105DC638A3E}"/>
              </a:ext>
            </a:extLst>
          </p:cNvPr>
          <p:cNvSpPr/>
          <p:nvPr/>
        </p:nvSpPr>
        <p:spPr>
          <a:xfrm>
            <a:off x="933609" y="4820400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 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has completed all necessary trainings and been deemed suitable in all areas required for promotion.</a:t>
            </a:r>
          </a:p>
        </p:txBody>
      </p:sp>
      <p:sp>
        <p:nvSpPr>
          <p:cNvPr id="37" name="Google Shape;113;p1">
            <a:extLst>
              <a:ext uri="{FF2B5EF4-FFF2-40B4-BE49-F238E27FC236}">
                <a16:creationId xmlns:a16="http://schemas.microsoft.com/office/drawing/2014/main" id="{8A572C39-F675-481D-6D4A-9E306823F7CE}"/>
              </a:ext>
            </a:extLst>
          </p:cNvPr>
          <p:cNvSpPr/>
          <p:nvPr/>
        </p:nvSpPr>
        <p:spPr>
          <a:xfrm>
            <a:off x="2985840" y="8685000"/>
            <a:ext cx="4277880" cy="598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{signaturerRankShort} {signaturer}</a:t>
            </a:r>
            <a:br>
              <a:rPr lang="en-AU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Officer Commanding</a:t>
            </a:r>
            <a:br>
              <a:rPr lang="en-AU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Australian Special Operations Taskforce HQ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" name="Google Shape;104;p1">
            <a:extLst>
              <a:ext uri="{FF2B5EF4-FFF2-40B4-BE49-F238E27FC236}">
                <a16:creationId xmlns:a16="http://schemas.microsoft.com/office/drawing/2014/main" id="{42357409-399C-FAFA-95BA-0165979D3296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14400" y="8354520"/>
            <a:ext cx="1436400" cy="125244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11;p1">
            <a:extLst>
              <a:ext uri="{FF2B5EF4-FFF2-40B4-BE49-F238E27FC236}">
                <a16:creationId xmlns:a16="http://schemas.microsoft.com/office/drawing/2014/main" id="{F6C7F017-2A39-4CE4-9AF7-C4C751184891}"/>
              </a:ext>
            </a:extLst>
          </p:cNvPr>
          <p:cNvSpPr/>
          <p:nvPr/>
        </p:nvSpPr>
        <p:spPr>
          <a:xfrm>
            <a:off x="934292" y="5735481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algn="ctr"/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I,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signaturerRankFull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signaturer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},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Officer Commanding, Australian Special Operations Taskforce, hereby promote</a:t>
            </a:r>
            <a:endParaRPr lang="en-GB"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Google Shape;2147;p113">
            <a:extLst>
              <a:ext uri="{FF2B5EF4-FFF2-40B4-BE49-F238E27FC236}">
                <a16:creationId xmlns:a16="http://schemas.microsoft.com/office/drawing/2014/main" id="{50744DBF-212E-215E-D76D-A71325C0785D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 l="5104" t="14133" r="86728" b="36345"/>
          <a:stretch/>
        </p:blipFill>
        <p:spPr>
          <a:xfrm>
            <a:off x="3525837" y="1701165"/>
            <a:ext cx="1230045" cy="163107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114;p1">
            <a:extLst>
              <a:ext uri="{FF2B5EF4-FFF2-40B4-BE49-F238E27FC236}">
                <a16:creationId xmlns:a16="http://schemas.microsoft.com/office/drawing/2014/main" id="{895DB3DA-021D-E83A-E5BA-1E4D43BC0EDC}"/>
              </a:ext>
            </a:extLst>
          </p:cNvPr>
          <p:cNvSpPr/>
          <p:nvPr/>
        </p:nvSpPr>
        <p:spPr>
          <a:xfrm>
            <a:off x="2932650" y="8215616"/>
            <a:ext cx="4539420" cy="521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{</a:t>
            </a:r>
            <a:r>
              <a:rPr lang="en-AU" sz="2800" b="0" i="1" u="none" strike="noStrike" cap="none" dirty="0" err="1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signaturerRankShort</a:t>
            </a: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} {</a:t>
            </a:r>
            <a:r>
              <a:rPr lang="en-AU" sz="2800" b="0" i="1" u="none" strike="noStrike" cap="none" dirty="0" err="1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signaturer</a:t>
            </a: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}</a:t>
            </a:r>
            <a:endParaRPr sz="2800" b="0" i="0" u="none" strike="noStrike" cap="none" dirty="0">
              <a:solidFill>
                <a:srgbClr val="000000"/>
              </a:solidFill>
              <a:latin typeface="Brush Script MT" panose="03060802040406070304" pitchFamily="66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600825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FA3E7FDE-9DB6-A0CE-37B8-0BC5057151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">
            <a:extLst>
              <a:ext uri="{FF2B5EF4-FFF2-40B4-BE49-F238E27FC236}">
                <a16:creationId xmlns:a16="http://schemas.microsoft.com/office/drawing/2014/main" id="{D2C6846D-BC8C-DF27-88B0-AC864AA72A83}"/>
              </a:ext>
            </a:extLst>
          </p:cNvPr>
          <p:cNvSpPr/>
          <p:nvPr/>
        </p:nvSpPr>
        <p:spPr>
          <a:xfrm rot="5400000">
            <a:off x="-1500189" y="1487486"/>
            <a:ext cx="11268076" cy="8293101"/>
          </a:xfrm>
          <a:prstGeom prst="rect">
            <a:avLst/>
          </a:prstGeom>
          <a:blipFill rotWithShape="0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0000" tIns="45000" rIns="90000" bIns="45000" anchor="t" anchorCtr="1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Google Shape;102;p1">
            <a:extLst>
              <a:ext uri="{FF2B5EF4-FFF2-40B4-BE49-F238E27FC236}">
                <a16:creationId xmlns:a16="http://schemas.microsoft.com/office/drawing/2014/main" id="{4E3910C8-2BE7-738F-F011-9FBCB940C27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10028" t="12535" r="10465" b="20264"/>
          <a:stretch/>
        </p:blipFill>
        <p:spPr>
          <a:xfrm rot="5400000">
            <a:off x="-1521845" y="1469005"/>
            <a:ext cx="11419340" cy="8401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103;p1">
            <a:extLst>
              <a:ext uri="{FF2B5EF4-FFF2-40B4-BE49-F238E27FC236}">
                <a16:creationId xmlns:a16="http://schemas.microsoft.com/office/drawing/2014/main" id="{E99E7BF1-3025-05CC-6925-5D61EA20D4D0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29378" y="738891"/>
            <a:ext cx="6821645" cy="9877373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105;p1">
            <a:extLst>
              <a:ext uri="{FF2B5EF4-FFF2-40B4-BE49-F238E27FC236}">
                <a16:creationId xmlns:a16="http://schemas.microsoft.com/office/drawing/2014/main" id="{79C024C0-B491-E612-D863-6DCE55A3779B}"/>
              </a:ext>
            </a:extLst>
          </p:cNvPr>
          <p:cNvSpPr/>
          <p:nvPr/>
        </p:nvSpPr>
        <p:spPr>
          <a:xfrm>
            <a:off x="933609" y="3422520"/>
            <a:ext cx="6419529" cy="737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4200" b="0" i="0" u="none" strike="noStrike" cap="none" dirty="0">
                <a:solidFill>
                  <a:schemeClr val="dk1"/>
                </a:solidFill>
                <a:latin typeface="Old English Text MT" panose="03040902040508030806" pitchFamily="66" charset="0"/>
                <a:sym typeface="Arial"/>
              </a:rPr>
              <a:t>Certificate Of Promotion</a:t>
            </a:r>
            <a:endParaRPr sz="4200" b="0" i="0" u="none" strike="noStrike" cap="none" dirty="0">
              <a:solidFill>
                <a:srgbClr val="000000"/>
              </a:solidFill>
              <a:latin typeface="Old English Text MT" panose="03040902040508030806" pitchFamily="66" charset="0"/>
              <a:sym typeface="Arial"/>
            </a:endParaRPr>
          </a:p>
        </p:txBody>
      </p:sp>
      <p:sp>
        <p:nvSpPr>
          <p:cNvPr id="30" name="Google Shape;106;p1">
            <a:extLst>
              <a:ext uri="{FF2B5EF4-FFF2-40B4-BE49-F238E27FC236}">
                <a16:creationId xmlns:a16="http://schemas.microsoft.com/office/drawing/2014/main" id="{471F7853-57A6-689C-C7C1-874A999BE94F}"/>
              </a:ext>
            </a:extLst>
          </p:cNvPr>
          <p:cNvSpPr/>
          <p:nvPr/>
        </p:nvSpPr>
        <p:spPr>
          <a:xfrm>
            <a:off x="933609" y="4124520"/>
            <a:ext cx="6419529" cy="644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36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</a:t>
            </a:r>
            <a:endParaRPr sz="3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" name="Google Shape;107;p1">
            <a:extLst>
              <a:ext uri="{FF2B5EF4-FFF2-40B4-BE49-F238E27FC236}">
                <a16:creationId xmlns:a16="http://schemas.microsoft.com/office/drawing/2014/main" id="{60A87E4A-7D44-0F3E-9740-CA198C3D70C7}"/>
              </a:ext>
            </a:extLst>
          </p:cNvPr>
          <p:cNvCxnSpPr/>
          <p:nvPr/>
        </p:nvCxnSpPr>
        <p:spPr>
          <a:xfrm flipH="1">
            <a:off x="3722400" y="8696520"/>
            <a:ext cx="2822040" cy="792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33" name="Google Shape;109;p1">
            <a:extLst>
              <a:ext uri="{FF2B5EF4-FFF2-40B4-BE49-F238E27FC236}">
                <a16:creationId xmlns:a16="http://schemas.microsoft.com/office/drawing/2014/main" id="{71EC7E0B-E7AB-88FF-2137-CC9DED852ADB}"/>
              </a:ext>
            </a:extLst>
          </p:cNvPr>
          <p:cNvSpPr/>
          <p:nvPr/>
        </p:nvSpPr>
        <p:spPr>
          <a:xfrm>
            <a:off x="933609" y="6433920"/>
            <a:ext cx="6419529" cy="583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32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110;p1">
            <a:extLst>
              <a:ext uri="{FF2B5EF4-FFF2-40B4-BE49-F238E27FC236}">
                <a16:creationId xmlns:a16="http://schemas.microsoft.com/office/drawing/2014/main" id="{7F9F8BFB-9E12-F22A-296B-6DB22B21988B}"/>
              </a:ext>
            </a:extLst>
          </p:cNvPr>
          <p:cNvSpPr/>
          <p:nvPr/>
        </p:nvSpPr>
        <p:spPr>
          <a:xfrm>
            <a:off x="933609" y="7119720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the rank of </a:t>
            </a:r>
            <a:r>
              <a:rPr lang="en-AU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Leading Gunner 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 effect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dateNumber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r>
              <a:rPr lang="en-GB" sz="2000" b="0" i="1" u="none" strike="noStrike" cap="none" baseline="30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{suffix}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{date}.</a:t>
            </a:r>
            <a:endParaRPr lang="en-GB"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111;p1">
            <a:extLst>
              <a:ext uri="{FF2B5EF4-FFF2-40B4-BE49-F238E27FC236}">
                <a16:creationId xmlns:a16="http://schemas.microsoft.com/office/drawing/2014/main" id="{466DF5E6-4C60-0363-0983-AD1A824515DF}"/>
              </a:ext>
            </a:extLst>
          </p:cNvPr>
          <p:cNvSpPr/>
          <p:nvPr/>
        </p:nvSpPr>
        <p:spPr>
          <a:xfrm>
            <a:off x="933609" y="4820400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 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has completed all necessary trainings and been deemed suitable in all areas required for promotion.</a:t>
            </a:r>
          </a:p>
        </p:txBody>
      </p:sp>
      <p:sp>
        <p:nvSpPr>
          <p:cNvPr id="37" name="Google Shape;113;p1">
            <a:extLst>
              <a:ext uri="{FF2B5EF4-FFF2-40B4-BE49-F238E27FC236}">
                <a16:creationId xmlns:a16="http://schemas.microsoft.com/office/drawing/2014/main" id="{918B991E-3FB5-77F2-E1DB-18D890074B41}"/>
              </a:ext>
            </a:extLst>
          </p:cNvPr>
          <p:cNvSpPr/>
          <p:nvPr/>
        </p:nvSpPr>
        <p:spPr>
          <a:xfrm>
            <a:off x="2985840" y="8685000"/>
            <a:ext cx="4277880" cy="598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{signaturerRankShort} {signaturer}</a:t>
            </a:r>
            <a:br>
              <a:rPr lang="en-AU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Officer Commanding</a:t>
            </a:r>
            <a:br>
              <a:rPr lang="en-AU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Australian Special Operations Taskforce HQ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" name="Google Shape;104;p1">
            <a:extLst>
              <a:ext uri="{FF2B5EF4-FFF2-40B4-BE49-F238E27FC236}">
                <a16:creationId xmlns:a16="http://schemas.microsoft.com/office/drawing/2014/main" id="{8F94D457-F6AE-CF17-76F9-DA2922DB81ED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14400" y="8354520"/>
            <a:ext cx="1436400" cy="125244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11;p1">
            <a:extLst>
              <a:ext uri="{FF2B5EF4-FFF2-40B4-BE49-F238E27FC236}">
                <a16:creationId xmlns:a16="http://schemas.microsoft.com/office/drawing/2014/main" id="{8709B83B-995B-26B9-E071-28F4524C2EE3}"/>
              </a:ext>
            </a:extLst>
          </p:cNvPr>
          <p:cNvSpPr/>
          <p:nvPr/>
        </p:nvSpPr>
        <p:spPr>
          <a:xfrm>
            <a:off x="934292" y="5735481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algn="ctr"/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I,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signaturerRankFull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signaturer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},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Officer Commanding, Australian Special Operations Taskforce, hereby promote</a:t>
            </a:r>
            <a:endParaRPr lang="en-GB"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Google Shape;183;p5">
            <a:extLst>
              <a:ext uri="{FF2B5EF4-FFF2-40B4-BE49-F238E27FC236}">
                <a16:creationId xmlns:a16="http://schemas.microsoft.com/office/drawing/2014/main" id="{3B0EFB3F-D231-9722-3D1F-2CC28914B5A8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 l="25990" t="17860" r="27520" b="22775"/>
          <a:stretch/>
        </p:blipFill>
        <p:spPr>
          <a:xfrm>
            <a:off x="3525837" y="1701165"/>
            <a:ext cx="1228725" cy="156901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114;p1">
            <a:extLst>
              <a:ext uri="{FF2B5EF4-FFF2-40B4-BE49-F238E27FC236}">
                <a16:creationId xmlns:a16="http://schemas.microsoft.com/office/drawing/2014/main" id="{899BE0B0-5779-62F3-9D67-00C31E98EEB1}"/>
              </a:ext>
            </a:extLst>
          </p:cNvPr>
          <p:cNvSpPr/>
          <p:nvPr/>
        </p:nvSpPr>
        <p:spPr>
          <a:xfrm>
            <a:off x="2932650" y="8215616"/>
            <a:ext cx="4539420" cy="521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{</a:t>
            </a:r>
            <a:r>
              <a:rPr lang="en-AU" sz="2800" b="0" i="1" u="none" strike="noStrike" cap="none" dirty="0" err="1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signaturerRankShort</a:t>
            </a: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} {</a:t>
            </a:r>
            <a:r>
              <a:rPr lang="en-AU" sz="2800" b="0" i="1" u="none" strike="noStrike" cap="none" dirty="0" err="1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signaturer</a:t>
            </a: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}</a:t>
            </a:r>
            <a:endParaRPr sz="2800" b="0" i="0" u="none" strike="noStrike" cap="none" dirty="0">
              <a:solidFill>
                <a:srgbClr val="000000"/>
              </a:solidFill>
              <a:latin typeface="Brush Script MT" panose="03060802040406070304" pitchFamily="66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058746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FECC9E0B-9FAD-F44C-B2A0-9ADAB581C2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">
            <a:extLst>
              <a:ext uri="{FF2B5EF4-FFF2-40B4-BE49-F238E27FC236}">
                <a16:creationId xmlns:a16="http://schemas.microsoft.com/office/drawing/2014/main" id="{3CBF665B-9291-CF90-9392-787DFD01862A}"/>
              </a:ext>
            </a:extLst>
          </p:cNvPr>
          <p:cNvSpPr/>
          <p:nvPr/>
        </p:nvSpPr>
        <p:spPr>
          <a:xfrm rot="5400000">
            <a:off x="-1500189" y="1487486"/>
            <a:ext cx="11268076" cy="8293101"/>
          </a:xfrm>
          <a:prstGeom prst="rect">
            <a:avLst/>
          </a:prstGeom>
          <a:blipFill rotWithShape="0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0000" tIns="45000" rIns="90000" bIns="45000" anchor="t" anchorCtr="1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Google Shape;102;p1">
            <a:extLst>
              <a:ext uri="{FF2B5EF4-FFF2-40B4-BE49-F238E27FC236}">
                <a16:creationId xmlns:a16="http://schemas.microsoft.com/office/drawing/2014/main" id="{4A597AA5-7FA3-3215-87B3-5E94F7ADF923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10028" t="12535" r="10465" b="20264"/>
          <a:stretch/>
        </p:blipFill>
        <p:spPr>
          <a:xfrm rot="5400000">
            <a:off x="-1521845" y="1469005"/>
            <a:ext cx="11419340" cy="8401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103;p1">
            <a:extLst>
              <a:ext uri="{FF2B5EF4-FFF2-40B4-BE49-F238E27FC236}">
                <a16:creationId xmlns:a16="http://schemas.microsoft.com/office/drawing/2014/main" id="{91F91621-C8D2-83AD-B298-67D2AFAFE8D8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29378" y="738891"/>
            <a:ext cx="6821645" cy="9877373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105;p1">
            <a:extLst>
              <a:ext uri="{FF2B5EF4-FFF2-40B4-BE49-F238E27FC236}">
                <a16:creationId xmlns:a16="http://schemas.microsoft.com/office/drawing/2014/main" id="{F151ED84-1435-6757-950B-2BDDEAF395F0}"/>
              </a:ext>
            </a:extLst>
          </p:cNvPr>
          <p:cNvSpPr/>
          <p:nvPr/>
        </p:nvSpPr>
        <p:spPr>
          <a:xfrm>
            <a:off x="933609" y="3422520"/>
            <a:ext cx="6419529" cy="737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4200" b="0" i="0" u="none" strike="noStrike" cap="none" dirty="0">
                <a:solidFill>
                  <a:schemeClr val="dk1"/>
                </a:solidFill>
                <a:latin typeface="Old English Text MT" panose="03040902040508030806" pitchFamily="66" charset="0"/>
                <a:sym typeface="Arial"/>
              </a:rPr>
              <a:t>Certificate Of Promotion</a:t>
            </a:r>
            <a:endParaRPr sz="4200" b="0" i="0" u="none" strike="noStrike" cap="none" dirty="0">
              <a:solidFill>
                <a:srgbClr val="000000"/>
              </a:solidFill>
              <a:latin typeface="Old English Text MT" panose="03040902040508030806" pitchFamily="66" charset="0"/>
              <a:sym typeface="Arial"/>
            </a:endParaRPr>
          </a:p>
        </p:txBody>
      </p:sp>
      <p:sp>
        <p:nvSpPr>
          <p:cNvPr id="30" name="Google Shape;106;p1">
            <a:extLst>
              <a:ext uri="{FF2B5EF4-FFF2-40B4-BE49-F238E27FC236}">
                <a16:creationId xmlns:a16="http://schemas.microsoft.com/office/drawing/2014/main" id="{B66B2C5C-DDD8-FE99-034B-B4CA174A0BEE}"/>
              </a:ext>
            </a:extLst>
          </p:cNvPr>
          <p:cNvSpPr/>
          <p:nvPr/>
        </p:nvSpPr>
        <p:spPr>
          <a:xfrm>
            <a:off x="933609" y="4124520"/>
            <a:ext cx="6419529" cy="644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36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</a:t>
            </a:r>
            <a:endParaRPr sz="3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" name="Google Shape;107;p1">
            <a:extLst>
              <a:ext uri="{FF2B5EF4-FFF2-40B4-BE49-F238E27FC236}">
                <a16:creationId xmlns:a16="http://schemas.microsoft.com/office/drawing/2014/main" id="{786391AE-052F-3571-F3CF-ECA281D3969F}"/>
              </a:ext>
            </a:extLst>
          </p:cNvPr>
          <p:cNvCxnSpPr/>
          <p:nvPr/>
        </p:nvCxnSpPr>
        <p:spPr>
          <a:xfrm flipH="1">
            <a:off x="3722400" y="8696520"/>
            <a:ext cx="2822040" cy="792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33" name="Google Shape;109;p1">
            <a:extLst>
              <a:ext uri="{FF2B5EF4-FFF2-40B4-BE49-F238E27FC236}">
                <a16:creationId xmlns:a16="http://schemas.microsoft.com/office/drawing/2014/main" id="{913310B3-B6C6-E68F-A199-91D934B497D4}"/>
              </a:ext>
            </a:extLst>
          </p:cNvPr>
          <p:cNvSpPr/>
          <p:nvPr/>
        </p:nvSpPr>
        <p:spPr>
          <a:xfrm>
            <a:off x="933609" y="6433920"/>
            <a:ext cx="6419529" cy="583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32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110;p1">
            <a:extLst>
              <a:ext uri="{FF2B5EF4-FFF2-40B4-BE49-F238E27FC236}">
                <a16:creationId xmlns:a16="http://schemas.microsoft.com/office/drawing/2014/main" id="{02D70AF1-B383-A16F-B430-D41DD55F20C3}"/>
              </a:ext>
            </a:extLst>
          </p:cNvPr>
          <p:cNvSpPr/>
          <p:nvPr/>
        </p:nvSpPr>
        <p:spPr>
          <a:xfrm>
            <a:off x="933609" y="7119720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the rank of </a:t>
            </a:r>
            <a:r>
              <a:rPr lang="en-AU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Senior Gunner 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 effect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dateNumber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r>
              <a:rPr lang="en-GB" sz="2000" b="0" i="1" u="none" strike="noStrike" cap="none" baseline="30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{suffix}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{date}.</a:t>
            </a:r>
            <a:endParaRPr lang="en-GB"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111;p1">
            <a:extLst>
              <a:ext uri="{FF2B5EF4-FFF2-40B4-BE49-F238E27FC236}">
                <a16:creationId xmlns:a16="http://schemas.microsoft.com/office/drawing/2014/main" id="{0C5AF9A3-95C8-7B3F-6E51-149DF7F8DE41}"/>
              </a:ext>
            </a:extLst>
          </p:cNvPr>
          <p:cNvSpPr/>
          <p:nvPr/>
        </p:nvSpPr>
        <p:spPr>
          <a:xfrm>
            <a:off x="933609" y="4820400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 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has completed all necessary trainings and been deemed suitable in all areas required for promotion.</a:t>
            </a:r>
          </a:p>
        </p:txBody>
      </p:sp>
      <p:sp>
        <p:nvSpPr>
          <p:cNvPr id="37" name="Google Shape;113;p1">
            <a:extLst>
              <a:ext uri="{FF2B5EF4-FFF2-40B4-BE49-F238E27FC236}">
                <a16:creationId xmlns:a16="http://schemas.microsoft.com/office/drawing/2014/main" id="{DF174EFF-DD00-AC0C-798C-5179D9FFA49F}"/>
              </a:ext>
            </a:extLst>
          </p:cNvPr>
          <p:cNvSpPr/>
          <p:nvPr/>
        </p:nvSpPr>
        <p:spPr>
          <a:xfrm>
            <a:off x="2985840" y="8685000"/>
            <a:ext cx="4277880" cy="598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{signaturerRankShort} {signaturer}</a:t>
            </a:r>
            <a:br>
              <a:rPr lang="en-AU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Officer Commanding</a:t>
            </a:r>
            <a:br>
              <a:rPr lang="en-AU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Australian Special Operations Taskforce HQ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" name="Google Shape;104;p1">
            <a:extLst>
              <a:ext uri="{FF2B5EF4-FFF2-40B4-BE49-F238E27FC236}">
                <a16:creationId xmlns:a16="http://schemas.microsoft.com/office/drawing/2014/main" id="{10462580-A816-1AF2-1CE9-2907AEB7721D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14400" y="8354520"/>
            <a:ext cx="1436400" cy="125244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11;p1">
            <a:extLst>
              <a:ext uri="{FF2B5EF4-FFF2-40B4-BE49-F238E27FC236}">
                <a16:creationId xmlns:a16="http://schemas.microsoft.com/office/drawing/2014/main" id="{39091160-C070-27D2-D975-A3A0AF63B9D4}"/>
              </a:ext>
            </a:extLst>
          </p:cNvPr>
          <p:cNvSpPr/>
          <p:nvPr/>
        </p:nvSpPr>
        <p:spPr>
          <a:xfrm>
            <a:off x="934292" y="5735481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algn="ctr"/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I,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signaturerRankFull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signaturer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},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Officer Commanding, Australian Special Operations Taskforce, hereby promote</a:t>
            </a:r>
            <a:endParaRPr lang="en-GB"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Google Shape;201;p6">
            <a:extLst>
              <a:ext uri="{FF2B5EF4-FFF2-40B4-BE49-F238E27FC236}">
                <a16:creationId xmlns:a16="http://schemas.microsoft.com/office/drawing/2014/main" id="{5A2E14F6-5DD8-EC4F-B311-737FB47E7F04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 l="29197" t="20376" r="31421" b="25696"/>
          <a:stretch/>
        </p:blipFill>
        <p:spPr>
          <a:xfrm>
            <a:off x="3671094" y="1829753"/>
            <a:ext cx="938212" cy="1284757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14;p1">
            <a:extLst>
              <a:ext uri="{FF2B5EF4-FFF2-40B4-BE49-F238E27FC236}">
                <a16:creationId xmlns:a16="http://schemas.microsoft.com/office/drawing/2014/main" id="{7866DD93-4A06-65C9-2358-1553F0C200AE}"/>
              </a:ext>
            </a:extLst>
          </p:cNvPr>
          <p:cNvSpPr/>
          <p:nvPr/>
        </p:nvSpPr>
        <p:spPr>
          <a:xfrm>
            <a:off x="2932650" y="8215616"/>
            <a:ext cx="4539420" cy="521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{</a:t>
            </a:r>
            <a:r>
              <a:rPr lang="en-AU" sz="2800" b="0" i="1" u="none" strike="noStrike" cap="none" dirty="0" err="1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signaturerRankShort</a:t>
            </a: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} {</a:t>
            </a:r>
            <a:r>
              <a:rPr lang="en-AU" sz="2800" b="0" i="1" u="none" strike="noStrike" cap="none" dirty="0" err="1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signaturer</a:t>
            </a: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}</a:t>
            </a:r>
            <a:endParaRPr sz="2800" b="0" i="0" u="none" strike="noStrike" cap="none" dirty="0">
              <a:solidFill>
                <a:srgbClr val="000000"/>
              </a:solidFill>
              <a:latin typeface="Brush Script MT" panose="03060802040406070304" pitchFamily="66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645611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ECB42545-7F19-C0B3-94B1-D75F0AB8F2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">
            <a:extLst>
              <a:ext uri="{FF2B5EF4-FFF2-40B4-BE49-F238E27FC236}">
                <a16:creationId xmlns:a16="http://schemas.microsoft.com/office/drawing/2014/main" id="{31BE5026-F74D-FDDF-1987-9C1987EFA732}"/>
              </a:ext>
            </a:extLst>
          </p:cNvPr>
          <p:cNvSpPr/>
          <p:nvPr/>
        </p:nvSpPr>
        <p:spPr>
          <a:xfrm rot="5400000">
            <a:off x="-1500189" y="1487486"/>
            <a:ext cx="11268076" cy="8293101"/>
          </a:xfrm>
          <a:prstGeom prst="rect">
            <a:avLst/>
          </a:prstGeom>
          <a:blipFill rotWithShape="0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0000" tIns="45000" rIns="90000" bIns="45000" anchor="t" anchorCtr="1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Google Shape;102;p1">
            <a:extLst>
              <a:ext uri="{FF2B5EF4-FFF2-40B4-BE49-F238E27FC236}">
                <a16:creationId xmlns:a16="http://schemas.microsoft.com/office/drawing/2014/main" id="{814B2D43-C1BA-FEA6-AF2B-3043328A8C8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10028" t="12535" r="10465" b="20264"/>
          <a:stretch/>
        </p:blipFill>
        <p:spPr>
          <a:xfrm rot="5400000">
            <a:off x="-1521845" y="1469005"/>
            <a:ext cx="11419340" cy="8401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103;p1">
            <a:extLst>
              <a:ext uri="{FF2B5EF4-FFF2-40B4-BE49-F238E27FC236}">
                <a16:creationId xmlns:a16="http://schemas.microsoft.com/office/drawing/2014/main" id="{F0C1A98B-8653-8C65-7379-FFABB284E273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29378" y="738891"/>
            <a:ext cx="6821645" cy="9877373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105;p1">
            <a:extLst>
              <a:ext uri="{FF2B5EF4-FFF2-40B4-BE49-F238E27FC236}">
                <a16:creationId xmlns:a16="http://schemas.microsoft.com/office/drawing/2014/main" id="{619D21B8-BD51-14EE-DE3C-CF92D5887A05}"/>
              </a:ext>
            </a:extLst>
          </p:cNvPr>
          <p:cNvSpPr/>
          <p:nvPr/>
        </p:nvSpPr>
        <p:spPr>
          <a:xfrm>
            <a:off x="933609" y="3422520"/>
            <a:ext cx="6419529" cy="737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4200" b="0" i="0" u="none" strike="noStrike" cap="none" dirty="0">
                <a:solidFill>
                  <a:schemeClr val="dk1"/>
                </a:solidFill>
                <a:latin typeface="Old English Text MT" panose="03040902040508030806" pitchFamily="66" charset="0"/>
                <a:sym typeface="Arial"/>
              </a:rPr>
              <a:t>Certificate Of Promotion</a:t>
            </a:r>
            <a:endParaRPr sz="4200" b="0" i="0" u="none" strike="noStrike" cap="none" dirty="0">
              <a:solidFill>
                <a:srgbClr val="000000"/>
              </a:solidFill>
              <a:latin typeface="Old English Text MT" panose="03040902040508030806" pitchFamily="66" charset="0"/>
              <a:sym typeface="Arial"/>
            </a:endParaRPr>
          </a:p>
        </p:txBody>
      </p:sp>
      <p:sp>
        <p:nvSpPr>
          <p:cNvPr id="30" name="Google Shape;106;p1">
            <a:extLst>
              <a:ext uri="{FF2B5EF4-FFF2-40B4-BE49-F238E27FC236}">
                <a16:creationId xmlns:a16="http://schemas.microsoft.com/office/drawing/2014/main" id="{8D8E6BBC-7BDA-3B7C-60CF-0AB8250530BD}"/>
              </a:ext>
            </a:extLst>
          </p:cNvPr>
          <p:cNvSpPr/>
          <p:nvPr/>
        </p:nvSpPr>
        <p:spPr>
          <a:xfrm>
            <a:off x="933609" y="4124520"/>
            <a:ext cx="6419529" cy="644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36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</a:t>
            </a:r>
            <a:endParaRPr sz="3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" name="Google Shape;107;p1">
            <a:extLst>
              <a:ext uri="{FF2B5EF4-FFF2-40B4-BE49-F238E27FC236}">
                <a16:creationId xmlns:a16="http://schemas.microsoft.com/office/drawing/2014/main" id="{2552400D-A9C5-2D6D-1DE2-008344A37AAE}"/>
              </a:ext>
            </a:extLst>
          </p:cNvPr>
          <p:cNvCxnSpPr/>
          <p:nvPr/>
        </p:nvCxnSpPr>
        <p:spPr>
          <a:xfrm flipH="1">
            <a:off x="3722400" y="8696520"/>
            <a:ext cx="2822040" cy="792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33" name="Google Shape;109;p1">
            <a:extLst>
              <a:ext uri="{FF2B5EF4-FFF2-40B4-BE49-F238E27FC236}">
                <a16:creationId xmlns:a16="http://schemas.microsoft.com/office/drawing/2014/main" id="{9E3BD9FB-69F9-AAE1-56D7-80A8B50D2FDE}"/>
              </a:ext>
            </a:extLst>
          </p:cNvPr>
          <p:cNvSpPr/>
          <p:nvPr/>
        </p:nvSpPr>
        <p:spPr>
          <a:xfrm>
            <a:off x="933609" y="6433920"/>
            <a:ext cx="6419529" cy="583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32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110;p1">
            <a:extLst>
              <a:ext uri="{FF2B5EF4-FFF2-40B4-BE49-F238E27FC236}">
                <a16:creationId xmlns:a16="http://schemas.microsoft.com/office/drawing/2014/main" id="{0BF55648-DC17-D7FB-34E1-72209676C103}"/>
              </a:ext>
            </a:extLst>
          </p:cNvPr>
          <p:cNvSpPr/>
          <p:nvPr/>
        </p:nvSpPr>
        <p:spPr>
          <a:xfrm>
            <a:off x="933609" y="7119720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the rank of </a:t>
            </a:r>
            <a:r>
              <a:rPr lang="en-AU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Senior Leading Gunner 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 effect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dateNumber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r>
              <a:rPr lang="en-GB" sz="2000" b="0" i="1" u="none" strike="noStrike" cap="none" baseline="30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{suffix}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{date}.</a:t>
            </a:r>
            <a:endParaRPr lang="en-GB"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111;p1">
            <a:extLst>
              <a:ext uri="{FF2B5EF4-FFF2-40B4-BE49-F238E27FC236}">
                <a16:creationId xmlns:a16="http://schemas.microsoft.com/office/drawing/2014/main" id="{FFCBD995-D274-0C17-B994-B1DB20EB0BBD}"/>
              </a:ext>
            </a:extLst>
          </p:cNvPr>
          <p:cNvSpPr/>
          <p:nvPr/>
        </p:nvSpPr>
        <p:spPr>
          <a:xfrm>
            <a:off x="933609" y="4820400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 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has completed all necessary trainings and been deemed suitable in all areas required for promotion.</a:t>
            </a:r>
          </a:p>
        </p:txBody>
      </p:sp>
      <p:sp>
        <p:nvSpPr>
          <p:cNvPr id="37" name="Google Shape;113;p1">
            <a:extLst>
              <a:ext uri="{FF2B5EF4-FFF2-40B4-BE49-F238E27FC236}">
                <a16:creationId xmlns:a16="http://schemas.microsoft.com/office/drawing/2014/main" id="{0823EF09-60AF-22A6-2170-29D6290D1DB2}"/>
              </a:ext>
            </a:extLst>
          </p:cNvPr>
          <p:cNvSpPr/>
          <p:nvPr/>
        </p:nvSpPr>
        <p:spPr>
          <a:xfrm>
            <a:off x="2985840" y="8685000"/>
            <a:ext cx="4277880" cy="598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{signaturerRankShort} {signaturer}</a:t>
            </a:r>
            <a:br>
              <a:rPr lang="en-AU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Officer Commanding</a:t>
            </a:r>
            <a:br>
              <a:rPr lang="en-AU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Australian Special Operations Taskforce HQ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" name="Google Shape;104;p1">
            <a:extLst>
              <a:ext uri="{FF2B5EF4-FFF2-40B4-BE49-F238E27FC236}">
                <a16:creationId xmlns:a16="http://schemas.microsoft.com/office/drawing/2014/main" id="{BB92A255-C2B8-0DB9-122F-8DCCDEC3BB55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14400" y="8354520"/>
            <a:ext cx="1436400" cy="125244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11;p1">
            <a:extLst>
              <a:ext uri="{FF2B5EF4-FFF2-40B4-BE49-F238E27FC236}">
                <a16:creationId xmlns:a16="http://schemas.microsoft.com/office/drawing/2014/main" id="{937EE041-84B1-5F47-B960-6BBFBEA1B5E4}"/>
              </a:ext>
            </a:extLst>
          </p:cNvPr>
          <p:cNvSpPr/>
          <p:nvPr/>
        </p:nvSpPr>
        <p:spPr>
          <a:xfrm>
            <a:off x="934292" y="5735481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algn="ctr"/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I,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signaturerRankFull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signaturer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},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Officer Commanding, Australian Special Operations Taskforce, hereby promote</a:t>
            </a:r>
            <a:endParaRPr lang="en-GB"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Google Shape;309;p12">
            <a:extLst>
              <a:ext uri="{FF2B5EF4-FFF2-40B4-BE49-F238E27FC236}">
                <a16:creationId xmlns:a16="http://schemas.microsoft.com/office/drawing/2014/main" id="{3B99F326-2D51-01D1-2D24-0705068FE549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 l="17983" t="20568" r="19375" b="35792"/>
          <a:stretch/>
        </p:blipFill>
        <p:spPr>
          <a:xfrm>
            <a:off x="3220820" y="1824990"/>
            <a:ext cx="1850978" cy="128952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114;p1">
            <a:extLst>
              <a:ext uri="{FF2B5EF4-FFF2-40B4-BE49-F238E27FC236}">
                <a16:creationId xmlns:a16="http://schemas.microsoft.com/office/drawing/2014/main" id="{0142DF78-C505-3477-6854-F0724E1FC68A}"/>
              </a:ext>
            </a:extLst>
          </p:cNvPr>
          <p:cNvSpPr/>
          <p:nvPr/>
        </p:nvSpPr>
        <p:spPr>
          <a:xfrm>
            <a:off x="2932650" y="8215616"/>
            <a:ext cx="4539420" cy="521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{</a:t>
            </a:r>
            <a:r>
              <a:rPr lang="en-AU" sz="2800" b="0" i="1" u="none" strike="noStrike" cap="none" dirty="0" err="1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signaturerRankShort</a:t>
            </a: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} {</a:t>
            </a:r>
            <a:r>
              <a:rPr lang="en-AU" sz="2800" b="0" i="1" u="none" strike="noStrike" cap="none" dirty="0" err="1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signaturer</a:t>
            </a: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}</a:t>
            </a:r>
            <a:endParaRPr sz="2800" b="0" i="0" u="none" strike="noStrike" cap="none" dirty="0">
              <a:solidFill>
                <a:srgbClr val="000000"/>
              </a:solidFill>
              <a:latin typeface="Brush Script MT" panose="03060802040406070304" pitchFamily="66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04117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BDCD7A5E-2B3F-5F2B-B75A-4CBF79E4A3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">
            <a:extLst>
              <a:ext uri="{FF2B5EF4-FFF2-40B4-BE49-F238E27FC236}">
                <a16:creationId xmlns:a16="http://schemas.microsoft.com/office/drawing/2014/main" id="{F6B59D14-3551-2B33-2652-58898D4D4F46}"/>
              </a:ext>
            </a:extLst>
          </p:cNvPr>
          <p:cNvSpPr/>
          <p:nvPr/>
        </p:nvSpPr>
        <p:spPr>
          <a:xfrm rot="5400000">
            <a:off x="-1500189" y="1487486"/>
            <a:ext cx="11268076" cy="8293101"/>
          </a:xfrm>
          <a:prstGeom prst="rect">
            <a:avLst/>
          </a:prstGeom>
          <a:blipFill rotWithShape="0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0000" tIns="45000" rIns="90000" bIns="45000" anchor="t" anchorCtr="1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Google Shape;102;p1">
            <a:extLst>
              <a:ext uri="{FF2B5EF4-FFF2-40B4-BE49-F238E27FC236}">
                <a16:creationId xmlns:a16="http://schemas.microsoft.com/office/drawing/2014/main" id="{3D418A36-E008-9AAD-4A4C-31C88A838A6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10028" t="12535" r="10465" b="20264"/>
          <a:stretch/>
        </p:blipFill>
        <p:spPr>
          <a:xfrm rot="5400000">
            <a:off x="-1521845" y="1469005"/>
            <a:ext cx="11419340" cy="8401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103;p1">
            <a:extLst>
              <a:ext uri="{FF2B5EF4-FFF2-40B4-BE49-F238E27FC236}">
                <a16:creationId xmlns:a16="http://schemas.microsoft.com/office/drawing/2014/main" id="{E8CDF504-1295-3D7D-14CC-72635E8F38DB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29378" y="738891"/>
            <a:ext cx="6821645" cy="9877373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105;p1">
            <a:extLst>
              <a:ext uri="{FF2B5EF4-FFF2-40B4-BE49-F238E27FC236}">
                <a16:creationId xmlns:a16="http://schemas.microsoft.com/office/drawing/2014/main" id="{6402B5AC-6F73-DAA6-E4CB-6C67FDDF0532}"/>
              </a:ext>
            </a:extLst>
          </p:cNvPr>
          <p:cNvSpPr/>
          <p:nvPr/>
        </p:nvSpPr>
        <p:spPr>
          <a:xfrm>
            <a:off x="933609" y="3422520"/>
            <a:ext cx="6419529" cy="737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4200" b="0" i="0" u="none" strike="noStrike" cap="none" dirty="0">
                <a:solidFill>
                  <a:schemeClr val="dk1"/>
                </a:solidFill>
                <a:latin typeface="Old English Text MT" panose="03040902040508030806" pitchFamily="66" charset="0"/>
                <a:sym typeface="Arial"/>
              </a:rPr>
              <a:t>Certificate Of Promotion</a:t>
            </a:r>
            <a:endParaRPr sz="4200" b="0" i="0" u="none" strike="noStrike" cap="none" dirty="0">
              <a:solidFill>
                <a:srgbClr val="000000"/>
              </a:solidFill>
              <a:latin typeface="Old English Text MT" panose="03040902040508030806" pitchFamily="66" charset="0"/>
              <a:sym typeface="Arial"/>
            </a:endParaRPr>
          </a:p>
        </p:txBody>
      </p:sp>
      <p:sp>
        <p:nvSpPr>
          <p:cNvPr id="30" name="Google Shape;106;p1">
            <a:extLst>
              <a:ext uri="{FF2B5EF4-FFF2-40B4-BE49-F238E27FC236}">
                <a16:creationId xmlns:a16="http://schemas.microsoft.com/office/drawing/2014/main" id="{7BCEDAF0-BE46-9241-3277-A2DB24A229C4}"/>
              </a:ext>
            </a:extLst>
          </p:cNvPr>
          <p:cNvSpPr/>
          <p:nvPr/>
        </p:nvSpPr>
        <p:spPr>
          <a:xfrm>
            <a:off x="933609" y="4124520"/>
            <a:ext cx="6419529" cy="644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36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</a:t>
            </a:r>
            <a:endParaRPr sz="3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" name="Google Shape;107;p1">
            <a:extLst>
              <a:ext uri="{FF2B5EF4-FFF2-40B4-BE49-F238E27FC236}">
                <a16:creationId xmlns:a16="http://schemas.microsoft.com/office/drawing/2014/main" id="{486CCFD5-8175-BCEF-0924-17A4B51EA1F2}"/>
              </a:ext>
            </a:extLst>
          </p:cNvPr>
          <p:cNvCxnSpPr/>
          <p:nvPr/>
        </p:nvCxnSpPr>
        <p:spPr>
          <a:xfrm flipH="1">
            <a:off x="3722400" y="8696520"/>
            <a:ext cx="2822040" cy="792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33" name="Google Shape;109;p1">
            <a:extLst>
              <a:ext uri="{FF2B5EF4-FFF2-40B4-BE49-F238E27FC236}">
                <a16:creationId xmlns:a16="http://schemas.microsoft.com/office/drawing/2014/main" id="{06E2DC54-4809-A9F1-4224-451DDB8AE161}"/>
              </a:ext>
            </a:extLst>
          </p:cNvPr>
          <p:cNvSpPr/>
          <p:nvPr/>
        </p:nvSpPr>
        <p:spPr>
          <a:xfrm>
            <a:off x="933609" y="6433920"/>
            <a:ext cx="6419529" cy="583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32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110;p1">
            <a:extLst>
              <a:ext uri="{FF2B5EF4-FFF2-40B4-BE49-F238E27FC236}">
                <a16:creationId xmlns:a16="http://schemas.microsoft.com/office/drawing/2014/main" id="{6346A97E-AFA5-4B25-938F-03DF67B467D4}"/>
              </a:ext>
            </a:extLst>
          </p:cNvPr>
          <p:cNvSpPr/>
          <p:nvPr/>
        </p:nvSpPr>
        <p:spPr>
          <a:xfrm>
            <a:off x="933609" y="7119720"/>
            <a:ext cx="6419529" cy="3986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the rank of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Trooper 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 effect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dateNumber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r>
              <a:rPr lang="en-GB" sz="2000" b="0" i="1" u="none" strike="noStrike" cap="none" baseline="30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{suffix}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{date}.</a:t>
            </a:r>
            <a:endParaRPr lang="en-GB"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111;p1">
            <a:extLst>
              <a:ext uri="{FF2B5EF4-FFF2-40B4-BE49-F238E27FC236}">
                <a16:creationId xmlns:a16="http://schemas.microsoft.com/office/drawing/2014/main" id="{89AE5E85-B942-7A4B-5AE5-E371792D7024}"/>
              </a:ext>
            </a:extLst>
          </p:cNvPr>
          <p:cNvSpPr/>
          <p:nvPr/>
        </p:nvSpPr>
        <p:spPr>
          <a:xfrm>
            <a:off x="933609" y="4820400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 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has completed all necessary trainings and been deemed suitable in all areas required for promotion.</a:t>
            </a:r>
          </a:p>
        </p:txBody>
      </p:sp>
      <p:sp>
        <p:nvSpPr>
          <p:cNvPr id="37" name="Google Shape;113;p1">
            <a:extLst>
              <a:ext uri="{FF2B5EF4-FFF2-40B4-BE49-F238E27FC236}">
                <a16:creationId xmlns:a16="http://schemas.microsoft.com/office/drawing/2014/main" id="{2180B580-BA5B-1BF3-8239-0F4316BFA6CC}"/>
              </a:ext>
            </a:extLst>
          </p:cNvPr>
          <p:cNvSpPr/>
          <p:nvPr/>
        </p:nvSpPr>
        <p:spPr>
          <a:xfrm>
            <a:off x="2985840" y="8685000"/>
            <a:ext cx="4277880" cy="598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{signaturerRankShort} {signaturer}</a:t>
            </a:r>
            <a:br>
              <a:rPr lang="en-AU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Officer Commanding</a:t>
            </a:r>
            <a:br>
              <a:rPr lang="en-AU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Australian Special Operations Taskforce HQ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" name="Google Shape;104;p1">
            <a:extLst>
              <a:ext uri="{FF2B5EF4-FFF2-40B4-BE49-F238E27FC236}">
                <a16:creationId xmlns:a16="http://schemas.microsoft.com/office/drawing/2014/main" id="{91F72A17-4788-3DB9-6B60-D124643ED089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14400" y="8354520"/>
            <a:ext cx="1436400" cy="125244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11;p1">
            <a:extLst>
              <a:ext uri="{FF2B5EF4-FFF2-40B4-BE49-F238E27FC236}">
                <a16:creationId xmlns:a16="http://schemas.microsoft.com/office/drawing/2014/main" id="{8A0A3B88-B446-D42A-00AA-E25AA1C80871}"/>
              </a:ext>
            </a:extLst>
          </p:cNvPr>
          <p:cNvSpPr/>
          <p:nvPr/>
        </p:nvSpPr>
        <p:spPr>
          <a:xfrm>
            <a:off x="934292" y="5735481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algn="ctr"/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I,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signaturerRankFull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signaturer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},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Officer Commanding, Australian Special Operations Taskforce, hereby promote</a:t>
            </a:r>
            <a:endParaRPr lang="en-GB"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Google Shape;112;p1">
            <a:extLst>
              <a:ext uri="{FF2B5EF4-FFF2-40B4-BE49-F238E27FC236}">
                <a16:creationId xmlns:a16="http://schemas.microsoft.com/office/drawing/2014/main" id="{DBC98F60-258D-73F8-9436-FC00F2F7A211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001715" y="1602206"/>
            <a:ext cx="2279880" cy="159948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14;p1">
            <a:extLst>
              <a:ext uri="{FF2B5EF4-FFF2-40B4-BE49-F238E27FC236}">
                <a16:creationId xmlns:a16="http://schemas.microsoft.com/office/drawing/2014/main" id="{0A9F379C-F939-BD2E-0857-5FE7F4923F37}"/>
              </a:ext>
            </a:extLst>
          </p:cNvPr>
          <p:cNvSpPr/>
          <p:nvPr/>
        </p:nvSpPr>
        <p:spPr>
          <a:xfrm>
            <a:off x="2932650" y="8215616"/>
            <a:ext cx="4539420" cy="521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{</a:t>
            </a:r>
            <a:r>
              <a:rPr lang="en-AU" sz="2800" b="0" i="1" u="none" strike="noStrike" cap="none" dirty="0" err="1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signaturerRankShort</a:t>
            </a: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} {</a:t>
            </a:r>
            <a:r>
              <a:rPr lang="en-AU" sz="2800" b="0" i="1" u="none" strike="noStrike" cap="none" dirty="0" err="1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signaturer</a:t>
            </a: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}</a:t>
            </a:r>
            <a:endParaRPr sz="2800" b="0" i="0" u="none" strike="noStrike" cap="none" dirty="0">
              <a:solidFill>
                <a:srgbClr val="000000"/>
              </a:solidFill>
              <a:latin typeface="Brush Script MT" panose="03060802040406070304" pitchFamily="66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379241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0C10994B-30AE-4FE8-86C7-C5D827EA93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">
            <a:extLst>
              <a:ext uri="{FF2B5EF4-FFF2-40B4-BE49-F238E27FC236}">
                <a16:creationId xmlns:a16="http://schemas.microsoft.com/office/drawing/2014/main" id="{3AA7AAAD-0165-B35F-6B73-ED869F426CE4}"/>
              </a:ext>
            </a:extLst>
          </p:cNvPr>
          <p:cNvSpPr/>
          <p:nvPr/>
        </p:nvSpPr>
        <p:spPr>
          <a:xfrm rot="5400000">
            <a:off x="-1500189" y="1487486"/>
            <a:ext cx="11268076" cy="8293101"/>
          </a:xfrm>
          <a:prstGeom prst="rect">
            <a:avLst/>
          </a:prstGeom>
          <a:blipFill rotWithShape="0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0000" tIns="45000" rIns="90000" bIns="45000" anchor="t" anchorCtr="1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Google Shape;102;p1">
            <a:extLst>
              <a:ext uri="{FF2B5EF4-FFF2-40B4-BE49-F238E27FC236}">
                <a16:creationId xmlns:a16="http://schemas.microsoft.com/office/drawing/2014/main" id="{8BE1EBCC-D2E3-4B98-5EFA-FF4DDCA3176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10028" t="12535" r="10465" b="20264"/>
          <a:stretch/>
        </p:blipFill>
        <p:spPr>
          <a:xfrm rot="5400000">
            <a:off x="-1521845" y="1469005"/>
            <a:ext cx="11419340" cy="8401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103;p1">
            <a:extLst>
              <a:ext uri="{FF2B5EF4-FFF2-40B4-BE49-F238E27FC236}">
                <a16:creationId xmlns:a16="http://schemas.microsoft.com/office/drawing/2014/main" id="{D14A39D8-29D8-6E67-F28A-70FB1FDF4153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29378" y="738891"/>
            <a:ext cx="6821645" cy="9877373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105;p1">
            <a:extLst>
              <a:ext uri="{FF2B5EF4-FFF2-40B4-BE49-F238E27FC236}">
                <a16:creationId xmlns:a16="http://schemas.microsoft.com/office/drawing/2014/main" id="{B9513E5C-92B3-C27C-8C3F-B138CA65D675}"/>
              </a:ext>
            </a:extLst>
          </p:cNvPr>
          <p:cNvSpPr/>
          <p:nvPr/>
        </p:nvSpPr>
        <p:spPr>
          <a:xfrm>
            <a:off x="933609" y="3422520"/>
            <a:ext cx="6419529" cy="737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4200" b="0" i="0" u="none" strike="noStrike" cap="none" dirty="0">
                <a:solidFill>
                  <a:schemeClr val="dk1"/>
                </a:solidFill>
                <a:latin typeface="Old English Text MT" panose="03040902040508030806" pitchFamily="66" charset="0"/>
                <a:sym typeface="Arial"/>
              </a:rPr>
              <a:t>Certificate Of Promotion</a:t>
            </a:r>
            <a:endParaRPr sz="4200" b="0" i="0" u="none" strike="noStrike" cap="none" dirty="0">
              <a:solidFill>
                <a:srgbClr val="000000"/>
              </a:solidFill>
              <a:latin typeface="Old English Text MT" panose="03040902040508030806" pitchFamily="66" charset="0"/>
              <a:sym typeface="Arial"/>
            </a:endParaRPr>
          </a:p>
        </p:txBody>
      </p:sp>
      <p:sp>
        <p:nvSpPr>
          <p:cNvPr id="30" name="Google Shape;106;p1">
            <a:extLst>
              <a:ext uri="{FF2B5EF4-FFF2-40B4-BE49-F238E27FC236}">
                <a16:creationId xmlns:a16="http://schemas.microsoft.com/office/drawing/2014/main" id="{F194A521-D5E3-2499-06BC-BD2E54E386F3}"/>
              </a:ext>
            </a:extLst>
          </p:cNvPr>
          <p:cNvSpPr/>
          <p:nvPr/>
        </p:nvSpPr>
        <p:spPr>
          <a:xfrm>
            <a:off x="933609" y="4124520"/>
            <a:ext cx="6419529" cy="644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36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</a:t>
            </a:r>
            <a:endParaRPr sz="3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" name="Google Shape;107;p1">
            <a:extLst>
              <a:ext uri="{FF2B5EF4-FFF2-40B4-BE49-F238E27FC236}">
                <a16:creationId xmlns:a16="http://schemas.microsoft.com/office/drawing/2014/main" id="{4BA36EDC-42A0-615C-1B4F-096624C0B38A}"/>
              </a:ext>
            </a:extLst>
          </p:cNvPr>
          <p:cNvCxnSpPr/>
          <p:nvPr/>
        </p:nvCxnSpPr>
        <p:spPr>
          <a:xfrm flipH="1">
            <a:off x="3722400" y="8696520"/>
            <a:ext cx="2822040" cy="792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33" name="Google Shape;109;p1">
            <a:extLst>
              <a:ext uri="{FF2B5EF4-FFF2-40B4-BE49-F238E27FC236}">
                <a16:creationId xmlns:a16="http://schemas.microsoft.com/office/drawing/2014/main" id="{405128EE-1BB4-1883-A074-E0D47BF33B19}"/>
              </a:ext>
            </a:extLst>
          </p:cNvPr>
          <p:cNvSpPr/>
          <p:nvPr/>
        </p:nvSpPr>
        <p:spPr>
          <a:xfrm>
            <a:off x="933609" y="6433920"/>
            <a:ext cx="6419529" cy="583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32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110;p1">
            <a:extLst>
              <a:ext uri="{FF2B5EF4-FFF2-40B4-BE49-F238E27FC236}">
                <a16:creationId xmlns:a16="http://schemas.microsoft.com/office/drawing/2014/main" id="{52B81049-20DC-9F25-351C-32FBF9FA1947}"/>
              </a:ext>
            </a:extLst>
          </p:cNvPr>
          <p:cNvSpPr/>
          <p:nvPr/>
        </p:nvSpPr>
        <p:spPr>
          <a:xfrm>
            <a:off x="933609" y="7119720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the rank of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Trooper Proficient 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 effect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dateNumber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r>
              <a:rPr lang="en-GB" sz="2000" b="0" i="1" u="none" strike="noStrike" cap="none" baseline="30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{suffix}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{date}.</a:t>
            </a:r>
            <a:endParaRPr lang="en-GB"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111;p1">
            <a:extLst>
              <a:ext uri="{FF2B5EF4-FFF2-40B4-BE49-F238E27FC236}">
                <a16:creationId xmlns:a16="http://schemas.microsoft.com/office/drawing/2014/main" id="{5B684448-8D14-946D-D52A-0F4F1634DC33}"/>
              </a:ext>
            </a:extLst>
          </p:cNvPr>
          <p:cNvSpPr/>
          <p:nvPr/>
        </p:nvSpPr>
        <p:spPr>
          <a:xfrm>
            <a:off x="933609" y="4820400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 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has completed all necessary trainings and been deemed suitable in all areas required for promotion.</a:t>
            </a:r>
          </a:p>
        </p:txBody>
      </p:sp>
      <p:sp>
        <p:nvSpPr>
          <p:cNvPr id="37" name="Google Shape;113;p1">
            <a:extLst>
              <a:ext uri="{FF2B5EF4-FFF2-40B4-BE49-F238E27FC236}">
                <a16:creationId xmlns:a16="http://schemas.microsoft.com/office/drawing/2014/main" id="{C9DBF573-D3AF-CF40-707D-CA293AA57D3F}"/>
              </a:ext>
            </a:extLst>
          </p:cNvPr>
          <p:cNvSpPr/>
          <p:nvPr/>
        </p:nvSpPr>
        <p:spPr>
          <a:xfrm>
            <a:off x="2985840" y="8685000"/>
            <a:ext cx="4277880" cy="598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{signaturerRankShort} {signaturer}</a:t>
            </a:r>
            <a:br>
              <a:rPr lang="en-AU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Officer Commanding</a:t>
            </a:r>
            <a:br>
              <a:rPr lang="en-AU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Australian Special Operations Taskforce HQ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" name="Google Shape;104;p1">
            <a:extLst>
              <a:ext uri="{FF2B5EF4-FFF2-40B4-BE49-F238E27FC236}">
                <a16:creationId xmlns:a16="http://schemas.microsoft.com/office/drawing/2014/main" id="{4A40A718-9B58-EF38-F4E6-83795C2E8141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14400" y="8354520"/>
            <a:ext cx="1436400" cy="125244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11;p1">
            <a:extLst>
              <a:ext uri="{FF2B5EF4-FFF2-40B4-BE49-F238E27FC236}">
                <a16:creationId xmlns:a16="http://schemas.microsoft.com/office/drawing/2014/main" id="{47ED0D3D-4A0D-CC4D-E71B-A77F3FA57622}"/>
              </a:ext>
            </a:extLst>
          </p:cNvPr>
          <p:cNvSpPr/>
          <p:nvPr/>
        </p:nvSpPr>
        <p:spPr>
          <a:xfrm>
            <a:off x="934292" y="5735481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algn="ctr"/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I,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signaturerRankFull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signaturer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},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Officer Commanding, Australian Special Operations Taskforce, hereby promote</a:t>
            </a:r>
            <a:endParaRPr lang="en-GB"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Google Shape;992;p50">
            <a:extLst>
              <a:ext uri="{FF2B5EF4-FFF2-40B4-BE49-F238E27FC236}">
                <a16:creationId xmlns:a16="http://schemas.microsoft.com/office/drawing/2014/main" id="{F93DE6F0-C171-A9E7-B6BB-05447A32AE61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 l="34050" t="8042" r="28464" b="46542"/>
          <a:stretch/>
        </p:blipFill>
        <p:spPr>
          <a:xfrm>
            <a:off x="3650456" y="1492515"/>
            <a:ext cx="959644" cy="1540541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114;p1">
            <a:extLst>
              <a:ext uri="{FF2B5EF4-FFF2-40B4-BE49-F238E27FC236}">
                <a16:creationId xmlns:a16="http://schemas.microsoft.com/office/drawing/2014/main" id="{744C6CBF-677C-04FC-DC4A-496DCC475899}"/>
              </a:ext>
            </a:extLst>
          </p:cNvPr>
          <p:cNvSpPr/>
          <p:nvPr/>
        </p:nvSpPr>
        <p:spPr>
          <a:xfrm>
            <a:off x="2932650" y="8215616"/>
            <a:ext cx="4539420" cy="521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{</a:t>
            </a:r>
            <a:r>
              <a:rPr lang="en-AU" sz="2800" b="0" i="1" u="none" strike="noStrike" cap="none" dirty="0" err="1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signaturerRankShort</a:t>
            </a: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} {</a:t>
            </a:r>
            <a:r>
              <a:rPr lang="en-AU" sz="2800" b="0" i="1" u="none" strike="noStrike" cap="none" dirty="0" err="1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signaturer</a:t>
            </a: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}</a:t>
            </a:r>
            <a:endParaRPr sz="2800" b="0" i="0" u="none" strike="noStrike" cap="none" dirty="0">
              <a:solidFill>
                <a:srgbClr val="000000"/>
              </a:solidFill>
              <a:latin typeface="Brush Script MT" panose="03060802040406070304" pitchFamily="66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211093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B4C4EC1F-2DEE-E6C3-8B00-488F3C5E0D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">
            <a:extLst>
              <a:ext uri="{FF2B5EF4-FFF2-40B4-BE49-F238E27FC236}">
                <a16:creationId xmlns:a16="http://schemas.microsoft.com/office/drawing/2014/main" id="{5A0C04A7-DF3B-ECAF-856B-85EC3DCBE4DC}"/>
              </a:ext>
            </a:extLst>
          </p:cNvPr>
          <p:cNvSpPr/>
          <p:nvPr/>
        </p:nvSpPr>
        <p:spPr>
          <a:xfrm rot="5400000">
            <a:off x="-1500189" y="1487486"/>
            <a:ext cx="11268076" cy="8293101"/>
          </a:xfrm>
          <a:prstGeom prst="rect">
            <a:avLst/>
          </a:prstGeom>
          <a:blipFill rotWithShape="0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0000" tIns="45000" rIns="90000" bIns="45000" anchor="t" anchorCtr="1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Google Shape;102;p1">
            <a:extLst>
              <a:ext uri="{FF2B5EF4-FFF2-40B4-BE49-F238E27FC236}">
                <a16:creationId xmlns:a16="http://schemas.microsoft.com/office/drawing/2014/main" id="{FB24F693-CF6F-AF50-7B59-B795D66EAE0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10028" t="12535" r="10465" b="20264"/>
          <a:stretch/>
        </p:blipFill>
        <p:spPr>
          <a:xfrm rot="5400000">
            <a:off x="-1521845" y="1469005"/>
            <a:ext cx="11419340" cy="8401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103;p1">
            <a:extLst>
              <a:ext uri="{FF2B5EF4-FFF2-40B4-BE49-F238E27FC236}">
                <a16:creationId xmlns:a16="http://schemas.microsoft.com/office/drawing/2014/main" id="{26780946-DFBD-A0CA-B3FA-60E66FE72CB8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29378" y="738891"/>
            <a:ext cx="6821645" cy="9877373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105;p1">
            <a:extLst>
              <a:ext uri="{FF2B5EF4-FFF2-40B4-BE49-F238E27FC236}">
                <a16:creationId xmlns:a16="http://schemas.microsoft.com/office/drawing/2014/main" id="{046F4CE9-1B1A-422E-2348-BA8DBB9867B6}"/>
              </a:ext>
            </a:extLst>
          </p:cNvPr>
          <p:cNvSpPr/>
          <p:nvPr/>
        </p:nvSpPr>
        <p:spPr>
          <a:xfrm>
            <a:off x="933609" y="3422520"/>
            <a:ext cx="6419529" cy="737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4200" b="0" i="0" u="none" strike="noStrike" cap="none" dirty="0">
                <a:solidFill>
                  <a:schemeClr val="dk1"/>
                </a:solidFill>
                <a:latin typeface="Old English Text MT" panose="03040902040508030806" pitchFamily="66" charset="0"/>
                <a:sym typeface="Arial"/>
              </a:rPr>
              <a:t>Certificate Of Promotion</a:t>
            </a:r>
            <a:endParaRPr sz="4200" b="0" i="0" u="none" strike="noStrike" cap="none" dirty="0">
              <a:solidFill>
                <a:srgbClr val="000000"/>
              </a:solidFill>
              <a:latin typeface="Old English Text MT" panose="03040902040508030806" pitchFamily="66" charset="0"/>
              <a:sym typeface="Arial"/>
            </a:endParaRPr>
          </a:p>
        </p:txBody>
      </p:sp>
      <p:sp>
        <p:nvSpPr>
          <p:cNvPr id="30" name="Google Shape;106;p1">
            <a:extLst>
              <a:ext uri="{FF2B5EF4-FFF2-40B4-BE49-F238E27FC236}">
                <a16:creationId xmlns:a16="http://schemas.microsoft.com/office/drawing/2014/main" id="{FCF4EAE4-0EBE-BF78-365A-4F3C2E152778}"/>
              </a:ext>
            </a:extLst>
          </p:cNvPr>
          <p:cNvSpPr/>
          <p:nvPr/>
        </p:nvSpPr>
        <p:spPr>
          <a:xfrm>
            <a:off x="933609" y="4124520"/>
            <a:ext cx="6419529" cy="644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36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</a:t>
            </a:r>
            <a:endParaRPr sz="3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" name="Google Shape;107;p1">
            <a:extLst>
              <a:ext uri="{FF2B5EF4-FFF2-40B4-BE49-F238E27FC236}">
                <a16:creationId xmlns:a16="http://schemas.microsoft.com/office/drawing/2014/main" id="{CFCEA772-D28D-7F81-3136-DB8D8133F7F5}"/>
              </a:ext>
            </a:extLst>
          </p:cNvPr>
          <p:cNvCxnSpPr/>
          <p:nvPr/>
        </p:nvCxnSpPr>
        <p:spPr>
          <a:xfrm flipH="1">
            <a:off x="3722400" y="8696520"/>
            <a:ext cx="2822040" cy="792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33" name="Google Shape;109;p1">
            <a:extLst>
              <a:ext uri="{FF2B5EF4-FFF2-40B4-BE49-F238E27FC236}">
                <a16:creationId xmlns:a16="http://schemas.microsoft.com/office/drawing/2014/main" id="{40E9DB7D-A00B-2D9F-BD40-CF47A93D21B3}"/>
              </a:ext>
            </a:extLst>
          </p:cNvPr>
          <p:cNvSpPr/>
          <p:nvPr/>
        </p:nvSpPr>
        <p:spPr>
          <a:xfrm>
            <a:off x="933609" y="6433920"/>
            <a:ext cx="6419529" cy="583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32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110;p1">
            <a:extLst>
              <a:ext uri="{FF2B5EF4-FFF2-40B4-BE49-F238E27FC236}">
                <a16:creationId xmlns:a16="http://schemas.microsoft.com/office/drawing/2014/main" id="{486DC29E-6041-D374-2EAD-03220A2CFA99}"/>
              </a:ext>
            </a:extLst>
          </p:cNvPr>
          <p:cNvSpPr/>
          <p:nvPr/>
        </p:nvSpPr>
        <p:spPr>
          <a:xfrm>
            <a:off x="933609" y="7119720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the rank of </a:t>
            </a:r>
            <a:r>
              <a:rPr lang="en-AU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Leading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Trooper</a:t>
            </a:r>
            <a:r>
              <a:rPr lang="en-AU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 effect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dateNumber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r>
              <a:rPr lang="en-GB" sz="2000" b="0" i="1" u="none" strike="noStrike" cap="none" baseline="30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{suffix}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{date}.</a:t>
            </a:r>
            <a:endParaRPr lang="en-GB"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111;p1">
            <a:extLst>
              <a:ext uri="{FF2B5EF4-FFF2-40B4-BE49-F238E27FC236}">
                <a16:creationId xmlns:a16="http://schemas.microsoft.com/office/drawing/2014/main" id="{C994B2A5-6E74-5410-D8DD-8BFA9CCF7F96}"/>
              </a:ext>
            </a:extLst>
          </p:cNvPr>
          <p:cNvSpPr/>
          <p:nvPr/>
        </p:nvSpPr>
        <p:spPr>
          <a:xfrm>
            <a:off x="933609" y="4820400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 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has completed all necessary trainings and been deemed suitable in all areas required for promotion.</a:t>
            </a:r>
          </a:p>
        </p:txBody>
      </p:sp>
      <p:sp>
        <p:nvSpPr>
          <p:cNvPr id="37" name="Google Shape;113;p1">
            <a:extLst>
              <a:ext uri="{FF2B5EF4-FFF2-40B4-BE49-F238E27FC236}">
                <a16:creationId xmlns:a16="http://schemas.microsoft.com/office/drawing/2014/main" id="{D672BDC9-E4D9-D456-F99D-8F3920196DA3}"/>
              </a:ext>
            </a:extLst>
          </p:cNvPr>
          <p:cNvSpPr/>
          <p:nvPr/>
        </p:nvSpPr>
        <p:spPr>
          <a:xfrm>
            <a:off x="2985840" y="8685000"/>
            <a:ext cx="4277880" cy="598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{signaturerRankShort} {signaturer}</a:t>
            </a:r>
            <a:br>
              <a:rPr lang="en-AU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Officer Commanding</a:t>
            </a:r>
            <a:br>
              <a:rPr lang="en-AU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Australian Special Operations Taskforce HQ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" name="Google Shape;104;p1">
            <a:extLst>
              <a:ext uri="{FF2B5EF4-FFF2-40B4-BE49-F238E27FC236}">
                <a16:creationId xmlns:a16="http://schemas.microsoft.com/office/drawing/2014/main" id="{5C647DE4-D6FA-E34F-949F-E2D5DF136F6F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14400" y="8354520"/>
            <a:ext cx="1436400" cy="125244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11;p1">
            <a:extLst>
              <a:ext uri="{FF2B5EF4-FFF2-40B4-BE49-F238E27FC236}">
                <a16:creationId xmlns:a16="http://schemas.microsoft.com/office/drawing/2014/main" id="{CC81B0B9-0DFB-8D6E-A013-9FB0FFE463AC}"/>
              </a:ext>
            </a:extLst>
          </p:cNvPr>
          <p:cNvSpPr/>
          <p:nvPr/>
        </p:nvSpPr>
        <p:spPr>
          <a:xfrm>
            <a:off x="934292" y="5735481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algn="ctr"/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I,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signaturerRankFull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signaturer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},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Officer Commanding, Australian Special Operations Taskforce, hereby promote</a:t>
            </a:r>
            <a:endParaRPr lang="en-GB"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" name="Google Shape;452;p20">
            <a:extLst>
              <a:ext uri="{FF2B5EF4-FFF2-40B4-BE49-F238E27FC236}">
                <a16:creationId xmlns:a16="http://schemas.microsoft.com/office/drawing/2014/main" id="{2DBF5BB7-C511-C71F-C441-D3B76EA2CD5C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862740" y="1160010"/>
            <a:ext cx="2706300" cy="27063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14;p1">
            <a:extLst>
              <a:ext uri="{FF2B5EF4-FFF2-40B4-BE49-F238E27FC236}">
                <a16:creationId xmlns:a16="http://schemas.microsoft.com/office/drawing/2014/main" id="{8467435F-7404-FFB1-BBD3-53D54CDAD454}"/>
              </a:ext>
            </a:extLst>
          </p:cNvPr>
          <p:cNvSpPr/>
          <p:nvPr/>
        </p:nvSpPr>
        <p:spPr>
          <a:xfrm>
            <a:off x="2932650" y="8215616"/>
            <a:ext cx="4539420" cy="521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{</a:t>
            </a:r>
            <a:r>
              <a:rPr lang="en-AU" sz="2800" b="0" i="1" u="none" strike="noStrike" cap="none" dirty="0" err="1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signaturerRankShort</a:t>
            </a: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} {</a:t>
            </a:r>
            <a:r>
              <a:rPr lang="en-AU" sz="2800" b="0" i="1" u="none" strike="noStrike" cap="none" dirty="0" err="1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signaturer</a:t>
            </a: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}</a:t>
            </a:r>
            <a:endParaRPr sz="2800" b="0" i="0" u="none" strike="noStrike" cap="none" dirty="0">
              <a:solidFill>
                <a:srgbClr val="000000"/>
              </a:solidFill>
              <a:latin typeface="Brush Script MT" panose="03060802040406070304" pitchFamily="66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368011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05BCEF1D-5A1E-0D4C-553F-0B95DEF0EA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">
            <a:extLst>
              <a:ext uri="{FF2B5EF4-FFF2-40B4-BE49-F238E27FC236}">
                <a16:creationId xmlns:a16="http://schemas.microsoft.com/office/drawing/2014/main" id="{EB5746C7-368F-25F4-5432-11602661BBCB}"/>
              </a:ext>
            </a:extLst>
          </p:cNvPr>
          <p:cNvSpPr/>
          <p:nvPr/>
        </p:nvSpPr>
        <p:spPr>
          <a:xfrm rot="5400000">
            <a:off x="-1500189" y="1487486"/>
            <a:ext cx="11268076" cy="8293101"/>
          </a:xfrm>
          <a:prstGeom prst="rect">
            <a:avLst/>
          </a:prstGeom>
          <a:blipFill rotWithShape="0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0000" tIns="45000" rIns="90000" bIns="45000" anchor="t" anchorCtr="1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Google Shape;102;p1">
            <a:extLst>
              <a:ext uri="{FF2B5EF4-FFF2-40B4-BE49-F238E27FC236}">
                <a16:creationId xmlns:a16="http://schemas.microsoft.com/office/drawing/2014/main" id="{39836981-282D-2A8E-708E-27915F9CAB4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10028" t="12535" r="10465" b="20264"/>
          <a:stretch/>
        </p:blipFill>
        <p:spPr>
          <a:xfrm rot="5400000">
            <a:off x="-1521845" y="1469005"/>
            <a:ext cx="11419340" cy="8401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103;p1">
            <a:extLst>
              <a:ext uri="{FF2B5EF4-FFF2-40B4-BE49-F238E27FC236}">
                <a16:creationId xmlns:a16="http://schemas.microsoft.com/office/drawing/2014/main" id="{FD249FDD-0895-F95B-241F-9F228E6B2702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29378" y="738891"/>
            <a:ext cx="6821645" cy="9877373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105;p1">
            <a:extLst>
              <a:ext uri="{FF2B5EF4-FFF2-40B4-BE49-F238E27FC236}">
                <a16:creationId xmlns:a16="http://schemas.microsoft.com/office/drawing/2014/main" id="{7C3910BC-3ACA-C83B-69F0-0C51DD542FDF}"/>
              </a:ext>
            </a:extLst>
          </p:cNvPr>
          <p:cNvSpPr/>
          <p:nvPr/>
        </p:nvSpPr>
        <p:spPr>
          <a:xfrm>
            <a:off x="933609" y="3422520"/>
            <a:ext cx="6419529" cy="737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4200" b="0" i="0" u="none" strike="noStrike" cap="none" dirty="0">
                <a:solidFill>
                  <a:schemeClr val="dk1"/>
                </a:solidFill>
                <a:latin typeface="Old English Text MT" panose="03040902040508030806" pitchFamily="66" charset="0"/>
                <a:sym typeface="Arial"/>
              </a:rPr>
              <a:t>Certificate Of Promotion</a:t>
            </a:r>
            <a:endParaRPr sz="4200" b="0" i="0" u="none" strike="noStrike" cap="none" dirty="0">
              <a:solidFill>
                <a:srgbClr val="000000"/>
              </a:solidFill>
              <a:latin typeface="Old English Text MT" panose="03040902040508030806" pitchFamily="66" charset="0"/>
              <a:sym typeface="Arial"/>
            </a:endParaRPr>
          </a:p>
        </p:txBody>
      </p:sp>
      <p:sp>
        <p:nvSpPr>
          <p:cNvPr id="30" name="Google Shape;106;p1">
            <a:extLst>
              <a:ext uri="{FF2B5EF4-FFF2-40B4-BE49-F238E27FC236}">
                <a16:creationId xmlns:a16="http://schemas.microsoft.com/office/drawing/2014/main" id="{42D34D81-A240-85FF-CAD9-42DE37E78600}"/>
              </a:ext>
            </a:extLst>
          </p:cNvPr>
          <p:cNvSpPr/>
          <p:nvPr/>
        </p:nvSpPr>
        <p:spPr>
          <a:xfrm>
            <a:off x="933609" y="4124520"/>
            <a:ext cx="6419529" cy="644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36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</a:t>
            </a:r>
            <a:endParaRPr sz="3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" name="Google Shape;107;p1">
            <a:extLst>
              <a:ext uri="{FF2B5EF4-FFF2-40B4-BE49-F238E27FC236}">
                <a16:creationId xmlns:a16="http://schemas.microsoft.com/office/drawing/2014/main" id="{61F71F8B-C980-5EDD-3152-C917B1C001B9}"/>
              </a:ext>
            </a:extLst>
          </p:cNvPr>
          <p:cNvCxnSpPr/>
          <p:nvPr/>
        </p:nvCxnSpPr>
        <p:spPr>
          <a:xfrm flipH="1">
            <a:off x="3722400" y="8696520"/>
            <a:ext cx="2822040" cy="792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33" name="Google Shape;109;p1">
            <a:extLst>
              <a:ext uri="{FF2B5EF4-FFF2-40B4-BE49-F238E27FC236}">
                <a16:creationId xmlns:a16="http://schemas.microsoft.com/office/drawing/2014/main" id="{FF80C753-4E34-37F1-4E8D-CDFDE13CE84E}"/>
              </a:ext>
            </a:extLst>
          </p:cNvPr>
          <p:cNvSpPr/>
          <p:nvPr/>
        </p:nvSpPr>
        <p:spPr>
          <a:xfrm>
            <a:off x="933609" y="6433920"/>
            <a:ext cx="6419529" cy="583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32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110;p1">
            <a:extLst>
              <a:ext uri="{FF2B5EF4-FFF2-40B4-BE49-F238E27FC236}">
                <a16:creationId xmlns:a16="http://schemas.microsoft.com/office/drawing/2014/main" id="{169C63D7-85AE-DD43-9203-8B34CEB40497}"/>
              </a:ext>
            </a:extLst>
          </p:cNvPr>
          <p:cNvSpPr/>
          <p:nvPr/>
        </p:nvSpPr>
        <p:spPr>
          <a:xfrm>
            <a:off x="933609" y="7119720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the rank of </a:t>
            </a:r>
            <a:r>
              <a:rPr lang="en-AU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Senior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Trooper</a:t>
            </a:r>
            <a:r>
              <a:rPr lang="en-AU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 effect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dateNumber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r>
              <a:rPr lang="en-GB" sz="2000" b="0" i="1" u="none" strike="noStrike" cap="none" baseline="30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{suffix}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{date}.</a:t>
            </a:r>
            <a:endParaRPr lang="en-GB"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111;p1">
            <a:extLst>
              <a:ext uri="{FF2B5EF4-FFF2-40B4-BE49-F238E27FC236}">
                <a16:creationId xmlns:a16="http://schemas.microsoft.com/office/drawing/2014/main" id="{95A66876-2A6B-8C3E-0E70-B6A7A9505D14}"/>
              </a:ext>
            </a:extLst>
          </p:cNvPr>
          <p:cNvSpPr/>
          <p:nvPr/>
        </p:nvSpPr>
        <p:spPr>
          <a:xfrm>
            <a:off x="933609" y="4820400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 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has completed all necessary trainings and been deemed suitable in all areas required for promotion.</a:t>
            </a:r>
          </a:p>
        </p:txBody>
      </p:sp>
      <p:sp>
        <p:nvSpPr>
          <p:cNvPr id="37" name="Google Shape;113;p1">
            <a:extLst>
              <a:ext uri="{FF2B5EF4-FFF2-40B4-BE49-F238E27FC236}">
                <a16:creationId xmlns:a16="http://schemas.microsoft.com/office/drawing/2014/main" id="{38E1764B-AE0C-AC8A-F381-CF204A4004EA}"/>
              </a:ext>
            </a:extLst>
          </p:cNvPr>
          <p:cNvSpPr/>
          <p:nvPr/>
        </p:nvSpPr>
        <p:spPr>
          <a:xfrm>
            <a:off x="2985840" y="8685000"/>
            <a:ext cx="4277880" cy="598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{signaturerRankShort} {signaturer}</a:t>
            </a:r>
            <a:br>
              <a:rPr lang="en-AU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Officer Commanding</a:t>
            </a:r>
            <a:br>
              <a:rPr lang="en-AU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Australian Special Operations Taskforce HQ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" name="Google Shape;104;p1">
            <a:extLst>
              <a:ext uri="{FF2B5EF4-FFF2-40B4-BE49-F238E27FC236}">
                <a16:creationId xmlns:a16="http://schemas.microsoft.com/office/drawing/2014/main" id="{29D804AA-C0EA-538F-46C0-5A4D7507A702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14400" y="8354520"/>
            <a:ext cx="1436400" cy="125244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11;p1">
            <a:extLst>
              <a:ext uri="{FF2B5EF4-FFF2-40B4-BE49-F238E27FC236}">
                <a16:creationId xmlns:a16="http://schemas.microsoft.com/office/drawing/2014/main" id="{15A4CFE5-F282-E46D-63E0-25EC674B9E02}"/>
              </a:ext>
            </a:extLst>
          </p:cNvPr>
          <p:cNvSpPr/>
          <p:nvPr/>
        </p:nvSpPr>
        <p:spPr>
          <a:xfrm>
            <a:off x="934292" y="5735481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algn="ctr"/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I,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signaturerRankFull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signaturer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},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Officer Commanding, Australian Special Operations Taskforce, hereby promote</a:t>
            </a:r>
            <a:endParaRPr lang="en-GB"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" name="Google Shape;470;p21">
            <a:extLst>
              <a:ext uri="{FF2B5EF4-FFF2-40B4-BE49-F238E27FC236}">
                <a16:creationId xmlns:a16="http://schemas.microsoft.com/office/drawing/2014/main" id="{AEEF44D1-326B-DF3E-6DD9-4EB68F9EE195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910526" y="1215907"/>
            <a:ext cx="2557710" cy="255771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14;p1">
            <a:extLst>
              <a:ext uri="{FF2B5EF4-FFF2-40B4-BE49-F238E27FC236}">
                <a16:creationId xmlns:a16="http://schemas.microsoft.com/office/drawing/2014/main" id="{DC7A5381-D63C-E0AE-C754-0F693E99713C}"/>
              </a:ext>
            </a:extLst>
          </p:cNvPr>
          <p:cNvSpPr/>
          <p:nvPr/>
        </p:nvSpPr>
        <p:spPr>
          <a:xfrm>
            <a:off x="2932650" y="8215616"/>
            <a:ext cx="4539420" cy="521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{</a:t>
            </a:r>
            <a:r>
              <a:rPr lang="en-AU" sz="2800" b="0" i="1" u="none" strike="noStrike" cap="none" dirty="0" err="1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signaturerRankShort</a:t>
            </a: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} {</a:t>
            </a:r>
            <a:r>
              <a:rPr lang="en-AU" sz="2800" b="0" i="1" u="none" strike="noStrike" cap="none" dirty="0" err="1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signaturer</a:t>
            </a: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}</a:t>
            </a:r>
            <a:endParaRPr sz="2800" b="0" i="0" u="none" strike="noStrike" cap="none" dirty="0">
              <a:solidFill>
                <a:srgbClr val="000000"/>
              </a:solidFill>
              <a:latin typeface="Brush Script MT" panose="03060802040406070304" pitchFamily="66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2555790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A9A95A41-B302-4586-52E8-523F680455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">
            <a:extLst>
              <a:ext uri="{FF2B5EF4-FFF2-40B4-BE49-F238E27FC236}">
                <a16:creationId xmlns:a16="http://schemas.microsoft.com/office/drawing/2014/main" id="{CA6FA7DD-8FFD-7F22-266C-3F1A545D550C}"/>
              </a:ext>
            </a:extLst>
          </p:cNvPr>
          <p:cNvSpPr/>
          <p:nvPr/>
        </p:nvSpPr>
        <p:spPr>
          <a:xfrm rot="5400000">
            <a:off x="-1500189" y="1487486"/>
            <a:ext cx="11268076" cy="8293101"/>
          </a:xfrm>
          <a:prstGeom prst="rect">
            <a:avLst/>
          </a:prstGeom>
          <a:blipFill rotWithShape="0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0000" tIns="45000" rIns="90000" bIns="45000" anchor="t" anchorCtr="1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Google Shape;102;p1">
            <a:extLst>
              <a:ext uri="{FF2B5EF4-FFF2-40B4-BE49-F238E27FC236}">
                <a16:creationId xmlns:a16="http://schemas.microsoft.com/office/drawing/2014/main" id="{B9ED5157-1DC4-89DE-26B0-4FBC52E258DA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10028" t="12535" r="10465" b="20264"/>
          <a:stretch/>
        </p:blipFill>
        <p:spPr>
          <a:xfrm rot="5400000">
            <a:off x="-1521845" y="1469005"/>
            <a:ext cx="11419340" cy="8401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103;p1">
            <a:extLst>
              <a:ext uri="{FF2B5EF4-FFF2-40B4-BE49-F238E27FC236}">
                <a16:creationId xmlns:a16="http://schemas.microsoft.com/office/drawing/2014/main" id="{824AEF4D-5160-246A-0B79-7C623898E8E7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29378" y="738891"/>
            <a:ext cx="6821645" cy="9877373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105;p1">
            <a:extLst>
              <a:ext uri="{FF2B5EF4-FFF2-40B4-BE49-F238E27FC236}">
                <a16:creationId xmlns:a16="http://schemas.microsoft.com/office/drawing/2014/main" id="{E072CBF9-6C2C-7B34-B780-627DC6491D32}"/>
              </a:ext>
            </a:extLst>
          </p:cNvPr>
          <p:cNvSpPr/>
          <p:nvPr/>
        </p:nvSpPr>
        <p:spPr>
          <a:xfrm>
            <a:off x="933609" y="3422520"/>
            <a:ext cx="6419529" cy="737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4200" b="0" i="0" u="none" strike="noStrike" cap="none" dirty="0">
                <a:solidFill>
                  <a:schemeClr val="dk1"/>
                </a:solidFill>
                <a:latin typeface="Old English Text MT" panose="03040902040508030806" pitchFamily="66" charset="0"/>
                <a:sym typeface="Arial"/>
              </a:rPr>
              <a:t>Certificate Of Promotion</a:t>
            </a:r>
            <a:endParaRPr sz="4200" b="0" i="0" u="none" strike="noStrike" cap="none" dirty="0">
              <a:solidFill>
                <a:srgbClr val="000000"/>
              </a:solidFill>
              <a:latin typeface="Old English Text MT" panose="03040902040508030806" pitchFamily="66" charset="0"/>
              <a:sym typeface="Arial"/>
            </a:endParaRPr>
          </a:p>
        </p:txBody>
      </p:sp>
      <p:sp>
        <p:nvSpPr>
          <p:cNvPr id="30" name="Google Shape;106;p1">
            <a:extLst>
              <a:ext uri="{FF2B5EF4-FFF2-40B4-BE49-F238E27FC236}">
                <a16:creationId xmlns:a16="http://schemas.microsoft.com/office/drawing/2014/main" id="{989137EC-970F-5B05-DCF6-DD6552F25FB2}"/>
              </a:ext>
            </a:extLst>
          </p:cNvPr>
          <p:cNvSpPr/>
          <p:nvPr/>
        </p:nvSpPr>
        <p:spPr>
          <a:xfrm>
            <a:off x="933609" y="4124520"/>
            <a:ext cx="6419529" cy="644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36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</a:t>
            </a:r>
            <a:endParaRPr sz="3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" name="Google Shape;107;p1">
            <a:extLst>
              <a:ext uri="{FF2B5EF4-FFF2-40B4-BE49-F238E27FC236}">
                <a16:creationId xmlns:a16="http://schemas.microsoft.com/office/drawing/2014/main" id="{22443173-139C-B958-A83D-EB219308E373}"/>
              </a:ext>
            </a:extLst>
          </p:cNvPr>
          <p:cNvCxnSpPr/>
          <p:nvPr/>
        </p:nvCxnSpPr>
        <p:spPr>
          <a:xfrm flipH="1">
            <a:off x="3722400" y="8696520"/>
            <a:ext cx="2822040" cy="792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33" name="Google Shape;109;p1">
            <a:extLst>
              <a:ext uri="{FF2B5EF4-FFF2-40B4-BE49-F238E27FC236}">
                <a16:creationId xmlns:a16="http://schemas.microsoft.com/office/drawing/2014/main" id="{51BD136C-65B3-BAB4-373F-59201778D06E}"/>
              </a:ext>
            </a:extLst>
          </p:cNvPr>
          <p:cNvSpPr/>
          <p:nvPr/>
        </p:nvSpPr>
        <p:spPr>
          <a:xfrm>
            <a:off x="933609" y="6433920"/>
            <a:ext cx="6419529" cy="583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32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110;p1">
            <a:extLst>
              <a:ext uri="{FF2B5EF4-FFF2-40B4-BE49-F238E27FC236}">
                <a16:creationId xmlns:a16="http://schemas.microsoft.com/office/drawing/2014/main" id="{C219A458-305A-AC91-720A-01109B3046AF}"/>
              </a:ext>
            </a:extLst>
          </p:cNvPr>
          <p:cNvSpPr/>
          <p:nvPr/>
        </p:nvSpPr>
        <p:spPr>
          <a:xfrm>
            <a:off x="933609" y="7119720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the rank of </a:t>
            </a:r>
            <a:r>
              <a:rPr lang="en-AU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Senior Leading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Trooper</a:t>
            </a:r>
            <a:r>
              <a:rPr lang="en-AU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 effect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dateNumber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r>
              <a:rPr lang="en-GB" sz="2000" b="0" i="1" u="none" strike="noStrike" cap="none" baseline="30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{suffix}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{date}.</a:t>
            </a:r>
            <a:endParaRPr lang="en-GB"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111;p1">
            <a:extLst>
              <a:ext uri="{FF2B5EF4-FFF2-40B4-BE49-F238E27FC236}">
                <a16:creationId xmlns:a16="http://schemas.microsoft.com/office/drawing/2014/main" id="{60C51E0C-6CAC-A2C9-4204-E9B72AFB0861}"/>
              </a:ext>
            </a:extLst>
          </p:cNvPr>
          <p:cNvSpPr/>
          <p:nvPr/>
        </p:nvSpPr>
        <p:spPr>
          <a:xfrm>
            <a:off x="933609" y="4820400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 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has completed all necessary trainings and been deemed suitable in all areas required for promotion.</a:t>
            </a:r>
          </a:p>
        </p:txBody>
      </p:sp>
      <p:sp>
        <p:nvSpPr>
          <p:cNvPr id="37" name="Google Shape;113;p1">
            <a:extLst>
              <a:ext uri="{FF2B5EF4-FFF2-40B4-BE49-F238E27FC236}">
                <a16:creationId xmlns:a16="http://schemas.microsoft.com/office/drawing/2014/main" id="{492F9E31-3166-C0BD-DF6C-CB48308B92C5}"/>
              </a:ext>
            </a:extLst>
          </p:cNvPr>
          <p:cNvSpPr/>
          <p:nvPr/>
        </p:nvSpPr>
        <p:spPr>
          <a:xfrm>
            <a:off x="2985840" y="8685000"/>
            <a:ext cx="4277880" cy="598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{signaturerRankShort} {signaturer}</a:t>
            </a:r>
            <a:br>
              <a:rPr lang="en-AU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Officer Commanding</a:t>
            </a:r>
            <a:br>
              <a:rPr lang="en-AU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Australian Special Operations Taskforce HQ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" name="Google Shape;104;p1">
            <a:extLst>
              <a:ext uri="{FF2B5EF4-FFF2-40B4-BE49-F238E27FC236}">
                <a16:creationId xmlns:a16="http://schemas.microsoft.com/office/drawing/2014/main" id="{F0FEE76F-7ACC-923E-3389-30F44092B957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14400" y="8354520"/>
            <a:ext cx="1436400" cy="125244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11;p1">
            <a:extLst>
              <a:ext uri="{FF2B5EF4-FFF2-40B4-BE49-F238E27FC236}">
                <a16:creationId xmlns:a16="http://schemas.microsoft.com/office/drawing/2014/main" id="{8F727163-FDFF-7642-474E-B5AFF37420DB}"/>
              </a:ext>
            </a:extLst>
          </p:cNvPr>
          <p:cNvSpPr/>
          <p:nvPr/>
        </p:nvSpPr>
        <p:spPr>
          <a:xfrm>
            <a:off x="934292" y="5735481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algn="ctr"/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I,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signaturerRankFull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signaturer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},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Officer Commanding, Australian Special Operations Taskforce, hereby promote</a:t>
            </a:r>
            <a:endParaRPr lang="en-GB"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" name="Google Shape;488;p22">
            <a:extLst>
              <a:ext uri="{FF2B5EF4-FFF2-40B4-BE49-F238E27FC236}">
                <a16:creationId xmlns:a16="http://schemas.microsoft.com/office/drawing/2014/main" id="{3CF60C8B-B655-054D-7C3F-FF50B6513F1B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674447" y="1161449"/>
            <a:ext cx="3049073" cy="303647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14;p1">
            <a:extLst>
              <a:ext uri="{FF2B5EF4-FFF2-40B4-BE49-F238E27FC236}">
                <a16:creationId xmlns:a16="http://schemas.microsoft.com/office/drawing/2014/main" id="{3231EAB9-6799-B69D-E1EB-62EE1647D33F}"/>
              </a:ext>
            </a:extLst>
          </p:cNvPr>
          <p:cNvSpPr/>
          <p:nvPr/>
        </p:nvSpPr>
        <p:spPr>
          <a:xfrm>
            <a:off x="2932650" y="8215616"/>
            <a:ext cx="4539420" cy="521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{</a:t>
            </a:r>
            <a:r>
              <a:rPr lang="en-AU" sz="2800" b="0" i="1" u="none" strike="noStrike" cap="none" dirty="0" err="1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signaturerRankShort</a:t>
            </a: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} {</a:t>
            </a:r>
            <a:r>
              <a:rPr lang="en-AU" sz="2800" b="0" i="1" u="none" strike="noStrike" cap="none" dirty="0" err="1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signaturer</a:t>
            </a: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}</a:t>
            </a:r>
            <a:endParaRPr sz="2800" b="0" i="0" u="none" strike="noStrike" cap="none" dirty="0">
              <a:solidFill>
                <a:srgbClr val="000000"/>
              </a:solidFill>
              <a:latin typeface="Brush Script MT" panose="03060802040406070304" pitchFamily="66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27146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DEC32F82-17C9-05E0-9D89-B35A15943A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">
            <a:extLst>
              <a:ext uri="{FF2B5EF4-FFF2-40B4-BE49-F238E27FC236}">
                <a16:creationId xmlns:a16="http://schemas.microsoft.com/office/drawing/2014/main" id="{3CFE20E3-E411-6012-A1BB-15A38D20390D}"/>
              </a:ext>
            </a:extLst>
          </p:cNvPr>
          <p:cNvSpPr/>
          <p:nvPr/>
        </p:nvSpPr>
        <p:spPr>
          <a:xfrm rot="5400000">
            <a:off x="-1500189" y="1487486"/>
            <a:ext cx="11268076" cy="8293101"/>
          </a:xfrm>
          <a:prstGeom prst="rect">
            <a:avLst/>
          </a:prstGeom>
          <a:blipFill rotWithShape="0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0000" tIns="45000" rIns="90000" bIns="45000" anchor="t" anchorCtr="1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Google Shape;102;p1">
            <a:extLst>
              <a:ext uri="{FF2B5EF4-FFF2-40B4-BE49-F238E27FC236}">
                <a16:creationId xmlns:a16="http://schemas.microsoft.com/office/drawing/2014/main" id="{3E768B3B-2835-B876-4A20-CDE326A8646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10028" t="12535" r="10465" b="20264"/>
          <a:stretch/>
        </p:blipFill>
        <p:spPr>
          <a:xfrm rot="5400000">
            <a:off x="-1521845" y="1469005"/>
            <a:ext cx="11419340" cy="8401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103;p1">
            <a:extLst>
              <a:ext uri="{FF2B5EF4-FFF2-40B4-BE49-F238E27FC236}">
                <a16:creationId xmlns:a16="http://schemas.microsoft.com/office/drawing/2014/main" id="{1C41436E-A463-D93F-9481-3EB476DF6D42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29378" y="738891"/>
            <a:ext cx="6821645" cy="9877373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105;p1">
            <a:extLst>
              <a:ext uri="{FF2B5EF4-FFF2-40B4-BE49-F238E27FC236}">
                <a16:creationId xmlns:a16="http://schemas.microsoft.com/office/drawing/2014/main" id="{29508941-2CD8-E8BF-421F-2AFCB7C8E79F}"/>
              </a:ext>
            </a:extLst>
          </p:cNvPr>
          <p:cNvSpPr/>
          <p:nvPr/>
        </p:nvSpPr>
        <p:spPr>
          <a:xfrm>
            <a:off x="933609" y="3422520"/>
            <a:ext cx="6419529" cy="737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4200" b="0" i="0" u="none" strike="noStrike" cap="none" dirty="0">
                <a:solidFill>
                  <a:schemeClr val="dk1"/>
                </a:solidFill>
                <a:latin typeface="Old English Text MT" panose="03040902040508030806" pitchFamily="66" charset="0"/>
                <a:sym typeface="Arial"/>
              </a:rPr>
              <a:t>Certificate Of Promotion</a:t>
            </a:r>
            <a:endParaRPr sz="4200" b="0" i="0" u="none" strike="noStrike" cap="none" dirty="0">
              <a:solidFill>
                <a:srgbClr val="000000"/>
              </a:solidFill>
              <a:latin typeface="Old English Text MT" panose="03040902040508030806" pitchFamily="66" charset="0"/>
              <a:sym typeface="Arial"/>
            </a:endParaRPr>
          </a:p>
        </p:txBody>
      </p:sp>
      <p:sp>
        <p:nvSpPr>
          <p:cNvPr id="30" name="Google Shape;106;p1">
            <a:extLst>
              <a:ext uri="{FF2B5EF4-FFF2-40B4-BE49-F238E27FC236}">
                <a16:creationId xmlns:a16="http://schemas.microsoft.com/office/drawing/2014/main" id="{D88F684A-A229-8416-607D-B89DA46E9D3F}"/>
              </a:ext>
            </a:extLst>
          </p:cNvPr>
          <p:cNvSpPr/>
          <p:nvPr/>
        </p:nvSpPr>
        <p:spPr>
          <a:xfrm>
            <a:off x="933609" y="4124520"/>
            <a:ext cx="6419529" cy="644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36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</a:t>
            </a:r>
            <a:endParaRPr sz="3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" name="Google Shape;107;p1">
            <a:extLst>
              <a:ext uri="{FF2B5EF4-FFF2-40B4-BE49-F238E27FC236}">
                <a16:creationId xmlns:a16="http://schemas.microsoft.com/office/drawing/2014/main" id="{D9E9D591-3ECC-0663-08CC-4EDA60AEA811}"/>
              </a:ext>
            </a:extLst>
          </p:cNvPr>
          <p:cNvCxnSpPr/>
          <p:nvPr/>
        </p:nvCxnSpPr>
        <p:spPr>
          <a:xfrm flipH="1">
            <a:off x="3722400" y="8696520"/>
            <a:ext cx="2822040" cy="792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33" name="Google Shape;109;p1">
            <a:extLst>
              <a:ext uri="{FF2B5EF4-FFF2-40B4-BE49-F238E27FC236}">
                <a16:creationId xmlns:a16="http://schemas.microsoft.com/office/drawing/2014/main" id="{3FAF4FF7-1131-B7CD-A0B4-452BFE47AADD}"/>
              </a:ext>
            </a:extLst>
          </p:cNvPr>
          <p:cNvSpPr/>
          <p:nvPr/>
        </p:nvSpPr>
        <p:spPr>
          <a:xfrm>
            <a:off x="933609" y="6433920"/>
            <a:ext cx="6419529" cy="583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32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110;p1">
            <a:extLst>
              <a:ext uri="{FF2B5EF4-FFF2-40B4-BE49-F238E27FC236}">
                <a16:creationId xmlns:a16="http://schemas.microsoft.com/office/drawing/2014/main" id="{6DF13A1A-3840-BD39-57D8-E43F491EF2E0}"/>
              </a:ext>
            </a:extLst>
          </p:cNvPr>
          <p:cNvSpPr/>
          <p:nvPr/>
        </p:nvSpPr>
        <p:spPr>
          <a:xfrm>
            <a:off x="933609" y="7119720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the rank of </a:t>
            </a:r>
            <a:r>
              <a:rPr lang="en-AU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Junior Lance Corporal 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 effect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dateNumber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r>
              <a:rPr lang="en-GB" sz="2000" b="0" i="1" u="none" strike="noStrike" cap="none" baseline="30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{suffix}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{date}.</a:t>
            </a:r>
            <a:endParaRPr lang="en-GB"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111;p1">
            <a:extLst>
              <a:ext uri="{FF2B5EF4-FFF2-40B4-BE49-F238E27FC236}">
                <a16:creationId xmlns:a16="http://schemas.microsoft.com/office/drawing/2014/main" id="{DA09CE86-4C19-FB75-27C8-48A5F7F71093}"/>
              </a:ext>
            </a:extLst>
          </p:cNvPr>
          <p:cNvSpPr/>
          <p:nvPr/>
        </p:nvSpPr>
        <p:spPr>
          <a:xfrm>
            <a:off x="933609" y="4820400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 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has completed all necessary trainings and been deemed suitable in all areas required for promotion.</a:t>
            </a:r>
          </a:p>
        </p:txBody>
      </p:sp>
      <p:sp>
        <p:nvSpPr>
          <p:cNvPr id="37" name="Google Shape;113;p1">
            <a:extLst>
              <a:ext uri="{FF2B5EF4-FFF2-40B4-BE49-F238E27FC236}">
                <a16:creationId xmlns:a16="http://schemas.microsoft.com/office/drawing/2014/main" id="{C89640C8-D96A-70B7-EAAE-C99DC76D7098}"/>
              </a:ext>
            </a:extLst>
          </p:cNvPr>
          <p:cNvSpPr/>
          <p:nvPr/>
        </p:nvSpPr>
        <p:spPr>
          <a:xfrm>
            <a:off x="2985840" y="8685000"/>
            <a:ext cx="4277880" cy="598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{signaturerRankShort} {signaturer}</a:t>
            </a:r>
            <a:br>
              <a:rPr lang="en-AU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Officer Commanding</a:t>
            </a:r>
            <a:br>
              <a:rPr lang="en-AU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Australian Special Operations Taskforce HQ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" name="Google Shape;104;p1">
            <a:extLst>
              <a:ext uri="{FF2B5EF4-FFF2-40B4-BE49-F238E27FC236}">
                <a16:creationId xmlns:a16="http://schemas.microsoft.com/office/drawing/2014/main" id="{24AFFBC5-1030-B8C1-C373-665EC61E26F7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14400" y="8354520"/>
            <a:ext cx="1436400" cy="125244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11;p1">
            <a:extLst>
              <a:ext uri="{FF2B5EF4-FFF2-40B4-BE49-F238E27FC236}">
                <a16:creationId xmlns:a16="http://schemas.microsoft.com/office/drawing/2014/main" id="{6B7B9557-A5F8-5530-C626-E67CF3D9F1AB}"/>
              </a:ext>
            </a:extLst>
          </p:cNvPr>
          <p:cNvSpPr/>
          <p:nvPr/>
        </p:nvSpPr>
        <p:spPr>
          <a:xfrm>
            <a:off x="934292" y="5735481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algn="ctr"/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I,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signaturerRankFull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signaturer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},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Officer Commanding, Australian Special Operations Taskforce, hereby promote</a:t>
            </a:r>
            <a:endParaRPr lang="en-GB"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" name="Google Shape;506;p23">
            <a:extLst>
              <a:ext uri="{FF2B5EF4-FFF2-40B4-BE49-F238E27FC236}">
                <a16:creationId xmlns:a16="http://schemas.microsoft.com/office/drawing/2014/main" id="{1EED4AB7-363D-3307-BBCB-5064001A21CC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 l="4022" t="14345" r="8312"/>
          <a:stretch/>
        </p:blipFill>
        <p:spPr>
          <a:xfrm>
            <a:off x="3309620" y="1467504"/>
            <a:ext cx="1670050" cy="183569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14;p1">
            <a:extLst>
              <a:ext uri="{FF2B5EF4-FFF2-40B4-BE49-F238E27FC236}">
                <a16:creationId xmlns:a16="http://schemas.microsoft.com/office/drawing/2014/main" id="{612D6649-5FBB-2B77-9D64-C135E8B3CF7B}"/>
              </a:ext>
            </a:extLst>
          </p:cNvPr>
          <p:cNvSpPr/>
          <p:nvPr/>
        </p:nvSpPr>
        <p:spPr>
          <a:xfrm>
            <a:off x="2932650" y="8215616"/>
            <a:ext cx="4539420" cy="521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{</a:t>
            </a:r>
            <a:r>
              <a:rPr lang="en-AU" sz="2800" b="0" i="1" u="none" strike="noStrike" cap="none" dirty="0" err="1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signaturerRankShort</a:t>
            </a: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} {</a:t>
            </a:r>
            <a:r>
              <a:rPr lang="en-AU" sz="2800" b="0" i="1" u="none" strike="noStrike" cap="none" dirty="0" err="1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signaturer</a:t>
            </a: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}</a:t>
            </a:r>
            <a:endParaRPr sz="2800" b="0" i="0" u="none" strike="noStrike" cap="none" dirty="0">
              <a:solidFill>
                <a:srgbClr val="000000"/>
              </a:solidFill>
              <a:latin typeface="Brush Script MT" panose="03060802040406070304" pitchFamily="66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5552474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E0825391-87A4-A613-57CB-902220B583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">
            <a:extLst>
              <a:ext uri="{FF2B5EF4-FFF2-40B4-BE49-F238E27FC236}">
                <a16:creationId xmlns:a16="http://schemas.microsoft.com/office/drawing/2014/main" id="{3F2FCB49-CAC6-6D53-B6E4-0F0AAEAF3874}"/>
              </a:ext>
            </a:extLst>
          </p:cNvPr>
          <p:cNvSpPr/>
          <p:nvPr/>
        </p:nvSpPr>
        <p:spPr>
          <a:xfrm rot="5400000">
            <a:off x="-1500189" y="1487486"/>
            <a:ext cx="11268076" cy="8293101"/>
          </a:xfrm>
          <a:prstGeom prst="rect">
            <a:avLst/>
          </a:prstGeom>
          <a:blipFill rotWithShape="0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0000" tIns="45000" rIns="90000" bIns="45000" anchor="t" anchorCtr="1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Google Shape;102;p1">
            <a:extLst>
              <a:ext uri="{FF2B5EF4-FFF2-40B4-BE49-F238E27FC236}">
                <a16:creationId xmlns:a16="http://schemas.microsoft.com/office/drawing/2014/main" id="{AE1F86C9-6073-51C1-55F5-07D1BF7E5FB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10028" t="12535" r="10465" b="20264"/>
          <a:stretch/>
        </p:blipFill>
        <p:spPr>
          <a:xfrm rot="5400000">
            <a:off x="-1521845" y="1469005"/>
            <a:ext cx="11419340" cy="8401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103;p1">
            <a:extLst>
              <a:ext uri="{FF2B5EF4-FFF2-40B4-BE49-F238E27FC236}">
                <a16:creationId xmlns:a16="http://schemas.microsoft.com/office/drawing/2014/main" id="{5B499CA0-6D24-EDCC-D00A-5E47C39C3D19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29378" y="738891"/>
            <a:ext cx="6821645" cy="9877373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105;p1">
            <a:extLst>
              <a:ext uri="{FF2B5EF4-FFF2-40B4-BE49-F238E27FC236}">
                <a16:creationId xmlns:a16="http://schemas.microsoft.com/office/drawing/2014/main" id="{85814ECC-CC05-6742-9797-7D5C5E7C1E0C}"/>
              </a:ext>
            </a:extLst>
          </p:cNvPr>
          <p:cNvSpPr/>
          <p:nvPr/>
        </p:nvSpPr>
        <p:spPr>
          <a:xfrm>
            <a:off x="933609" y="3422520"/>
            <a:ext cx="6419529" cy="737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4200" b="0" i="0" u="none" strike="noStrike" cap="none" dirty="0">
                <a:solidFill>
                  <a:schemeClr val="dk1"/>
                </a:solidFill>
                <a:latin typeface="Old English Text MT" panose="03040902040508030806" pitchFamily="66" charset="0"/>
                <a:sym typeface="Arial"/>
              </a:rPr>
              <a:t>Certificate Of Promotion</a:t>
            </a:r>
            <a:endParaRPr sz="4200" b="0" i="0" u="none" strike="noStrike" cap="none" dirty="0">
              <a:solidFill>
                <a:srgbClr val="000000"/>
              </a:solidFill>
              <a:latin typeface="Old English Text MT" panose="03040902040508030806" pitchFamily="66" charset="0"/>
              <a:sym typeface="Arial"/>
            </a:endParaRPr>
          </a:p>
        </p:txBody>
      </p:sp>
      <p:sp>
        <p:nvSpPr>
          <p:cNvPr id="30" name="Google Shape;106;p1">
            <a:extLst>
              <a:ext uri="{FF2B5EF4-FFF2-40B4-BE49-F238E27FC236}">
                <a16:creationId xmlns:a16="http://schemas.microsoft.com/office/drawing/2014/main" id="{E0A6E085-8D1E-0DB1-419F-8DD09C1B4F50}"/>
              </a:ext>
            </a:extLst>
          </p:cNvPr>
          <p:cNvSpPr/>
          <p:nvPr/>
        </p:nvSpPr>
        <p:spPr>
          <a:xfrm>
            <a:off x="933609" y="4124520"/>
            <a:ext cx="6419529" cy="644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36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</a:t>
            </a:r>
            <a:endParaRPr sz="3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" name="Google Shape;107;p1">
            <a:extLst>
              <a:ext uri="{FF2B5EF4-FFF2-40B4-BE49-F238E27FC236}">
                <a16:creationId xmlns:a16="http://schemas.microsoft.com/office/drawing/2014/main" id="{90820DAE-E611-F577-4910-17C23B28141A}"/>
              </a:ext>
            </a:extLst>
          </p:cNvPr>
          <p:cNvCxnSpPr/>
          <p:nvPr/>
        </p:nvCxnSpPr>
        <p:spPr>
          <a:xfrm flipH="1">
            <a:off x="3722400" y="8696520"/>
            <a:ext cx="2822040" cy="792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33" name="Google Shape;109;p1">
            <a:extLst>
              <a:ext uri="{FF2B5EF4-FFF2-40B4-BE49-F238E27FC236}">
                <a16:creationId xmlns:a16="http://schemas.microsoft.com/office/drawing/2014/main" id="{A6A60456-5555-78A0-6B34-659665385F16}"/>
              </a:ext>
            </a:extLst>
          </p:cNvPr>
          <p:cNvSpPr/>
          <p:nvPr/>
        </p:nvSpPr>
        <p:spPr>
          <a:xfrm>
            <a:off x="933609" y="6433920"/>
            <a:ext cx="6419529" cy="583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32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110;p1">
            <a:extLst>
              <a:ext uri="{FF2B5EF4-FFF2-40B4-BE49-F238E27FC236}">
                <a16:creationId xmlns:a16="http://schemas.microsoft.com/office/drawing/2014/main" id="{280CCD5D-A03B-DE6C-77B4-1FF574CF3A8F}"/>
              </a:ext>
            </a:extLst>
          </p:cNvPr>
          <p:cNvSpPr/>
          <p:nvPr/>
        </p:nvSpPr>
        <p:spPr>
          <a:xfrm>
            <a:off x="933609" y="7119720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the rank of </a:t>
            </a:r>
            <a:r>
              <a:rPr lang="en-AU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Lance Corporal 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 effect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dateNumber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r>
              <a:rPr lang="en-GB" sz="2000" b="0" i="1" u="none" strike="noStrike" cap="none" baseline="30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{suffix}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{date}.</a:t>
            </a:r>
            <a:endParaRPr lang="en-GB"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111;p1">
            <a:extLst>
              <a:ext uri="{FF2B5EF4-FFF2-40B4-BE49-F238E27FC236}">
                <a16:creationId xmlns:a16="http://schemas.microsoft.com/office/drawing/2014/main" id="{C513A48E-C7C5-D4C9-41E3-D8DD343582A2}"/>
              </a:ext>
            </a:extLst>
          </p:cNvPr>
          <p:cNvSpPr/>
          <p:nvPr/>
        </p:nvSpPr>
        <p:spPr>
          <a:xfrm>
            <a:off x="933609" y="4820400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 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has completed all necessary trainings and been deemed suitable in all areas required for promotion.</a:t>
            </a:r>
          </a:p>
        </p:txBody>
      </p:sp>
      <p:sp>
        <p:nvSpPr>
          <p:cNvPr id="37" name="Google Shape;113;p1">
            <a:extLst>
              <a:ext uri="{FF2B5EF4-FFF2-40B4-BE49-F238E27FC236}">
                <a16:creationId xmlns:a16="http://schemas.microsoft.com/office/drawing/2014/main" id="{0DF9C52E-E0F6-BA94-1FA5-ED38B1EE8290}"/>
              </a:ext>
            </a:extLst>
          </p:cNvPr>
          <p:cNvSpPr/>
          <p:nvPr/>
        </p:nvSpPr>
        <p:spPr>
          <a:xfrm>
            <a:off x="2985840" y="8685000"/>
            <a:ext cx="4277880" cy="598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{signaturerRankShort} {signaturer}</a:t>
            </a:r>
            <a:br>
              <a:rPr lang="en-AU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Officer Commanding</a:t>
            </a:r>
            <a:br>
              <a:rPr lang="en-AU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Australian Special Operations Taskforce HQ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" name="Google Shape;104;p1">
            <a:extLst>
              <a:ext uri="{FF2B5EF4-FFF2-40B4-BE49-F238E27FC236}">
                <a16:creationId xmlns:a16="http://schemas.microsoft.com/office/drawing/2014/main" id="{B533ADC1-4337-0828-0E90-02A8AB6A973F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14400" y="8354520"/>
            <a:ext cx="1436400" cy="125244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11;p1">
            <a:extLst>
              <a:ext uri="{FF2B5EF4-FFF2-40B4-BE49-F238E27FC236}">
                <a16:creationId xmlns:a16="http://schemas.microsoft.com/office/drawing/2014/main" id="{A54EE29E-BB93-EB95-2299-103CE0607918}"/>
              </a:ext>
            </a:extLst>
          </p:cNvPr>
          <p:cNvSpPr/>
          <p:nvPr/>
        </p:nvSpPr>
        <p:spPr>
          <a:xfrm>
            <a:off x="934292" y="5735481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algn="ctr"/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I,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signaturerRankFull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signaturer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},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Officer Commanding, Australian Special Operations Taskforce, hereby promote</a:t>
            </a:r>
            <a:endParaRPr lang="en-GB"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Google Shape;524;p24">
            <a:extLst>
              <a:ext uri="{FF2B5EF4-FFF2-40B4-BE49-F238E27FC236}">
                <a16:creationId xmlns:a16="http://schemas.microsoft.com/office/drawing/2014/main" id="{7C4A5F5D-AEDC-4AEC-0785-E6714BD1FC3F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166398" y="1967733"/>
            <a:ext cx="1947600" cy="12366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14;p1">
            <a:extLst>
              <a:ext uri="{FF2B5EF4-FFF2-40B4-BE49-F238E27FC236}">
                <a16:creationId xmlns:a16="http://schemas.microsoft.com/office/drawing/2014/main" id="{5A07FA6E-AD9C-D93E-9534-BCBD462B825C}"/>
              </a:ext>
            </a:extLst>
          </p:cNvPr>
          <p:cNvSpPr/>
          <p:nvPr/>
        </p:nvSpPr>
        <p:spPr>
          <a:xfrm>
            <a:off x="2932650" y="8215616"/>
            <a:ext cx="4539420" cy="521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{</a:t>
            </a:r>
            <a:r>
              <a:rPr lang="en-AU" sz="2800" b="0" i="1" u="none" strike="noStrike" cap="none" dirty="0" err="1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signaturerRankShort</a:t>
            </a: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} {</a:t>
            </a:r>
            <a:r>
              <a:rPr lang="en-AU" sz="2800" b="0" i="1" u="none" strike="noStrike" cap="none" dirty="0" err="1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signaturer</a:t>
            </a: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}</a:t>
            </a:r>
            <a:endParaRPr sz="2800" b="0" i="0" u="none" strike="noStrike" cap="none" dirty="0">
              <a:solidFill>
                <a:srgbClr val="000000"/>
              </a:solidFill>
              <a:latin typeface="Brush Script MT" panose="03060802040406070304" pitchFamily="66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2946864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AA1C459F-AFB0-7A1A-3E1E-6862CD6D8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">
            <a:extLst>
              <a:ext uri="{FF2B5EF4-FFF2-40B4-BE49-F238E27FC236}">
                <a16:creationId xmlns:a16="http://schemas.microsoft.com/office/drawing/2014/main" id="{48A46A28-9554-5B60-C778-693FE2F0F502}"/>
              </a:ext>
            </a:extLst>
          </p:cNvPr>
          <p:cNvSpPr/>
          <p:nvPr/>
        </p:nvSpPr>
        <p:spPr>
          <a:xfrm rot="5400000">
            <a:off x="-1500189" y="1487486"/>
            <a:ext cx="11268076" cy="8293101"/>
          </a:xfrm>
          <a:prstGeom prst="rect">
            <a:avLst/>
          </a:prstGeom>
          <a:blipFill rotWithShape="0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0000" tIns="45000" rIns="90000" bIns="45000" anchor="t" anchorCtr="1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Google Shape;102;p1">
            <a:extLst>
              <a:ext uri="{FF2B5EF4-FFF2-40B4-BE49-F238E27FC236}">
                <a16:creationId xmlns:a16="http://schemas.microsoft.com/office/drawing/2014/main" id="{F914486D-D494-5C5D-C99F-0DA64928BDF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10028" t="12535" r="10465" b="20264"/>
          <a:stretch/>
        </p:blipFill>
        <p:spPr>
          <a:xfrm rot="5400000">
            <a:off x="-1521845" y="1469005"/>
            <a:ext cx="11419340" cy="8401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103;p1">
            <a:extLst>
              <a:ext uri="{FF2B5EF4-FFF2-40B4-BE49-F238E27FC236}">
                <a16:creationId xmlns:a16="http://schemas.microsoft.com/office/drawing/2014/main" id="{3CFEEA88-4731-16EE-703B-8800FCF57D3B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29378" y="738891"/>
            <a:ext cx="6821645" cy="9877373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105;p1">
            <a:extLst>
              <a:ext uri="{FF2B5EF4-FFF2-40B4-BE49-F238E27FC236}">
                <a16:creationId xmlns:a16="http://schemas.microsoft.com/office/drawing/2014/main" id="{45B43893-63CC-1168-A942-B20AAE93145D}"/>
              </a:ext>
            </a:extLst>
          </p:cNvPr>
          <p:cNvSpPr/>
          <p:nvPr/>
        </p:nvSpPr>
        <p:spPr>
          <a:xfrm>
            <a:off x="933609" y="3422520"/>
            <a:ext cx="6419529" cy="737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4200" b="0" i="0" u="none" strike="noStrike" cap="none" dirty="0">
                <a:solidFill>
                  <a:schemeClr val="dk1"/>
                </a:solidFill>
                <a:latin typeface="Old English Text MT" panose="03040902040508030806" pitchFamily="66" charset="0"/>
                <a:sym typeface="Arial"/>
              </a:rPr>
              <a:t>Certificate Of Promotion</a:t>
            </a:r>
            <a:endParaRPr sz="4200" b="0" i="0" u="none" strike="noStrike" cap="none" dirty="0">
              <a:solidFill>
                <a:srgbClr val="000000"/>
              </a:solidFill>
              <a:latin typeface="Old English Text MT" panose="03040902040508030806" pitchFamily="66" charset="0"/>
              <a:sym typeface="Arial"/>
            </a:endParaRPr>
          </a:p>
        </p:txBody>
      </p:sp>
      <p:sp>
        <p:nvSpPr>
          <p:cNvPr id="30" name="Google Shape;106;p1">
            <a:extLst>
              <a:ext uri="{FF2B5EF4-FFF2-40B4-BE49-F238E27FC236}">
                <a16:creationId xmlns:a16="http://schemas.microsoft.com/office/drawing/2014/main" id="{6486AE15-5994-9322-787E-257AEB356B9D}"/>
              </a:ext>
            </a:extLst>
          </p:cNvPr>
          <p:cNvSpPr/>
          <p:nvPr/>
        </p:nvSpPr>
        <p:spPr>
          <a:xfrm>
            <a:off x="933609" y="4124520"/>
            <a:ext cx="6419529" cy="644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36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</a:t>
            </a:r>
            <a:endParaRPr sz="3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" name="Google Shape;107;p1">
            <a:extLst>
              <a:ext uri="{FF2B5EF4-FFF2-40B4-BE49-F238E27FC236}">
                <a16:creationId xmlns:a16="http://schemas.microsoft.com/office/drawing/2014/main" id="{9D608D43-3591-9DBD-961F-20582543E33F}"/>
              </a:ext>
            </a:extLst>
          </p:cNvPr>
          <p:cNvCxnSpPr/>
          <p:nvPr/>
        </p:nvCxnSpPr>
        <p:spPr>
          <a:xfrm flipH="1">
            <a:off x="3722400" y="8696520"/>
            <a:ext cx="2822040" cy="792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33" name="Google Shape;109;p1">
            <a:extLst>
              <a:ext uri="{FF2B5EF4-FFF2-40B4-BE49-F238E27FC236}">
                <a16:creationId xmlns:a16="http://schemas.microsoft.com/office/drawing/2014/main" id="{4E29B6E7-098E-39EE-ADAD-129EE1C367B7}"/>
              </a:ext>
            </a:extLst>
          </p:cNvPr>
          <p:cNvSpPr/>
          <p:nvPr/>
        </p:nvSpPr>
        <p:spPr>
          <a:xfrm>
            <a:off x="933609" y="6433920"/>
            <a:ext cx="6419529" cy="583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32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110;p1">
            <a:extLst>
              <a:ext uri="{FF2B5EF4-FFF2-40B4-BE49-F238E27FC236}">
                <a16:creationId xmlns:a16="http://schemas.microsoft.com/office/drawing/2014/main" id="{C01807E9-1E88-BF2A-320D-50491689E557}"/>
              </a:ext>
            </a:extLst>
          </p:cNvPr>
          <p:cNvSpPr/>
          <p:nvPr/>
        </p:nvSpPr>
        <p:spPr>
          <a:xfrm>
            <a:off x="933609" y="7119720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the rank of </a:t>
            </a:r>
            <a:r>
              <a:rPr lang="en-AU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Lance Corporal Proficient 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 effect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dateNumber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r>
              <a:rPr lang="en-GB" sz="2000" b="0" i="1" u="none" strike="noStrike" cap="none" baseline="30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{suffix}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{date}.</a:t>
            </a:r>
            <a:endParaRPr lang="en-GB"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111;p1">
            <a:extLst>
              <a:ext uri="{FF2B5EF4-FFF2-40B4-BE49-F238E27FC236}">
                <a16:creationId xmlns:a16="http://schemas.microsoft.com/office/drawing/2014/main" id="{601D859B-EA4F-7AC8-698F-4FBCDE3D8D8C}"/>
              </a:ext>
            </a:extLst>
          </p:cNvPr>
          <p:cNvSpPr/>
          <p:nvPr/>
        </p:nvSpPr>
        <p:spPr>
          <a:xfrm>
            <a:off x="933609" y="4820400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 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has completed all necessary trainings and been deemed suitable in all areas required for promotion.</a:t>
            </a:r>
          </a:p>
        </p:txBody>
      </p:sp>
      <p:sp>
        <p:nvSpPr>
          <p:cNvPr id="37" name="Google Shape;113;p1">
            <a:extLst>
              <a:ext uri="{FF2B5EF4-FFF2-40B4-BE49-F238E27FC236}">
                <a16:creationId xmlns:a16="http://schemas.microsoft.com/office/drawing/2014/main" id="{BD1224B3-4DC1-D165-0B66-38A197148015}"/>
              </a:ext>
            </a:extLst>
          </p:cNvPr>
          <p:cNvSpPr/>
          <p:nvPr/>
        </p:nvSpPr>
        <p:spPr>
          <a:xfrm>
            <a:off x="2985840" y="8685000"/>
            <a:ext cx="4277880" cy="598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{signaturerRankShort} {signaturer}</a:t>
            </a:r>
            <a:br>
              <a:rPr lang="en-AU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Officer Commanding</a:t>
            </a:r>
            <a:br>
              <a:rPr lang="en-AU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Australian Special Operations Taskforce HQ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" name="Google Shape;104;p1">
            <a:extLst>
              <a:ext uri="{FF2B5EF4-FFF2-40B4-BE49-F238E27FC236}">
                <a16:creationId xmlns:a16="http://schemas.microsoft.com/office/drawing/2014/main" id="{E2DD6E4C-5452-22EF-247F-BE555DF38446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14400" y="8354520"/>
            <a:ext cx="1436400" cy="125244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11;p1">
            <a:extLst>
              <a:ext uri="{FF2B5EF4-FFF2-40B4-BE49-F238E27FC236}">
                <a16:creationId xmlns:a16="http://schemas.microsoft.com/office/drawing/2014/main" id="{A70290CF-A87B-5F94-FB90-6B7F0E1543B4}"/>
              </a:ext>
            </a:extLst>
          </p:cNvPr>
          <p:cNvSpPr/>
          <p:nvPr/>
        </p:nvSpPr>
        <p:spPr>
          <a:xfrm>
            <a:off x="934292" y="5735481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algn="ctr"/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I,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signaturerRankFull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signaturer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},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Officer Commanding, Australian Special Operations Taskforce, hereby promote</a:t>
            </a:r>
            <a:endParaRPr lang="en-GB"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Google Shape;542;p25">
            <a:extLst>
              <a:ext uri="{FF2B5EF4-FFF2-40B4-BE49-F238E27FC236}">
                <a16:creationId xmlns:a16="http://schemas.microsoft.com/office/drawing/2014/main" id="{28C8BB3D-CA00-82E7-AAE3-3751FCAB51DE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 l="3882" t="13102" r="11003"/>
          <a:stretch/>
        </p:blipFill>
        <p:spPr>
          <a:xfrm>
            <a:off x="3302000" y="1438275"/>
            <a:ext cx="1670050" cy="1862322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14;p1">
            <a:extLst>
              <a:ext uri="{FF2B5EF4-FFF2-40B4-BE49-F238E27FC236}">
                <a16:creationId xmlns:a16="http://schemas.microsoft.com/office/drawing/2014/main" id="{020DE462-7284-3F16-7956-DC0F43465F82}"/>
              </a:ext>
            </a:extLst>
          </p:cNvPr>
          <p:cNvSpPr/>
          <p:nvPr/>
        </p:nvSpPr>
        <p:spPr>
          <a:xfrm>
            <a:off x="2932650" y="8215616"/>
            <a:ext cx="4539420" cy="521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{</a:t>
            </a:r>
            <a:r>
              <a:rPr lang="en-AU" sz="2800" b="0" i="1" u="none" strike="noStrike" cap="none" dirty="0" err="1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signaturerRankShort</a:t>
            </a: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} {</a:t>
            </a:r>
            <a:r>
              <a:rPr lang="en-AU" sz="2800" b="0" i="1" u="none" strike="noStrike" cap="none" dirty="0" err="1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signaturer</a:t>
            </a: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}</a:t>
            </a:r>
            <a:endParaRPr sz="2800" b="0" i="0" u="none" strike="noStrike" cap="none" dirty="0">
              <a:solidFill>
                <a:srgbClr val="000000"/>
              </a:solidFill>
              <a:latin typeface="Brush Script MT" panose="03060802040406070304" pitchFamily="66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5014731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B049EE17-7E87-593F-8956-A3C02CF49E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">
            <a:extLst>
              <a:ext uri="{FF2B5EF4-FFF2-40B4-BE49-F238E27FC236}">
                <a16:creationId xmlns:a16="http://schemas.microsoft.com/office/drawing/2014/main" id="{CBDFA607-6BB8-84CA-DF9B-62829D2A36FB}"/>
              </a:ext>
            </a:extLst>
          </p:cNvPr>
          <p:cNvSpPr/>
          <p:nvPr/>
        </p:nvSpPr>
        <p:spPr>
          <a:xfrm rot="5400000">
            <a:off x="-1500189" y="1487486"/>
            <a:ext cx="11268076" cy="8293101"/>
          </a:xfrm>
          <a:prstGeom prst="rect">
            <a:avLst/>
          </a:prstGeom>
          <a:blipFill rotWithShape="0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0000" tIns="45000" rIns="90000" bIns="45000" anchor="t" anchorCtr="1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Google Shape;102;p1">
            <a:extLst>
              <a:ext uri="{FF2B5EF4-FFF2-40B4-BE49-F238E27FC236}">
                <a16:creationId xmlns:a16="http://schemas.microsoft.com/office/drawing/2014/main" id="{B4D5416C-04B6-4971-3353-41A21858048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10028" t="12535" r="10465" b="20264"/>
          <a:stretch/>
        </p:blipFill>
        <p:spPr>
          <a:xfrm rot="5400000">
            <a:off x="-1521845" y="1469005"/>
            <a:ext cx="11419340" cy="8401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103;p1">
            <a:extLst>
              <a:ext uri="{FF2B5EF4-FFF2-40B4-BE49-F238E27FC236}">
                <a16:creationId xmlns:a16="http://schemas.microsoft.com/office/drawing/2014/main" id="{AA995FAB-13DC-4C6E-0685-0BC9FD96EB3E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29378" y="738891"/>
            <a:ext cx="6821645" cy="9877373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105;p1">
            <a:extLst>
              <a:ext uri="{FF2B5EF4-FFF2-40B4-BE49-F238E27FC236}">
                <a16:creationId xmlns:a16="http://schemas.microsoft.com/office/drawing/2014/main" id="{3D295A1A-AB35-2564-0AAD-3A45B7531F69}"/>
              </a:ext>
            </a:extLst>
          </p:cNvPr>
          <p:cNvSpPr/>
          <p:nvPr/>
        </p:nvSpPr>
        <p:spPr>
          <a:xfrm>
            <a:off x="933609" y="3422520"/>
            <a:ext cx="6419529" cy="737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4200" b="0" i="0" u="none" strike="noStrike" cap="none" dirty="0">
                <a:solidFill>
                  <a:schemeClr val="dk1"/>
                </a:solidFill>
                <a:latin typeface="Old English Text MT" panose="03040902040508030806" pitchFamily="66" charset="0"/>
                <a:sym typeface="Arial"/>
              </a:rPr>
              <a:t>Certificate Of Promotion</a:t>
            </a:r>
            <a:endParaRPr sz="4200" b="0" i="0" u="none" strike="noStrike" cap="none" dirty="0">
              <a:solidFill>
                <a:srgbClr val="000000"/>
              </a:solidFill>
              <a:latin typeface="Old English Text MT" panose="03040902040508030806" pitchFamily="66" charset="0"/>
              <a:sym typeface="Arial"/>
            </a:endParaRPr>
          </a:p>
        </p:txBody>
      </p:sp>
      <p:sp>
        <p:nvSpPr>
          <p:cNvPr id="30" name="Google Shape;106;p1">
            <a:extLst>
              <a:ext uri="{FF2B5EF4-FFF2-40B4-BE49-F238E27FC236}">
                <a16:creationId xmlns:a16="http://schemas.microsoft.com/office/drawing/2014/main" id="{B89D0C8B-59C1-04B1-4CE7-F0FE4776E929}"/>
              </a:ext>
            </a:extLst>
          </p:cNvPr>
          <p:cNvSpPr/>
          <p:nvPr/>
        </p:nvSpPr>
        <p:spPr>
          <a:xfrm>
            <a:off x="933609" y="4124520"/>
            <a:ext cx="6419529" cy="644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36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</a:t>
            </a:r>
            <a:endParaRPr sz="3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" name="Google Shape;107;p1">
            <a:extLst>
              <a:ext uri="{FF2B5EF4-FFF2-40B4-BE49-F238E27FC236}">
                <a16:creationId xmlns:a16="http://schemas.microsoft.com/office/drawing/2014/main" id="{41493DCE-C732-E26A-991F-73E9B382ADAD}"/>
              </a:ext>
            </a:extLst>
          </p:cNvPr>
          <p:cNvCxnSpPr/>
          <p:nvPr/>
        </p:nvCxnSpPr>
        <p:spPr>
          <a:xfrm flipH="1">
            <a:off x="3722400" y="8696520"/>
            <a:ext cx="2822040" cy="792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33" name="Google Shape;109;p1">
            <a:extLst>
              <a:ext uri="{FF2B5EF4-FFF2-40B4-BE49-F238E27FC236}">
                <a16:creationId xmlns:a16="http://schemas.microsoft.com/office/drawing/2014/main" id="{AE15DBE7-D613-5378-F184-82581A4267EB}"/>
              </a:ext>
            </a:extLst>
          </p:cNvPr>
          <p:cNvSpPr/>
          <p:nvPr/>
        </p:nvSpPr>
        <p:spPr>
          <a:xfrm>
            <a:off x="933609" y="6433920"/>
            <a:ext cx="6419529" cy="583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32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110;p1">
            <a:extLst>
              <a:ext uri="{FF2B5EF4-FFF2-40B4-BE49-F238E27FC236}">
                <a16:creationId xmlns:a16="http://schemas.microsoft.com/office/drawing/2014/main" id="{B14003F9-A048-45FE-F513-2AEAA31F27B6}"/>
              </a:ext>
            </a:extLst>
          </p:cNvPr>
          <p:cNvSpPr/>
          <p:nvPr/>
        </p:nvSpPr>
        <p:spPr>
          <a:xfrm>
            <a:off x="933609" y="7119720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the rank of </a:t>
            </a:r>
            <a:r>
              <a:rPr lang="en-AU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Leading Lance Corporal 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 effect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dateNumber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r>
              <a:rPr lang="en-GB" sz="2000" b="0" i="1" u="none" strike="noStrike" cap="none" baseline="30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{suffix}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{date}.</a:t>
            </a:r>
            <a:endParaRPr lang="en-GB"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111;p1">
            <a:extLst>
              <a:ext uri="{FF2B5EF4-FFF2-40B4-BE49-F238E27FC236}">
                <a16:creationId xmlns:a16="http://schemas.microsoft.com/office/drawing/2014/main" id="{C51271C0-ED21-7B8B-584E-E04371889B51}"/>
              </a:ext>
            </a:extLst>
          </p:cNvPr>
          <p:cNvSpPr/>
          <p:nvPr/>
        </p:nvSpPr>
        <p:spPr>
          <a:xfrm>
            <a:off x="933609" y="4820400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 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has completed all necessary trainings and been deemed suitable in all areas required for promotion.</a:t>
            </a:r>
          </a:p>
        </p:txBody>
      </p:sp>
      <p:sp>
        <p:nvSpPr>
          <p:cNvPr id="37" name="Google Shape;113;p1">
            <a:extLst>
              <a:ext uri="{FF2B5EF4-FFF2-40B4-BE49-F238E27FC236}">
                <a16:creationId xmlns:a16="http://schemas.microsoft.com/office/drawing/2014/main" id="{906C4EA7-1A0C-D5FE-6197-D6CBD0D6C9E0}"/>
              </a:ext>
            </a:extLst>
          </p:cNvPr>
          <p:cNvSpPr/>
          <p:nvPr/>
        </p:nvSpPr>
        <p:spPr>
          <a:xfrm>
            <a:off x="2985840" y="8685000"/>
            <a:ext cx="4277880" cy="598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{signaturerRankShort} {signaturer}</a:t>
            </a:r>
            <a:br>
              <a:rPr lang="en-AU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Officer Commanding</a:t>
            </a:r>
            <a:br>
              <a:rPr lang="en-AU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Australian Special Operations Taskforce HQ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" name="Google Shape;104;p1">
            <a:extLst>
              <a:ext uri="{FF2B5EF4-FFF2-40B4-BE49-F238E27FC236}">
                <a16:creationId xmlns:a16="http://schemas.microsoft.com/office/drawing/2014/main" id="{1F99F719-7C38-BC2A-5EE8-EA58E5779CBE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14400" y="8354520"/>
            <a:ext cx="1436400" cy="125244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11;p1">
            <a:extLst>
              <a:ext uri="{FF2B5EF4-FFF2-40B4-BE49-F238E27FC236}">
                <a16:creationId xmlns:a16="http://schemas.microsoft.com/office/drawing/2014/main" id="{A3B128B9-A4D7-B879-A55A-637A9C401BC8}"/>
              </a:ext>
            </a:extLst>
          </p:cNvPr>
          <p:cNvSpPr/>
          <p:nvPr/>
        </p:nvSpPr>
        <p:spPr>
          <a:xfrm>
            <a:off x="934292" y="5735481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algn="ctr"/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I,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signaturerRankFull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signaturer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},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Officer Commanding, Australian Special Operations Taskforce, hereby promote</a:t>
            </a:r>
            <a:endParaRPr lang="en-GB"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" name="Google Shape;560;p26">
            <a:extLst>
              <a:ext uri="{FF2B5EF4-FFF2-40B4-BE49-F238E27FC236}">
                <a16:creationId xmlns:a16="http://schemas.microsoft.com/office/drawing/2014/main" id="{7BF0A69D-10CE-FEA7-BF3E-79187F410A87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 l="4682" t="16617" r="10873"/>
          <a:stretch/>
        </p:blipFill>
        <p:spPr>
          <a:xfrm>
            <a:off x="3295650" y="1467504"/>
            <a:ext cx="1689100" cy="1866432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14;p1">
            <a:extLst>
              <a:ext uri="{FF2B5EF4-FFF2-40B4-BE49-F238E27FC236}">
                <a16:creationId xmlns:a16="http://schemas.microsoft.com/office/drawing/2014/main" id="{C3188DA4-F484-0A18-2442-106350DE5D92}"/>
              </a:ext>
            </a:extLst>
          </p:cNvPr>
          <p:cNvSpPr/>
          <p:nvPr/>
        </p:nvSpPr>
        <p:spPr>
          <a:xfrm>
            <a:off x="2932650" y="8215616"/>
            <a:ext cx="4539420" cy="521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{</a:t>
            </a:r>
            <a:r>
              <a:rPr lang="en-AU" sz="2800" b="0" i="1" u="none" strike="noStrike" cap="none" dirty="0" err="1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signaturerRankShort</a:t>
            </a: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} {</a:t>
            </a:r>
            <a:r>
              <a:rPr lang="en-AU" sz="2800" b="0" i="1" u="none" strike="noStrike" cap="none" dirty="0" err="1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signaturer</a:t>
            </a: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}</a:t>
            </a:r>
            <a:endParaRPr sz="2800" b="0" i="0" u="none" strike="noStrike" cap="none" dirty="0">
              <a:solidFill>
                <a:srgbClr val="000000"/>
              </a:solidFill>
              <a:latin typeface="Brush Script MT" panose="03060802040406070304" pitchFamily="66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2833816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7F824C0D-C073-445A-5208-D8C2336A75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">
            <a:extLst>
              <a:ext uri="{FF2B5EF4-FFF2-40B4-BE49-F238E27FC236}">
                <a16:creationId xmlns:a16="http://schemas.microsoft.com/office/drawing/2014/main" id="{DB4A6BF8-8B3A-5467-3C11-3A4934B49F20}"/>
              </a:ext>
            </a:extLst>
          </p:cNvPr>
          <p:cNvSpPr/>
          <p:nvPr/>
        </p:nvSpPr>
        <p:spPr>
          <a:xfrm rot="5400000">
            <a:off x="-1500189" y="1487486"/>
            <a:ext cx="11268076" cy="8293101"/>
          </a:xfrm>
          <a:prstGeom prst="rect">
            <a:avLst/>
          </a:prstGeom>
          <a:blipFill rotWithShape="0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0000" tIns="45000" rIns="90000" bIns="45000" anchor="t" anchorCtr="1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Google Shape;102;p1">
            <a:extLst>
              <a:ext uri="{FF2B5EF4-FFF2-40B4-BE49-F238E27FC236}">
                <a16:creationId xmlns:a16="http://schemas.microsoft.com/office/drawing/2014/main" id="{A3604921-0AC3-0126-46E4-2A906DE85D5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10028" t="12535" r="10465" b="20264"/>
          <a:stretch/>
        </p:blipFill>
        <p:spPr>
          <a:xfrm rot="5400000">
            <a:off x="-1521845" y="1469005"/>
            <a:ext cx="11419340" cy="8401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103;p1">
            <a:extLst>
              <a:ext uri="{FF2B5EF4-FFF2-40B4-BE49-F238E27FC236}">
                <a16:creationId xmlns:a16="http://schemas.microsoft.com/office/drawing/2014/main" id="{24499956-B4BB-3461-FB7C-EDD570618F00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29378" y="738891"/>
            <a:ext cx="6821645" cy="9877373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105;p1">
            <a:extLst>
              <a:ext uri="{FF2B5EF4-FFF2-40B4-BE49-F238E27FC236}">
                <a16:creationId xmlns:a16="http://schemas.microsoft.com/office/drawing/2014/main" id="{A25F9E46-74E3-796E-6C2E-686C2C39A513}"/>
              </a:ext>
            </a:extLst>
          </p:cNvPr>
          <p:cNvSpPr/>
          <p:nvPr/>
        </p:nvSpPr>
        <p:spPr>
          <a:xfrm>
            <a:off x="933609" y="3422520"/>
            <a:ext cx="6419529" cy="737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4200" b="0" i="0" u="none" strike="noStrike" cap="none" dirty="0">
                <a:solidFill>
                  <a:schemeClr val="dk1"/>
                </a:solidFill>
                <a:latin typeface="Old English Text MT" panose="03040902040508030806" pitchFamily="66" charset="0"/>
                <a:sym typeface="Arial"/>
              </a:rPr>
              <a:t>Certificate Of Promotion</a:t>
            </a:r>
            <a:endParaRPr sz="4200" b="0" i="0" u="none" strike="noStrike" cap="none" dirty="0">
              <a:solidFill>
                <a:srgbClr val="000000"/>
              </a:solidFill>
              <a:latin typeface="Old English Text MT" panose="03040902040508030806" pitchFamily="66" charset="0"/>
              <a:sym typeface="Arial"/>
            </a:endParaRPr>
          </a:p>
        </p:txBody>
      </p:sp>
      <p:sp>
        <p:nvSpPr>
          <p:cNvPr id="30" name="Google Shape;106;p1">
            <a:extLst>
              <a:ext uri="{FF2B5EF4-FFF2-40B4-BE49-F238E27FC236}">
                <a16:creationId xmlns:a16="http://schemas.microsoft.com/office/drawing/2014/main" id="{673AB5EB-7741-7423-6B81-723EF93826C4}"/>
              </a:ext>
            </a:extLst>
          </p:cNvPr>
          <p:cNvSpPr/>
          <p:nvPr/>
        </p:nvSpPr>
        <p:spPr>
          <a:xfrm>
            <a:off x="933609" y="4124520"/>
            <a:ext cx="6419529" cy="644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36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</a:t>
            </a:r>
            <a:endParaRPr sz="3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" name="Google Shape;107;p1">
            <a:extLst>
              <a:ext uri="{FF2B5EF4-FFF2-40B4-BE49-F238E27FC236}">
                <a16:creationId xmlns:a16="http://schemas.microsoft.com/office/drawing/2014/main" id="{0EC6A228-2DF5-E5F7-5C84-B0957504C0B9}"/>
              </a:ext>
            </a:extLst>
          </p:cNvPr>
          <p:cNvCxnSpPr/>
          <p:nvPr/>
        </p:nvCxnSpPr>
        <p:spPr>
          <a:xfrm flipH="1">
            <a:off x="3722400" y="8696520"/>
            <a:ext cx="2822040" cy="792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33" name="Google Shape;109;p1">
            <a:extLst>
              <a:ext uri="{FF2B5EF4-FFF2-40B4-BE49-F238E27FC236}">
                <a16:creationId xmlns:a16="http://schemas.microsoft.com/office/drawing/2014/main" id="{25CD2FB4-C321-F7FF-04FF-0701EDF5661A}"/>
              </a:ext>
            </a:extLst>
          </p:cNvPr>
          <p:cNvSpPr/>
          <p:nvPr/>
        </p:nvSpPr>
        <p:spPr>
          <a:xfrm>
            <a:off x="933609" y="6433920"/>
            <a:ext cx="6419529" cy="583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32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110;p1">
            <a:extLst>
              <a:ext uri="{FF2B5EF4-FFF2-40B4-BE49-F238E27FC236}">
                <a16:creationId xmlns:a16="http://schemas.microsoft.com/office/drawing/2014/main" id="{FF938951-D420-516B-FD0A-B9414660C4E7}"/>
              </a:ext>
            </a:extLst>
          </p:cNvPr>
          <p:cNvSpPr/>
          <p:nvPr/>
        </p:nvSpPr>
        <p:spPr>
          <a:xfrm>
            <a:off x="933609" y="7119720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the rank of </a:t>
            </a:r>
            <a:r>
              <a:rPr lang="en-AU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Senior Lance Corporal 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 effect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dateNumber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r>
              <a:rPr lang="en-GB" sz="2000" b="0" i="1" u="none" strike="noStrike" cap="none" baseline="30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{suffix}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{date}.</a:t>
            </a:r>
            <a:endParaRPr lang="en-GB"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111;p1">
            <a:extLst>
              <a:ext uri="{FF2B5EF4-FFF2-40B4-BE49-F238E27FC236}">
                <a16:creationId xmlns:a16="http://schemas.microsoft.com/office/drawing/2014/main" id="{E2131A41-5C34-9B4B-1274-210C34407B55}"/>
              </a:ext>
            </a:extLst>
          </p:cNvPr>
          <p:cNvSpPr/>
          <p:nvPr/>
        </p:nvSpPr>
        <p:spPr>
          <a:xfrm>
            <a:off x="933609" y="4820400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 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has completed all necessary trainings and been deemed suitable in all areas required for promotion.</a:t>
            </a:r>
          </a:p>
        </p:txBody>
      </p:sp>
      <p:sp>
        <p:nvSpPr>
          <p:cNvPr id="37" name="Google Shape;113;p1">
            <a:extLst>
              <a:ext uri="{FF2B5EF4-FFF2-40B4-BE49-F238E27FC236}">
                <a16:creationId xmlns:a16="http://schemas.microsoft.com/office/drawing/2014/main" id="{97970DDA-E7DD-8486-A505-89858E8B7961}"/>
              </a:ext>
            </a:extLst>
          </p:cNvPr>
          <p:cNvSpPr/>
          <p:nvPr/>
        </p:nvSpPr>
        <p:spPr>
          <a:xfrm>
            <a:off x="2985840" y="8685000"/>
            <a:ext cx="4277880" cy="598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{signaturerRankShort} {signaturer}</a:t>
            </a:r>
            <a:br>
              <a:rPr lang="en-AU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Officer Commanding</a:t>
            </a:r>
            <a:br>
              <a:rPr lang="en-AU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Australian Special Operations Taskforce HQ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" name="Google Shape;104;p1">
            <a:extLst>
              <a:ext uri="{FF2B5EF4-FFF2-40B4-BE49-F238E27FC236}">
                <a16:creationId xmlns:a16="http://schemas.microsoft.com/office/drawing/2014/main" id="{39E9A3B7-7BDB-C7C9-00D8-9CD497B24521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14400" y="8354520"/>
            <a:ext cx="1436400" cy="125244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11;p1">
            <a:extLst>
              <a:ext uri="{FF2B5EF4-FFF2-40B4-BE49-F238E27FC236}">
                <a16:creationId xmlns:a16="http://schemas.microsoft.com/office/drawing/2014/main" id="{9EEDA6E2-87F4-9907-628D-4E392E6378D5}"/>
              </a:ext>
            </a:extLst>
          </p:cNvPr>
          <p:cNvSpPr/>
          <p:nvPr/>
        </p:nvSpPr>
        <p:spPr>
          <a:xfrm>
            <a:off x="934292" y="5735481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algn="ctr"/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I,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signaturerRankFull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signaturer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},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Officer Commanding, Australian Special Operations Taskforce, hereby promote</a:t>
            </a:r>
            <a:endParaRPr lang="en-GB"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Google Shape;578;p27">
            <a:extLst>
              <a:ext uri="{FF2B5EF4-FFF2-40B4-BE49-F238E27FC236}">
                <a16:creationId xmlns:a16="http://schemas.microsoft.com/office/drawing/2014/main" id="{A976AE06-6A41-3403-C6E0-F34F4B0F0986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 l="5091" t="13693" r="11099"/>
          <a:stretch/>
        </p:blipFill>
        <p:spPr>
          <a:xfrm>
            <a:off x="3300413" y="1390002"/>
            <a:ext cx="1676400" cy="193188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114;p1">
            <a:extLst>
              <a:ext uri="{FF2B5EF4-FFF2-40B4-BE49-F238E27FC236}">
                <a16:creationId xmlns:a16="http://schemas.microsoft.com/office/drawing/2014/main" id="{FE16BBA2-CEE2-DB5A-BA49-1AFE2477D681}"/>
              </a:ext>
            </a:extLst>
          </p:cNvPr>
          <p:cNvSpPr/>
          <p:nvPr/>
        </p:nvSpPr>
        <p:spPr>
          <a:xfrm>
            <a:off x="2932650" y="8215616"/>
            <a:ext cx="4539420" cy="521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{</a:t>
            </a:r>
            <a:r>
              <a:rPr lang="en-AU" sz="2800" b="0" i="1" u="none" strike="noStrike" cap="none" dirty="0" err="1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signaturerRankShort</a:t>
            </a: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} {</a:t>
            </a:r>
            <a:r>
              <a:rPr lang="en-AU" sz="2800" b="0" i="1" u="none" strike="noStrike" cap="none" dirty="0" err="1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signaturer</a:t>
            </a: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}</a:t>
            </a:r>
            <a:endParaRPr sz="2800" b="0" i="0" u="none" strike="noStrike" cap="none" dirty="0">
              <a:solidFill>
                <a:srgbClr val="000000"/>
              </a:solidFill>
              <a:latin typeface="Brush Script MT" panose="03060802040406070304" pitchFamily="66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3172429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DF26A2DB-84A7-54CB-65AC-CE681A3AF9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">
            <a:extLst>
              <a:ext uri="{FF2B5EF4-FFF2-40B4-BE49-F238E27FC236}">
                <a16:creationId xmlns:a16="http://schemas.microsoft.com/office/drawing/2014/main" id="{34E6133F-234C-F0F8-B165-16200FAE1847}"/>
              </a:ext>
            </a:extLst>
          </p:cNvPr>
          <p:cNvSpPr/>
          <p:nvPr/>
        </p:nvSpPr>
        <p:spPr>
          <a:xfrm rot="5400000">
            <a:off x="-1500189" y="1487486"/>
            <a:ext cx="11268076" cy="8293101"/>
          </a:xfrm>
          <a:prstGeom prst="rect">
            <a:avLst/>
          </a:prstGeom>
          <a:blipFill rotWithShape="0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0000" tIns="45000" rIns="90000" bIns="45000" anchor="t" anchorCtr="1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Google Shape;102;p1">
            <a:extLst>
              <a:ext uri="{FF2B5EF4-FFF2-40B4-BE49-F238E27FC236}">
                <a16:creationId xmlns:a16="http://schemas.microsoft.com/office/drawing/2014/main" id="{E5AAA94F-88A8-FEDD-F35F-35C098CE459A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10028" t="12535" r="10465" b="20264"/>
          <a:stretch/>
        </p:blipFill>
        <p:spPr>
          <a:xfrm rot="5400000">
            <a:off x="-1521845" y="1469005"/>
            <a:ext cx="11419340" cy="8401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103;p1">
            <a:extLst>
              <a:ext uri="{FF2B5EF4-FFF2-40B4-BE49-F238E27FC236}">
                <a16:creationId xmlns:a16="http://schemas.microsoft.com/office/drawing/2014/main" id="{F77DEF72-6A70-73B8-F370-D8D9922E848F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29378" y="738891"/>
            <a:ext cx="6821645" cy="9877373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105;p1">
            <a:extLst>
              <a:ext uri="{FF2B5EF4-FFF2-40B4-BE49-F238E27FC236}">
                <a16:creationId xmlns:a16="http://schemas.microsoft.com/office/drawing/2014/main" id="{48162C81-EAA0-F73A-D8CE-D468FB49AD3D}"/>
              </a:ext>
            </a:extLst>
          </p:cNvPr>
          <p:cNvSpPr/>
          <p:nvPr/>
        </p:nvSpPr>
        <p:spPr>
          <a:xfrm>
            <a:off x="933609" y="3422520"/>
            <a:ext cx="6419529" cy="737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4200" b="0" i="0" u="none" strike="noStrike" cap="none" dirty="0">
                <a:solidFill>
                  <a:schemeClr val="dk1"/>
                </a:solidFill>
                <a:latin typeface="Old English Text MT" panose="03040902040508030806" pitchFamily="66" charset="0"/>
                <a:sym typeface="Arial"/>
              </a:rPr>
              <a:t>Certificate Of Promotion</a:t>
            </a:r>
            <a:endParaRPr sz="4200" b="0" i="0" u="none" strike="noStrike" cap="none" dirty="0">
              <a:solidFill>
                <a:srgbClr val="000000"/>
              </a:solidFill>
              <a:latin typeface="Old English Text MT" panose="03040902040508030806" pitchFamily="66" charset="0"/>
              <a:sym typeface="Arial"/>
            </a:endParaRPr>
          </a:p>
        </p:txBody>
      </p:sp>
      <p:sp>
        <p:nvSpPr>
          <p:cNvPr id="30" name="Google Shape;106;p1">
            <a:extLst>
              <a:ext uri="{FF2B5EF4-FFF2-40B4-BE49-F238E27FC236}">
                <a16:creationId xmlns:a16="http://schemas.microsoft.com/office/drawing/2014/main" id="{77DACA19-6E53-1B06-E8D6-F2A9077B8399}"/>
              </a:ext>
            </a:extLst>
          </p:cNvPr>
          <p:cNvSpPr/>
          <p:nvPr/>
        </p:nvSpPr>
        <p:spPr>
          <a:xfrm>
            <a:off x="933609" y="4124520"/>
            <a:ext cx="6419529" cy="644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36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</a:t>
            </a:r>
            <a:endParaRPr sz="3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" name="Google Shape;107;p1">
            <a:extLst>
              <a:ext uri="{FF2B5EF4-FFF2-40B4-BE49-F238E27FC236}">
                <a16:creationId xmlns:a16="http://schemas.microsoft.com/office/drawing/2014/main" id="{4266BEF3-A789-FF42-028B-DC79AAB2ECBC}"/>
              </a:ext>
            </a:extLst>
          </p:cNvPr>
          <p:cNvCxnSpPr/>
          <p:nvPr/>
        </p:nvCxnSpPr>
        <p:spPr>
          <a:xfrm flipH="1">
            <a:off x="3722400" y="8696520"/>
            <a:ext cx="2822040" cy="792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33" name="Google Shape;109;p1">
            <a:extLst>
              <a:ext uri="{FF2B5EF4-FFF2-40B4-BE49-F238E27FC236}">
                <a16:creationId xmlns:a16="http://schemas.microsoft.com/office/drawing/2014/main" id="{8B9DEF59-766B-197C-C188-008A0D8B7A24}"/>
              </a:ext>
            </a:extLst>
          </p:cNvPr>
          <p:cNvSpPr/>
          <p:nvPr/>
        </p:nvSpPr>
        <p:spPr>
          <a:xfrm>
            <a:off x="933609" y="6433920"/>
            <a:ext cx="6419529" cy="583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32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110;p1">
            <a:extLst>
              <a:ext uri="{FF2B5EF4-FFF2-40B4-BE49-F238E27FC236}">
                <a16:creationId xmlns:a16="http://schemas.microsoft.com/office/drawing/2014/main" id="{2CE3C58F-23A0-2528-3A04-D9A4A909FE7E}"/>
              </a:ext>
            </a:extLst>
          </p:cNvPr>
          <p:cNvSpPr/>
          <p:nvPr/>
        </p:nvSpPr>
        <p:spPr>
          <a:xfrm>
            <a:off x="933609" y="7119720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the rank of </a:t>
            </a:r>
            <a:r>
              <a:rPr lang="en-AU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Junior Lance Bombardier 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 effect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dateNumber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r>
              <a:rPr lang="en-GB" sz="2000" b="0" i="1" u="none" strike="noStrike" cap="none" baseline="30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{suffix}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{date}.</a:t>
            </a:r>
            <a:endParaRPr lang="en-GB"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111;p1">
            <a:extLst>
              <a:ext uri="{FF2B5EF4-FFF2-40B4-BE49-F238E27FC236}">
                <a16:creationId xmlns:a16="http://schemas.microsoft.com/office/drawing/2014/main" id="{64BA609D-8687-3137-2A98-485D35889016}"/>
              </a:ext>
            </a:extLst>
          </p:cNvPr>
          <p:cNvSpPr/>
          <p:nvPr/>
        </p:nvSpPr>
        <p:spPr>
          <a:xfrm>
            <a:off x="933609" y="4820400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 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has completed all necessary trainings and been deemed suitable in all areas required for promotion.</a:t>
            </a:r>
          </a:p>
        </p:txBody>
      </p:sp>
      <p:sp>
        <p:nvSpPr>
          <p:cNvPr id="37" name="Google Shape;113;p1">
            <a:extLst>
              <a:ext uri="{FF2B5EF4-FFF2-40B4-BE49-F238E27FC236}">
                <a16:creationId xmlns:a16="http://schemas.microsoft.com/office/drawing/2014/main" id="{98CA1FFD-D372-8CAB-A599-08734CBD03D7}"/>
              </a:ext>
            </a:extLst>
          </p:cNvPr>
          <p:cNvSpPr/>
          <p:nvPr/>
        </p:nvSpPr>
        <p:spPr>
          <a:xfrm>
            <a:off x="2985840" y="8685000"/>
            <a:ext cx="4277880" cy="598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{signaturerRankShort} {signaturer}</a:t>
            </a:r>
            <a:br>
              <a:rPr lang="en-AU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Officer Commanding</a:t>
            </a:r>
            <a:br>
              <a:rPr lang="en-AU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Australian Special Operations Taskforce HQ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" name="Google Shape;104;p1">
            <a:extLst>
              <a:ext uri="{FF2B5EF4-FFF2-40B4-BE49-F238E27FC236}">
                <a16:creationId xmlns:a16="http://schemas.microsoft.com/office/drawing/2014/main" id="{D9FFAAEB-211A-793B-022F-FFE1A3318C7C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14400" y="8354520"/>
            <a:ext cx="1436400" cy="125244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11;p1">
            <a:extLst>
              <a:ext uri="{FF2B5EF4-FFF2-40B4-BE49-F238E27FC236}">
                <a16:creationId xmlns:a16="http://schemas.microsoft.com/office/drawing/2014/main" id="{E402FC3F-08B8-BC59-8405-75569B1D05C0}"/>
              </a:ext>
            </a:extLst>
          </p:cNvPr>
          <p:cNvSpPr/>
          <p:nvPr/>
        </p:nvSpPr>
        <p:spPr>
          <a:xfrm>
            <a:off x="934292" y="5735481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algn="ctr"/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I,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signaturerRankFull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signaturer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},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Officer Commanding, Australian Special Operations Taskforce, hereby promote</a:t>
            </a:r>
            <a:endParaRPr lang="en-GB"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" name="Google Shape;506;p23">
            <a:extLst>
              <a:ext uri="{FF2B5EF4-FFF2-40B4-BE49-F238E27FC236}">
                <a16:creationId xmlns:a16="http://schemas.microsoft.com/office/drawing/2014/main" id="{B2EB5F29-DCC1-CB18-5335-CD8BB06B15EA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 l="4022" t="14345" r="8312"/>
          <a:stretch/>
        </p:blipFill>
        <p:spPr>
          <a:xfrm>
            <a:off x="3309620" y="1467504"/>
            <a:ext cx="1670050" cy="183569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14;p1">
            <a:extLst>
              <a:ext uri="{FF2B5EF4-FFF2-40B4-BE49-F238E27FC236}">
                <a16:creationId xmlns:a16="http://schemas.microsoft.com/office/drawing/2014/main" id="{8BB8881E-1725-27FE-E64C-436AADA9FC2F}"/>
              </a:ext>
            </a:extLst>
          </p:cNvPr>
          <p:cNvSpPr/>
          <p:nvPr/>
        </p:nvSpPr>
        <p:spPr>
          <a:xfrm>
            <a:off x="2932650" y="8215616"/>
            <a:ext cx="4539420" cy="521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{</a:t>
            </a:r>
            <a:r>
              <a:rPr lang="en-AU" sz="2800" b="0" i="1" u="none" strike="noStrike" cap="none" dirty="0" err="1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signaturerRankShort</a:t>
            </a: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} {</a:t>
            </a:r>
            <a:r>
              <a:rPr lang="en-AU" sz="2800" b="0" i="1" u="none" strike="noStrike" cap="none" dirty="0" err="1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signaturer</a:t>
            </a: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}</a:t>
            </a:r>
            <a:endParaRPr sz="2800" b="0" i="0" u="none" strike="noStrike" cap="none" dirty="0">
              <a:solidFill>
                <a:srgbClr val="000000"/>
              </a:solidFill>
              <a:latin typeface="Brush Script MT" panose="03060802040406070304" pitchFamily="66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3978575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1CFFFFAF-CAAE-A3F8-4BAD-B646E8BEA6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">
            <a:extLst>
              <a:ext uri="{FF2B5EF4-FFF2-40B4-BE49-F238E27FC236}">
                <a16:creationId xmlns:a16="http://schemas.microsoft.com/office/drawing/2014/main" id="{1187385D-FCDA-F70B-DDB1-19B3A5CF80ED}"/>
              </a:ext>
            </a:extLst>
          </p:cNvPr>
          <p:cNvSpPr/>
          <p:nvPr/>
        </p:nvSpPr>
        <p:spPr>
          <a:xfrm rot="5400000">
            <a:off x="-1500189" y="1487486"/>
            <a:ext cx="11268076" cy="8293101"/>
          </a:xfrm>
          <a:prstGeom prst="rect">
            <a:avLst/>
          </a:prstGeom>
          <a:blipFill rotWithShape="0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0000" tIns="45000" rIns="90000" bIns="45000" anchor="t" anchorCtr="1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Google Shape;102;p1">
            <a:extLst>
              <a:ext uri="{FF2B5EF4-FFF2-40B4-BE49-F238E27FC236}">
                <a16:creationId xmlns:a16="http://schemas.microsoft.com/office/drawing/2014/main" id="{BACDC829-1A76-DFE8-7EC7-96D88B009B4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10028" t="12535" r="10465" b="20264"/>
          <a:stretch/>
        </p:blipFill>
        <p:spPr>
          <a:xfrm rot="5400000">
            <a:off x="-1521845" y="1469005"/>
            <a:ext cx="11419340" cy="8401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103;p1">
            <a:extLst>
              <a:ext uri="{FF2B5EF4-FFF2-40B4-BE49-F238E27FC236}">
                <a16:creationId xmlns:a16="http://schemas.microsoft.com/office/drawing/2014/main" id="{80DFB681-F057-18B6-62ED-94B575CA00DA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29378" y="738891"/>
            <a:ext cx="6821645" cy="9877373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105;p1">
            <a:extLst>
              <a:ext uri="{FF2B5EF4-FFF2-40B4-BE49-F238E27FC236}">
                <a16:creationId xmlns:a16="http://schemas.microsoft.com/office/drawing/2014/main" id="{88EB69EF-248D-3CE9-8C5B-69D0C75BC989}"/>
              </a:ext>
            </a:extLst>
          </p:cNvPr>
          <p:cNvSpPr/>
          <p:nvPr/>
        </p:nvSpPr>
        <p:spPr>
          <a:xfrm>
            <a:off x="933609" y="3422520"/>
            <a:ext cx="6419529" cy="737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4200" b="0" i="0" u="none" strike="noStrike" cap="none" dirty="0">
                <a:solidFill>
                  <a:schemeClr val="dk1"/>
                </a:solidFill>
                <a:latin typeface="Old English Text MT" panose="03040902040508030806" pitchFamily="66" charset="0"/>
                <a:sym typeface="Arial"/>
              </a:rPr>
              <a:t>Certificate Of Promotion</a:t>
            </a:r>
            <a:endParaRPr sz="4200" b="0" i="0" u="none" strike="noStrike" cap="none" dirty="0">
              <a:solidFill>
                <a:srgbClr val="000000"/>
              </a:solidFill>
              <a:latin typeface="Old English Text MT" panose="03040902040508030806" pitchFamily="66" charset="0"/>
              <a:sym typeface="Arial"/>
            </a:endParaRPr>
          </a:p>
        </p:txBody>
      </p:sp>
      <p:sp>
        <p:nvSpPr>
          <p:cNvPr id="30" name="Google Shape;106;p1">
            <a:extLst>
              <a:ext uri="{FF2B5EF4-FFF2-40B4-BE49-F238E27FC236}">
                <a16:creationId xmlns:a16="http://schemas.microsoft.com/office/drawing/2014/main" id="{92738B10-3D72-5B17-B7DB-C55FBDA39500}"/>
              </a:ext>
            </a:extLst>
          </p:cNvPr>
          <p:cNvSpPr/>
          <p:nvPr/>
        </p:nvSpPr>
        <p:spPr>
          <a:xfrm>
            <a:off x="933609" y="4124520"/>
            <a:ext cx="6419529" cy="644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36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</a:t>
            </a:r>
            <a:endParaRPr sz="3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" name="Google Shape;107;p1">
            <a:extLst>
              <a:ext uri="{FF2B5EF4-FFF2-40B4-BE49-F238E27FC236}">
                <a16:creationId xmlns:a16="http://schemas.microsoft.com/office/drawing/2014/main" id="{B17771D8-96AE-8DE7-3213-F68D231A0544}"/>
              </a:ext>
            </a:extLst>
          </p:cNvPr>
          <p:cNvCxnSpPr/>
          <p:nvPr/>
        </p:nvCxnSpPr>
        <p:spPr>
          <a:xfrm flipH="1">
            <a:off x="3722400" y="8696520"/>
            <a:ext cx="2822040" cy="792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33" name="Google Shape;109;p1">
            <a:extLst>
              <a:ext uri="{FF2B5EF4-FFF2-40B4-BE49-F238E27FC236}">
                <a16:creationId xmlns:a16="http://schemas.microsoft.com/office/drawing/2014/main" id="{91D9E06E-9ED3-0469-412E-6700EA470218}"/>
              </a:ext>
            </a:extLst>
          </p:cNvPr>
          <p:cNvSpPr/>
          <p:nvPr/>
        </p:nvSpPr>
        <p:spPr>
          <a:xfrm>
            <a:off x="933609" y="6433920"/>
            <a:ext cx="6419529" cy="583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32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110;p1">
            <a:extLst>
              <a:ext uri="{FF2B5EF4-FFF2-40B4-BE49-F238E27FC236}">
                <a16:creationId xmlns:a16="http://schemas.microsoft.com/office/drawing/2014/main" id="{05F60069-3E65-B02D-BD2B-7BC85FB27668}"/>
              </a:ext>
            </a:extLst>
          </p:cNvPr>
          <p:cNvSpPr/>
          <p:nvPr/>
        </p:nvSpPr>
        <p:spPr>
          <a:xfrm>
            <a:off x="933609" y="7119720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the rank of </a:t>
            </a:r>
            <a:r>
              <a:rPr lang="en-AU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Lance Bombardier 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 effect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dateNumber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r>
              <a:rPr lang="en-GB" sz="2000" b="0" i="1" u="none" strike="noStrike" cap="none" baseline="30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{suffix}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{date}.</a:t>
            </a:r>
            <a:endParaRPr lang="en-GB"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111;p1">
            <a:extLst>
              <a:ext uri="{FF2B5EF4-FFF2-40B4-BE49-F238E27FC236}">
                <a16:creationId xmlns:a16="http://schemas.microsoft.com/office/drawing/2014/main" id="{3CCEDB20-2920-A037-250D-77D409D35B02}"/>
              </a:ext>
            </a:extLst>
          </p:cNvPr>
          <p:cNvSpPr/>
          <p:nvPr/>
        </p:nvSpPr>
        <p:spPr>
          <a:xfrm>
            <a:off x="933609" y="4820400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 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has completed all necessary trainings and been deemed suitable in all areas required for promotion.</a:t>
            </a:r>
          </a:p>
        </p:txBody>
      </p:sp>
      <p:sp>
        <p:nvSpPr>
          <p:cNvPr id="37" name="Google Shape;113;p1">
            <a:extLst>
              <a:ext uri="{FF2B5EF4-FFF2-40B4-BE49-F238E27FC236}">
                <a16:creationId xmlns:a16="http://schemas.microsoft.com/office/drawing/2014/main" id="{B6D349F9-3AB4-62C0-5D61-64931BE1EF6C}"/>
              </a:ext>
            </a:extLst>
          </p:cNvPr>
          <p:cNvSpPr/>
          <p:nvPr/>
        </p:nvSpPr>
        <p:spPr>
          <a:xfrm>
            <a:off x="2985840" y="8685000"/>
            <a:ext cx="4277880" cy="598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{signaturerRankShort} {signaturer}</a:t>
            </a:r>
            <a:br>
              <a:rPr lang="en-AU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Officer Commanding</a:t>
            </a:r>
            <a:br>
              <a:rPr lang="en-AU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Australian Special Operations Taskforce HQ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" name="Google Shape;104;p1">
            <a:extLst>
              <a:ext uri="{FF2B5EF4-FFF2-40B4-BE49-F238E27FC236}">
                <a16:creationId xmlns:a16="http://schemas.microsoft.com/office/drawing/2014/main" id="{A3970C43-7FB4-D1AC-57BA-1763C8AAF1AE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14400" y="8354520"/>
            <a:ext cx="1436400" cy="125244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11;p1">
            <a:extLst>
              <a:ext uri="{FF2B5EF4-FFF2-40B4-BE49-F238E27FC236}">
                <a16:creationId xmlns:a16="http://schemas.microsoft.com/office/drawing/2014/main" id="{D3C7D7FD-4AC4-D67F-3017-778FD3C6A0A9}"/>
              </a:ext>
            </a:extLst>
          </p:cNvPr>
          <p:cNvSpPr/>
          <p:nvPr/>
        </p:nvSpPr>
        <p:spPr>
          <a:xfrm>
            <a:off x="934292" y="5735481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algn="ctr"/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I,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signaturerRankFull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signaturer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},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Officer Commanding, Australian Special Operations Taskforce, hereby promote</a:t>
            </a:r>
            <a:endParaRPr lang="en-GB"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Google Shape;524;p24">
            <a:extLst>
              <a:ext uri="{FF2B5EF4-FFF2-40B4-BE49-F238E27FC236}">
                <a16:creationId xmlns:a16="http://schemas.microsoft.com/office/drawing/2014/main" id="{2C9FE4CB-5E8D-39CD-666F-91D56C9ABF33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166398" y="1967733"/>
            <a:ext cx="1947600" cy="12366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14;p1">
            <a:extLst>
              <a:ext uri="{FF2B5EF4-FFF2-40B4-BE49-F238E27FC236}">
                <a16:creationId xmlns:a16="http://schemas.microsoft.com/office/drawing/2014/main" id="{FDC63A4A-6C4E-D61A-E77F-27C2E5D72B1E}"/>
              </a:ext>
            </a:extLst>
          </p:cNvPr>
          <p:cNvSpPr/>
          <p:nvPr/>
        </p:nvSpPr>
        <p:spPr>
          <a:xfrm>
            <a:off x="2932650" y="8215616"/>
            <a:ext cx="4539420" cy="521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{</a:t>
            </a:r>
            <a:r>
              <a:rPr lang="en-AU" sz="2800" b="0" i="1" u="none" strike="noStrike" cap="none" dirty="0" err="1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signaturerRankShort</a:t>
            </a: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} {</a:t>
            </a:r>
            <a:r>
              <a:rPr lang="en-AU" sz="2800" b="0" i="1" u="none" strike="noStrike" cap="none" dirty="0" err="1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signaturer</a:t>
            </a: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}</a:t>
            </a:r>
            <a:endParaRPr sz="2800" b="0" i="0" u="none" strike="noStrike" cap="none" dirty="0">
              <a:solidFill>
                <a:srgbClr val="000000"/>
              </a:solidFill>
              <a:latin typeface="Brush Script MT" panose="03060802040406070304" pitchFamily="66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6724307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04C7D1CC-DB97-E660-2258-E16B5F703A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">
            <a:extLst>
              <a:ext uri="{FF2B5EF4-FFF2-40B4-BE49-F238E27FC236}">
                <a16:creationId xmlns:a16="http://schemas.microsoft.com/office/drawing/2014/main" id="{58E940E1-0AC8-78AA-8F7A-66FA6CD764D3}"/>
              </a:ext>
            </a:extLst>
          </p:cNvPr>
          <p:cNvSpPr/>
          <p:nvPr/>
        </p:nvSpPr>
        <p:spPr>
          <a:xfrm rot="5400000">
            <a:off x="-1500189" y="1487486"/>
            <a:ext cx="11268076" cy="8293101"/>
          </a:xfrm>
          <a:prstGeom prst="rect">
            <a:avLst/>
          </a:prstGeom>
          <a:blipFill rotWithShape="0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0000" tIns="45000" rIns="90000" bIns="45000" anchor="t" anchorCtr="1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Google Shape;102;p1">
            <a:extLst>
              <a:ext uri="{FF2B5EF4-FFF2-40B4-BE49-F238E27FC236}">
                <a16:creationId xmlns:a16="http://schemas.microsoft.com/office/drawing/2014/main" id="{5A0D67EB-296B-9ACD-54B2-F31CA263359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10028" t="12535" r="10465" b="20264"/>
          <a:stretch/>
        </p:blipFill>
        <p:spPr>
          <a:xfrm rot="5400000">
            <a:off x="-1521845" y="1469005"/>
            <a:ext cx="11419340" cy="8401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103;p1">
            <a:extLst>
              <a:ext uri="{FF2B5EF4-FFF2-40B4-BE49-F238E27FC236}">
                <a16:creationId xmlns:a16="http://schemas.microsoft.com/office/drawing/2014/main" id="{C946F5E1-F142-35ED-58C9-63668C37AF39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29378" y="738891"/>
            <a:ext cx="6821645" cy="9877373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105;p1">
            <a:extLst>
              <a:ext uri="{FF2B5EF4-FFF2-40B4-BE49-F238E27FC236}">
                <a16:creationId xmlns:a16="http://schemas.microsoft.com/office/drawing/2014/main" id="{4816B5F5-5BD9-15CB-55E2-737234D5F8D2}"/>
              </a:ext>
            </a:extLst>
          </p:cNvPr>
          <p:cNvSpPr/>
          <p:nvPr/>
        </p:nvSpPr>
        <p:spPr>
          <a:xfrm>
            <a:off x="933609" y="3422520"/>
            <a:ext cx="6419529" cy="737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4200" b="0" i="0" u="none" strike="noStrike" cap="none" dirty="0">
                <a:solidFill>
                  <a:schemeClr val="dk1"/>
                </a:solidFill>
                <a:latin typeface="Old English Text MT" panose="03040902040508030806" pitchFamily="66" charset="0"/>
                <a:sym typeface="Arial"/>
              </a:rPr>
              <a:t>Certificate Of Promotion</a:t>
            </a:r>
            <a:endParaRPr sz="4200" b="0" i="0" u="none" strike="noStrike" cap="none" dirty="0">
              <a:solidFill>
                <a:srgbClr val="000000"/>
              </a:solidFill>
              <a:latin typeface="Old English Text MT" panose="03040902040508030806" pitchFamily="66" charset="0"/>
              <a:sym typeface="Arial"/>
            </a:endParaRPr>
          </a:p>
        </p:txBody>
      </p:sp>
      <p:sp>
        <p:nvSpPr>
          <p:cNvPr id="30" name="Google Shape;106;p1">
            <a:extLst>
              <a:ext uri="{FF2B5EF4-FFF2-40B4-BE49-F238E27FC236}">
                <a16:creationId xmlns:a16="http://schemas.microsoft.com/office/drawing/2014/main" id="{E36A9BEC-5014-A564-B5FA-A8D049F01819}"/>
              </a:ext>
            </a:extLst>
          </p:cNvPr>
          <p:cNvSpPr/>
          <p:nvPr/>
        </p:nvSpPr>
        <p:spPr>
          <a:xfrm>
            <a:off x="933609" y="4124520"/>
            <a:ext cx="6419529" cy="644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36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</a:t>
            </a:r>
            <a:endParaRPr sz="3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" name="Google Shape;107;p1">
            <a:extLst>
              <a:ext uri="{FF2B5EF4-FFF2-40B4-BE49-F238E27FC236}">
                <a16:creationId xmlns:a16="http://schemas.microsoft.com/office/drawing/2014/main" id="{EDAE66B4-1C7B-64C1-14BB-B1E79A6FCB83}"/>
              </a:ext>
            </a:extLst>
          </p:cNvPr>
          <p:cNvCxnSpPr/>
          <p:nvPr/>
        </p:nvCxnSpPr>
        <p:spPr>
          <a:xfrm flipH="1">
            <a:off x="3722400" y="8696520"/>
            <a:ext cx="2822040" cy="792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33" name="Google Shape;109;p1">
            <a:extLst>
              <a:ext uri="{FF2B5EF4-FFF2-40B4-BE49-F238E27FC236}">
                <a16:creationId xmlns:a16="http://schemas.microsoft.com/office/drawing/2014/main" id="{AA1F6A8D-692A-C5E4-BBE6-4F849EB03621}"/>
              </a:ext>
            </a:extLst>
          </p:cNvPr>
          <p:cNvSpPr/>
          <p:nvPr/>
        </p:nvSpPr>
        <p:spPr>
          <a:xfrm>
            <a:off x="933609" y="6433920"/>
            <a:ext cx="6419529" cy="583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32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110;p1">
            <a:extLst>
              <a:ext uri="{FF2B5EF4-FFF2-40B4-BE49-F238E27FC236}">
                <a16:creationId xmlns:a16="http://schemas.microsoft.com/office/drawing/2014/main" id="{28E592D5-5B42-A4F4-5E4E-11F348A5B4A2}"/>
              </a:ext>
            </a:extLst>
          </p:cNvPr>
          <p:cNvSpPr/>
          <p:nvPr/>
        </p:nvSpPr>
        <p:spPr>
          <a:xfrm>
            <a:off x="933609" y="7119720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the rank of </a:t>
            </a:r>
            <a:r>
              <a:rPr lang="en-AU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Lance Bombardier Proficient 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 effect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dateNumber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r>
              <a:rPr lang="en-GB" sz="2000" b="0" i="1" u="none" strike="noStrike" cap="none" baseline="30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{suffix}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{date}.</a:t>
            </a:r>
            <a:endParaRPr lang="en-GB"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111;p1">
            <a:extLst>
              <a:ext uri="{FF2B5EF4-FFF2-40B4-BE49-F238E27FC236}">
                <a16:creationId xmlns:a16="http://schemas.microsoft.com/office/drawing/2014/main" id="{B5ED6B35-26DB-8091-3059-B4B5153F2A87}"/>
              </a:ext>
            </a:extLst>
          </p:cNvPr>
          <p:cNvSpPr/>
          <p:nvPr/>
        </p:nvSpPr>
        <p:spPr>
          <a:xfrm>
            <a:off x="933609" y="4820400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 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has completed all necessary trainings and been deemed suitable in all areas required for promotion.</a:t>
            </a:r>
          </a:p>
        </p:txBody>
      </p:sp>
      <p:sp>
        <p:nvSpPr>
          <p:cNvPr id="37" name="Google Shape;113;p1">
            <a:extLst>
              <a:ext uri="{FF2B5EF4-FFF2-40B4-BE49-F238E27FC236}">
                <a16:creationId xmlns:a16="http://schemas.microsoft.com/office/drawing/2014/main" id="{8CD0910C-58C4-4F77-92FE-5BCB61C24DD1}"/>
              </a:ext>
            </a:extLst>
          </p:cNvPr>
          <p:cNvSpPr/>
          <p:nvPr/>
        </p:nvSpPr>
        <p:spPr>
          <a:xfrm>
            <a:off x="2985840" y="8685000"/>
            <a:ext cx="4277880" cy="598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{signaturerRankShort} {signaturer}</a:t>
            </a:r>
            <a:br>
              <a:rPr lang="en-AU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Officer Commanding</a:t>
            </a:r>
            <a:br>
              <a:rPr lang="en-AU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Australian Special Operations Taskforce HQ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" name="Google Shape;104;p1">
            <a:extLst>
              <a:ext uri="{FF2B5EF4-FFF2-40B4-BE49-F238E27FC236}">
                <a16:creationId xmlns:a16="http://schemas.microsoft.com/office/drawing/2014/main" id="{E87A257F-CA08-6483-4033-77BD6DC9FEB1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14400" y="8354520"/>
            <a:ext cx="1436400" cy="125244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11;p1">
            <a:extLst>
              <a:ext uri="{FF2B5EF4-FFF2-40B4-BE49-F238E27FC236}">
                <a16:creationId xmlns:a16="http://schemas.microsoft.com/office/drawing/2014/main" id="{FB10B70D-F2F3-7801-2C0C-4C7D87D73BF6}"/>
              </a:ext>
            </a:extLst>
          </p:cNvPr>
          <p:cNvSpPr/>
          <p:nvPr/>
        </p:nvSpPr>
        <p:spPr>
          <a:xfrm>
            <a:off x="934292" y="5735481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algn="ctr"/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I,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signaturerRankFull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signaturer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},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Officer Commanding, Australian Special Operations Taskforce, hereby promote</a:t>
            </a:r>
            <a:endParaRPr lang="en-GB"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Google Shape;542;p25">
            <a:extLst>
              <a:ext uri="{FF2B5EF4-FFF2-40B4-BE49-F238E27FC236}">
                <a16:creationId xmlns:a16="http://schemas.microsoft.com/office/drawing/2014/main" id="{A18E7D60-D797-0037-97E0-2848FD7960C0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 l="3882" t="13102" r="11003"/>
          <a:stretch/>
        </p:blipFill>
        <p:spPr>
          <a:xfrm>
            <a:off x="3302000" y="1438275"/>
            <a:ext cx="1670050" cy="1862322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14;p1">
            <a:extLst>
              <a:ext uri="{FF2B5EF4-FFF2-40B4-BE49-F238E27FC236}">
                <a16:creationId xmlns:a16="http://schemas.microsoft.com/office/drawing/2014/main" id="{FFCEFDE3-46DA-8BA9-D39A-6590C94B2702}"/>
              </a:ext>
            </a:extLst>
          </p:cNvPr>
          <p:cNvSpPr/>
          <p:nvPr/>
        </p:nvSpPr>
        <p:spPr>
          <a:xfrm>
            <a:off x="2932650" y="8215616"/>
            <a:ext cx="4539420" cy="521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{</a:t>
            </a:r>
            <a:r>
              <a:rPr lang="en-AU" sz="2800" b="0" i="1" u="none" strike="noStrike" cap="none" dirty="0" err="1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signaturerRankShort</a:t>
            </a: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} {</a:t>
            </a:r>
            <a:r>
              <a:rPr lang="en-AU" sz="2800" b="0" i="1" u="none" strike="noStrike" cap="none" dirty="0" err="1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signaturer</a:t>
            </a: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}</a:t>
            </a:r>
            <a:endParaRPr sz="2800" b="0" i="0" u="none" strike="noStrike" cap="none" dirty="0">
              <a:solidFill>
                <a:srgbClr val="000000"/>
              </a:solidFill>
              <a:latin typeface="Brush Script MT" panose="03060802040406070304" pitchFamily="66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0590941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51207DF8-8A6B-7EE1-0DFE-A800131380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">
            <a:extLst>
              <a:ext uri="{FF2B5EF4-FFF2-40B4-BE49-F238E27FC236}">
                <a16:creationId xmlns:a16="http://schemas.microsoft.com/office/drawing/2014/main" id="{8EC85CFA-F6E8-8E47-7EF0-686C25F0954B}"/>
              </a:ext>
            </a:extLst>
          </p:cNvPr>
          <p:cNvSpPr/>
          <p:nvPr/>
        </p:nvSpPr>
        <p:spPr>
          <a:xfrm rot="5400000">
            <a:off x="-1500189" y="1487486"/>
            <a:ext cx="11268076" cy="8293101"/>
          </a:xfrm>
          <a:prstGeom prst="rect">
            <a:avLst/>
          </a:prstGeom>
          <a:blipFill rotWithShape="0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0000" tIns="45000" rIns="90000" bIns="45000" anchor="t" anchorCtr="1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Google Shape;102;p1">
            <a:extLst>
              <a:ext uri="{FF2B5EF4-FFF2-40B4-BE49-F238E27FC236}">
                <a16:creationId xmlns:a16="http://schemas.microsoft.com/office/drawing/2014/main" id="{7463ED36-59DD-1256-7B0F-5E5499D78FD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10028" t="12535" r="10465" b="20264"/>
          <a:stretch/>
        </p:blipFill>
        <p:spPr>
          <a:xfrm rot="5400000">
            <a:off x="-1521845" y="1469005"/>
            <a:ext cx="11419340" cy="8401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103;p1">
            <a:extLst>
              <a:ext uri="{FF2B5EF4-FFF2-40B4-BE49-F238E27FC236}">
                <a16:creationId xmlns:a16="http://schemas.microsoft.com/office/drawing/2014/main" id="{DCF1CE85-F656-5349-B60B-A67116E564B7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29378" y="738891"/>
            <a:ext cx="6821645" cy="9877373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105;p1">
            <a:extLst>
              <a:ext uri="{FF2B5EF4-FFF2-40B4-BE49-F238E27FC236}">
                <a16:creationId xmlns:a16="http://schemas.microsoft.com/office/drawing/2014/main" id="{73E29C76-44BE-E344-E971-A391FA1758E6}"/>
              </a:ext>
            </a:extLst>
          </p:cNvPr>
          <p:cNvSpPr/>
          <p:nvPr/>
        </p:nvSpPr>
        <p:spPr>
          <a:xfrm>
            <a:off x="933609" y="3422520"/>
            <a:ext cx="6419529" cy="737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4200" b="0" i="0" u="none" strike="noStrike" cap="none" dirty="0">
                <a:solidFill>
                  <a:schemeClr val="dk1"/>
                </a:solidFill>
                <a:latin typeface="Old English Text MT" panose="03040902040508030806" pitchFamily="66" charset="0"/>
                <a:sym typeface="Arial"/>
              </a:rPr>
              <a:t>Certificate Of Promotion</a:t>
            </a:r>
            <a:endParaRPr sz="4200" b="0" i="0" u="none" strike="noStrike" cap="none" dirty="0">
              <a:solidFill>
                <a:srgbClr val="000000"/>
              </a:solidFill>
              <a:latin typeface="Old English Text MT" panose="03040902040508030806" pitchFamily="66" charset="0"/>
              <a:sym typeface="Arial"/>
            </a:endParaRPr>
          </a:p>
        </p:txBody>
      </p:sp>
      <p:sp>
        <p:nvSpPr>
          <p:cNvPr id="30" name="Google Shape;106;p1">
            <a:extLst>
              <a:ext uri="{FF2B5EF4-FFF2-40B4-BE49-F238E27FC236}">
                <a16:creationId xmlns:a16="http://schemas.microsoft.com/office/drawing/2014/main" id="{4DB6D8F6-4EA3-9C3C-1675-B0ED400C738F}"/>
              </a:ext>
            </a:extLst>
          </p:cNvPr>
          <p:cNvSpPr/>
          <p:nvPr/>
        </p:nvSpPr>
        <p:spPr>
          <a:xfrm>
            <a:off x="933609" y="4124520"/>
            <a:ext cx="6419529" cy="644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36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</a:t>
            </a:r>
            <a:endParaRPr sz="3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" name="Google Shape;107;p1">
            <a:extLst>
              <a:ext uri="{FF2B5EF4-FFF2-40B4-BE49-F238E27FC236}">
                <a16:creationId xmlns:a16="http://schemas.microsoft.com/office/drawing/2014/main" id="{09540C62-77D6-629E-BFD3-92B531383E88}"/>
              </a:ext>
            </a:extLst>
          </p:cNvPr>
          <p:cNvCxnSpPr/>
          <p:nvPr/>
        </p:nvCxnSpPr>
        <p:spPr>
          <a:xfrm flipH="1">
            <a:off x="3722400" y="8696520"/>
            <a:ext cx="2822040" cy="792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33" name="Google Shape;109;p1">
            <a:extLst>
              <a:ext uri="{FF2B5EF4-FFF2-40B4-BE49-F238E27FC236}">
                <a16:creationId xmlns:a16="http://schemas.microsoft.com/office/drawing/2014/main" id="{9B9E5E5A-0A29-8552-520D-5BBF30D5F0CA}"/>
              </a:ext>
            </a:extLst>
          </p:cNvPr>
          <p:cNvSpPr/>
          <p:nvPr/>
        </p:nvSpPr>
        <p:spPr>
          <a:xfrm>
            <a:off x="933609" y="6433920"/>
            <a:ext cx="6419529" cy="583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32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110;p1">
            <a:extLst>
              <a:ext uri="{FF2B5EF4-FFF2-40B4-BE49-F238E27FC236}">
                <a16:creationId xmlns:a16="http://schemas.microsoft.com/office/drawing/2014/main" id="{4ED24ADB-7491-23EE-636D-575ADA49C07F}"/>
              </a:ext>
            </a:extLst>
          </p:cNvPr>
          <p:cNvSpPr/>
          <p:nvPr/>
        </p:nvSpPr>
        <p:spPr>
          <a:xfrm>
            <a:off x="933609" y="7119720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the rank of </a:t>
            </a:r>
            <a:r>
              <a:rPr lang="en-AU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Leading Lance Bombardier 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 effect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dateNumber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r>
              <a:rPr lang="en-GB" sz="2000" b="0" i="1" u="none" strike="noStrike" cap="none" baseline="30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{suffix}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{date}.</a:t>
            </a:r>
            <a:endParaRPr lang="en-GB"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111;p1">
            <a:extLst>
              <a:ext uri="{FF2B5EF4-FFF2-40B4-BE49-F238E27FC236}">
                <a16:creationId xmlns:a16="http://schemas.microsoft.com/office/drawing/2014/main" id="{A4937AB4-9B8A-90FE-3F7B-BE7656A958EA}"/>
              </a:ext>
            </a:extLst>
          </p:cNvPr>
          <p:cNvSpPr/>
          <p:nvPr/>
        </p:nvSpPr>
        <p:spPr>
          <a:xfrm>
            <a:off x="933609" y="4820400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 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has completed all necessary trainings and been deemed suitable in all areas required for promotion.</a:t>
            </a:r>
          </a:p>
        </p:txBody>
      </p:sp>
      <p:sp>
        <p:nvSpPr>
          <p:cNvPr id="37" name="Google Shape;113;p1">
            <a:extLst>
              <a:ext uri="{FF2B5EF4-FFF2-40B4-BE49-F238E27FC236}">
                <a16:creationId xmlns:a16="http://schemas.microsoft.com/office/drawing/2014/main" id="{DDCBB23B-1E0B-EC2C-A23C-F3D4E7C30E22}"/>
              </a:ext>
            </a:extLst>
          </p:cNvPr>
          <p:cNvSpPr/>
          <p:nvPr/>
        </p:nvSpPr>
        <p:spPr>
          <a:xfrm>
            <a:off x="2985840" y="8685000"/>
            <a:ext cx="4277880" cy="598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{signaturerRankShort} {signaturer}</a:t>
            </a:r>
            <a:br>
              <a:rPr lang="en-AU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Officer Commanding</a:t>
            </a:r>
            <a:br>
              <a:rPr lang="en-AU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Australian Special Operations Taskforce HQ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" name="Google Shape;104;p1">
            <a:extLst>
              <a:ext uri="{FF2B5EF4-FFF2-40B4-BE49-F238E27FC236}">
                <a16:creationId xmlns:a16="http://schemas.microsoft.com/office/drawing/2014/main" id="{467EEEE1-A29F-4072-A5DC-EE7EF3F37800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14400" y="8354520"/>
            <a:ext cx="1436400" cy="125244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11;p1">
            <a:extLst>
              <a:ext uri="{FF2B5EF4-FFF2-40B4-BE49-F238E27FC236}">
                <a16:creationId xmlns:a16="http://schemas.microsoft.com/office/drawing/2014/main" id="{858A3BD5-31E5-96C5-8362-9A9901DE7B33}"/>
              </a:ext>
            </a:extLst>
          </p:cNvPr>
          <p:cNvSpPr/>
          <p:nvPr/>
        </p:nvSpPr>
        <p:spPr>
          <a:xfrm>
            <a:off x="934292" y="5735481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algn="ctr"/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I,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signaturerRankFull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signaturer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},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Officer Commanding, Australian Special Operations Taskforce, hereby promote</a:t>
            </a:r>
            <a:endParaRPr lang="en-GB"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" name="Google Shape;560;p26">
            <a:extLst>
              <a:ext uri="{FF2B5EF4-FFF2-40B4-BE49-F238E27FC236}">
                <a16:creationId xmlns:a16="http://schemas.microsoft.com/office/drawing/2014/main" id="{A179E9B2-7709-A871-0717-0CE2D0DBCB10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 l="4682" t="16617" r="10873"/>
          <a:stretch/>
        </p:blipFill>
        <p:spPr>
          <a:xfrm>
            <a:off x="3295650" y="1467504"/>
            <a:ext cx="1689100" cy="1866432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14;p1">
            <a:extLst>
              <a:ext uri="{FF2B5EF4-FFF2-40B4-BE49-F238E27FC236}">
                <a16:creationId xmlns:a16="http://schemas.microsoft.com/office/drawing/2014/main" id="{FFCC580A-F918-8763-5971-D6A3A699BB0E}"/>
              </a:ext>
            </a:extLst>
          </p:cNvPr>
          <p:cNvSpPr/>
          <p:nvPr/>
        </p:nvSpPr>
        <p:spPr>
          <a:xfrm>
            <a:off x="2932650" y="8215616"/>
            <a:ext cx="4539420" cy="521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{</a:t>
            </a:r>
            <a:r>
              <a:rPr lang="en-AU" sz="2800" b="0" i="1" u="none" strike="noStrike" cap="none" dirty="0" err="1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signaturerRankShort</a:t>
            </a: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} {</a:t>
            </a:r>
            <a:r>
              <a:rPr lang="en-AU" sz="2800" b="0" i="1" u="none" strike="noStrike" cap="none" dirty="0" err="1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signaturer</a:t>
            </a: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}</a:t>
            </a:r>
            <a:endParaRPr sz="2800" b="0" i="0" u="none" strike="noStrike" cap="none" dirty="0">
              <a:solidFill>
                <a:srgbClr val="000000"/>
              </a:solidFill>
              <a:latin typeface="Brush Script MT" panose="03060802040406070304" pitchFamily="66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394769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B4C868A1-AE06-F4C6-2AA2-CB7A1F4451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">
            <a:extLst>
              <a:ext uri="{FF2B5EF4-FFF2-40B4-BE49-F238E27FC236}">
                <a16:creationId xmlns:a16="http://schemas.microsoft.com/office/drawing/2014/main" id="{739367BB-A7CB-A4BC-6748-967722F4C57E}"/>
              </a:ext>
            </a:extLst>
          </p:cNvPr>
          <p:cNvSpPr/>
          <p:nvPr/>
        </p:nvSpPr>
        <p:spPr>
          <a:xfrm rot="5400000">
            <a:off x="-1500189" y="1487486"/>
            <a:ext cx="11268076" cy="8293101"/>
          </a:xfrm>
          <a:prstGeom prst="rect">
            <a:avLst/>
          </a:prstGeom>
          <a:blipFill rotWithShape="0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0000" tIns="45000" rIns="90000" bIns="45000" anchor="t" anchorCtr="1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Google Shape;102;p1">
            <a:extLst>
              <a:ext uri="{FF2B5EF4-FFF2-40B4-BE49-F238E27FC236}">
                <a16:creationId xmlns:a16="http://schemas.microsoft.com/office/drawing/2014/main" id="{68794886-6EA1-C3BE-F8E0-0B0C39ECA1B7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10028" t="12535" r="10465" b="20264"/>
          <a:stretch/>
        </p:blipFill>
        <p:spPr>
          <a:xfrm rot="5400000">
            <a:off x="-1521845" y="1469005"/>
            <a:ext cx="11419340" cy="8401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103;p1">
            <a:extLst>
              <a:ext uri="{FF2B5EF4-FFF2-40B4-BE49-F238E27FC236}">
                <a16:creationId xmlns:a16="http://schemas.microsoft.com/office/drawing/2014/main" id="{EB393547-0A00-B960-9D50-F834EF5CE65D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29378" y="738891"/>
            <a:ext cx="6821645" cy="9877373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105;p1">
            <a:extLst>
              <a:ext uri="{FF2B5EF4-FFF2-40B4-BE49-F238E27FC236}">
                <a16:creationId xmlns:a16="http://schemas.microsoft.com/office/drawing/2014/main" id="{41A94C3B-0267-5263-C92C-DE4917AE15B6}"/>
              </a:ext>
            </a:extLst>
          </p:cNvPr>
          <p:cNvSpPr/>
          <p:nvPr/>
        </p:nvSpPr>
        <p:spPr>
          <a:xfrm>
            <a:off x="933609" y="3422520"/>
            <a:ext cx="6419529" cy="737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4200" b="0" i="0" u="none" strike="noStrike" cap="none" dirty="0">
                <a:solidFill>
                  <a:schemeClr val="dk1"/>
                </a:solidFill>
                <a:latin typeface="Old English Text MT" panose="03040902040508030806" pitchFamily="66" charset="0"/>
                <a:sym typeface="Arial"/>
              </a:rPr>
              <a:t>Certificate Of Promotion</a:t>
            </a:r>
            <a:endParaRPr sz="4200" b="0" i="0" u="none" strike="noStrike" cap="none" dirty="0">
              <a:solidFill>
                <a:srgbClr val="000000"/>
              </a:solidFill>
              <a:latin typeface="Old English Text MT" panose="03040902040508030806" pitchFamily="66" charset="0"/>
              <a:sym typeface="Arial"/>
            </a:endParaRPr>
          </a:p>
        </p:txBody>
      </p:sp>
      <p:sp>
        <p:nvSpPr>
          <p:cNvPr id="30" name="Google Shape;106;p1">
            <a:extLst>
              <a:ext uri="{FF2B5EF4-FFF2-40B4-BE49-F238E27FC236}">
                <a16:creationId xmlns:a16="http://schemas.microsoft.com/office/drawing/2014/main" id="{AFEB0022-C392-91AD-7CC7-50260371B06A}"/>
              </a:ext>
            </a:extLst>
          </p:cNvPr>
          <p:cNvSpPr/>
          <p:nvPr/>
        </p:nvSpPr>
        <p:spPr>
          <a:xfrm>
            <a:off x="933609" y="4124520"/>
            <a:ext cx="6419529" cy="644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36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</a:t>
            </a:r>
            <a:endParaRPr sz="3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" name="Google Shape;107;p1">
            <a:extLst>
              <a:ext uri="{FF2B5EF4-FFF2-40B4-BE49-F238E27FC236}">
                <a16:creationId xmlns:a16="http://schemas.microsoft.com/office/drawing/2014/main" id="{C7ACF2D8-67D7-FD28-1019-65A59EE87E95}"/>
              </a:ext>
            </a:extLst>
          </p:cNvPr>
          <p:cNvCxnSpPr/>
          <p:nvPr/>
        </p:nvCxnSpPr>
        <p:spPr>
          <a:xfrm flipH="1">
            <a:off x="3722400" y="8696520"/>
            <a:ext cx="2822040" cy="792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33" name="Google Shape;109;p1">
            <a:extLst>
              <a:ext uri="{FF2B5EF4-FFF2-40B4-BE49-F238E27FC236}">
                <a16:creationId xmlns:a16="http://schemas.microsoft.com/office/drawing/2014/main" id="{5AFCB9D6-BE7D-96F3-4079-60194D68223C}"/>
              </a:ext>
            </a:extLst>
          </p:cNvPr>
          <p:cNvSpPr/>
          <p:nvPr/>
        </p:nvSpPr>
        <p:spPr>
          <a:xfrm>
            <a:off x="933609" y="6433920"/>
            <a:ext cx="6419529" cy="583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32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110;p1">
            <a:extLst>
              <a:ext uri="{FF2B5EF4-FFF2-40B4-BE49-F238E27FC236}">
                <a16:creationId xmlns:a16="http://schemas.microsoft.com/office/drawing/2014/main" id="{2D06D76E-086A-AEF6-61CE-B5ED5732448C}"/>
              </a:ext>
            </a:extLst>
          </p:cNvPr>
          <p:cNvSpPr/>
          <p:nvPr/>
        </p:nvSpPr>
        <p:spPr>
          <a:xfrm>
            <a:off x="933609" y="7119720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the rank of </a:t>
            </a:r>
            <a:r>
              <a:rPr lang="en-AU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Senior Lance Bombardier 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 effect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dateNumber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r>
              <a:rPr lang="en-GB" sz="2000" b="0" i="1" u="none" strike="noStrike" cap="none" baseline="30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{suffix}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{date}.</a:t>
            </a:r>
            <a:endParaRPr lang="en-GB"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111;p1">
            <a:extLst>
              <a:ext uri="{FF2B5EF4-FFF2-40B4-BE49-F238E27FC236}">
                <a16:creationId xmlns:a16="http://schemas.microsoft.com/office/drawing/2014/main" id="{11EDB4C1-784E-9F65-62C1-3CABDFE4EA63}"/>
              </a:ext>
            </a:extLst>
          </p:cNvPr>
          <p:cNvSpPr/>
          <p:nvPr/>
        </p:nvSpPr>
        <p:spPr>
          <a:xfrm>
            <a:off x="933609" y="4820400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 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has completed all necessary trainings and been deemed suitable in all areas required for promotion.</a:t>
            </a:r>
          </a:p>
        </p:txBody>
      </p:sp>
      <p:sp>
        <p:nvSpPr>
          <p:cNvPr id="37" name="Google Shape;113;p1">
            <a:extLst>
              <a:ext uri="{FF2B5EF4-FFF2-40B4-BE49-F238E27FC236}">
                <a16:creationId xmlns:a16="http://schemas.microsoft.com/office/drawing/2014/main" id="{22F12F58-B96D-22F6-B211-88FEA9775734}"/>
              </a:ext>
            </a:extLst>
          </p:cNvPr>
          <p:cNvSpPr/>
          <p:nvPr/>
        </p:nvSpPr>
        <p:spPr>
          <a:xfrm>
            <a:off x="2985840" y="8685000"/>
            <a:ext cx="4277880" cy="598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{signaturerRankShort} {signaturer}</a:t>
            </a:r>
            <a:br>
              <a:rPr lang="en-AU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Officer Commanding</a:t>
            </a:r>
            <a:br>
              <a:rPr lang="en-AU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Australian Special Operations Taskforce HQ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" name="Google Shape;104;p1">
            <a:extLst>
              <a:ext uri="{FF2B5EF4-FFF2-40B4-BE49-F238E27FC236}">
                <a16:creationId xmlns:a16="http://schemas.microsoft.com/office/drawing/2014/main" id="{26CFF7A9-CFA8-DCEF-77F4-6C73B80C93DA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14400" y="8354520"/>
            <a:ext cx="1436400" cy="125244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11;p1">
            <a:extLst>
              <a:ext uri="{FF2B5EF4-FFF2-40B4-BE49-F238E27FC236}">
                <a16:creationId xmlns:a16="http://schemas.microsoft.com/office/drawing/2014/main" id="{2F704985-577D-6A94-C2C8-FE342BE3FC08}"/>
              </a:ext>
            </a:extLst>
          </p:cNvPr>
          <p:cNvSpPr/>
          <p:nvPr/>
        </p:nvSpPr>
        <p:spPr>
          <a:xfrm>
            <a:off x="934292" y="5735481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algn="ctr"/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I,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signaturerRankFull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signaturer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},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Officer Commanding, Australian Special Operations Taskforce, hereby promote</a:t>
            </a:r>
            <a:endParaRPr lang="en-GB"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Google Shape;578;p27">
            <a:extLst>
              <a:ext uri="{FF2B5EF4-FFF2-40B4-BE49-F238E27FC236}">
                <a16:creationId xmlns:a16="http://schemas.microsoft.com/office/drawing/2014/main" id="{73728BD4-88B4-9684-5D1A-489F8B0BF69A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 l="5091" t="13693" r="11099"/>
          <a:stretch/>
        </p:blipFill>
        <p:spPr>
          <a:xfrm>
            <a:off x="3300413" y="1390002"/>
            <a:ext cx="1676400" cy="193188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114;p1">
            <a:extLst>
              <a:ext uri="{FF2B5EF4-FFF2-40B4-BE49-F238E27FC236}">
                <a16:creationId xmlns:a16="http://schemas.microsoft.com/office/drawing/2014/main" id="{63280F13-F1D9-BE5D-F8DB-8E4A37266AC8}"/>
              </a:ext>
            </a:extLst>
          </p:cNvPr>
          <p:cNvSpPr/>
          <p:nvPr/>
        </p:nvSpPr>
        <p:spPr>
          <a:xfrm>
            <a:off x="2932650" y="8215616"/>
            <a:ext cx="4539420" cy="521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{</a:t>
            </a:r>
            <a:r>
              <a:rPr lang="en-AU" sz="2800" b="0" i="1" u="none" strike="noStrike" cap="none" dirty="0" err="1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signaturerRankShort</a:t>
            </a: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} {</a:t>
            </a:r>
            <a:r>
              <a:rPr lang="en-AU" sz="2800" b="0" i="1" u="none" strike="noStrike" cap="none" dirty="0" err="1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signaturer</a:t>
            </a: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}</a:t>
            </a:r>
            <a:endParaRPr sz="2800" b="0" i="0" u="none" strike="noStrike" cap="none" dirty="0">
              <a:solidFill>
                <a:srgbClr val="000000"/>
              </a:solidFill>
              <a:latin typeface="Brush Script MT" panose="03060802040406070304" pitchFamily="66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5947906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8D0A70B3-D05B-E813-1B74-ACF1AAA7BD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">
            <a:extLst>
              <a:ext uri="{FF2B5EF4-FFF2-40B4-BE49-F238E27FC236}">
                <a16:creationId xmlns:a16="http://schemas.microsoft.com/office/drawing/2014/main" id="{F0CB20B1-09C1-CF40-4EBF-BF612768C8CF}"/>
              </a:ext>
            </a:extLst>
          </p:cNvPr>
          <p:cNvSpPr/>
          <p:nvPr/>
        </p:nvSpPr>
        <p:spPr>
          <a:xfrm rot="5400000">
            <a:off x="-1500189" y="1487486"/>
            <a:ext cx="11268076" cy="8293101"/>
          </a:xfrm>
          <a:prstGeom prst="rect">
            <a:avLst/>
          </a:prstGeom>
          <a:blipFill rotWithShape="0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0000" tIns="45000" rIns="90000" bIns="45000" anchor="t" anchorCtr="1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Google Shape;102;p1">
            <a:extLst>
              <a:ext uri="{FF2B5EF4-FFF2-40B4-BE49-F238E27FC236}">
                <a16:creationId xmlns:a16="http://schemas.microsoft.com/office/drawing/2014/main" id="{1A1628C7-031E-EA40-06F0-6963ABE8F66D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10028" t="12535" r="10465" b="20264"/>
          <a:stretch/>
        </p:blipFill>
        <p:spPr>
          <a:xfrm rot="5400000">
            <a:off x="-1521845" y="1469005"/>
            <a:ext cx="11419340" cy="8401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103;p1">
            <a:extLst>
              <a:ext uri="{FF2B5EF4-FFF2-40B4-BE49-F238E27FC236}">
                <a16:creationId xmlns:a16="http://schemas.microsoft.com/office/drawing/2014/main" id="{BEA08F37-0A09-EF91-0CFB-07863B74262E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29378" y="738891"/>
            <a:ext cx="6821645" cy="9877373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105;p1">
            <a:extLst>
              <a:ext uri="{FF2B5EF4-FFF2-40B4-BE49-F238E27FC236}">
                <a16:creationId xmlns:a16="http://schemas.microsoft.com/office/drawing/2014/main" id="{E9F176EC-7EED-7948-054D-82247C91DD69}"/>
              </a:ext>
            </a:extLst>
          </p:cNvPr>
          <p:cNvSpPr/>
          <p:nvPr/>
        </p:nvSpPr>
        <p:spPr>
          <a:xfrm>
            <a:off x="933609" y="3422520"/>
            <a:ext cx="6419529" cy="737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4200" b="0" i="0" u="none" strike="noStrike" cap="none" dirty="0">
                <a:solidFill>
                  <a:schemeClr val="dk1"/>
                </a:solidFill>
                <a:latin typeface="Old English Text MT" panose="03040902040508030806" pitchFamily="66" charset="0"/>
                <a:sym typeface="Arial"/>
              </a:rPr>
              <a:t>Certificate Of Promotion</a:t>
            </a:r>
            <a:endParaRPr sz="4200" b="0" i="0" u="none" strike="noStrike" cap="none" dirty="0">
              <a:solidFill>
                <a:srgbClr val="000000"/>
              </a:solidFill>
              <a:latin typeface="Old English Text MT" panose="03040902040508030806" pitchFamily="66" charset="0"/>
              <a:sym typeface="Arial"/>
            </a:endParaRPr>
          </a:p>
        </p:txBody>
      </p:sp>
      <p:sp>
        <p:nvSpPr>
          <p:cNvPr id="30" name="Google Shape;106;p1">
            <a:extLst>
              <a:ext uri="{FF2B5EF4-FFF2-40B4-BE49-F238E27FC236}">
                <a16:creationId xmlns:a16="http://schemas.microsoft.com/office/drawing/2014/main" id="{A281651B-C580-384B-0C21-783251074776}"/>
              </a:ext>
            </a:extLst>
          </p:cNvPr>
          <p:cNvSpPr/>
          <p:nvPr/>
        </p:nvSpPr>
        <p:spPr>
          <a:xfrm>
            <a:off x="933609" y="4124520"/>
            <a:ext cx="6419529" cy="644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36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</a:t>
            </a:r>
            <a:endParaRPr sz="3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" name="Google Shape;107;p1">
            <a:extLst>
              <a:ext uri="{FF2B5EF4-FFF2-40B4-BE49-F238E27FC236}">
                <a16:creationId xmlns:a16="http://schemas.microsoft.com/office/drawing/2014/main" id="{90B419FF-19FB-D27A-5E5F-D1CC5045E281}"/>
              </a:ext>
            </a:extLst>
          </p:cNvPr>
          <p:cNvCxnSpPr/>
          <p:nvPr/>
        </p:nvCxnSpPr>
        <p:spPr>
          <a:xfrm flipH="1">
            <a:off x="3722400" y="8696520"/>
            <a:ext cx="2822040" cy="792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33" name="Google Shape;109;p1">
            <a:extLst>
              <a:ext uri="{FF2B5EF4-FFF2-40B4-BE49-F238E27FC236}">
                <a16:creationId xmlns:a16="http://schemas.microsoft.com/office/drawing/2014/main" id="{FC59BE3C-7D23-5DD7-9A85-3B189A216906}"/>
              </a:ext>
            </a:extLst>
          </p:cNvPr>
          <p:cNvSpPr/>
          <p:nvPr/>
        </p:nvSpPr>
        <p:spPr>
          <a:xfrm>
            <a:off x="933609" y="6433920"/>
            <a:ext cx="6419529" cy="583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32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110;p1">
            <a:extLst>
              <a:ext uri="{FF2B5EF4-FFF2-40B4-BE49-F238E27FC236}">
                <a16:creationId xmlns:a16="http://schemas.microsoft.com/office/drawing/2014/main" id="{1F5C74A5-36A6-DA97-2AE6-B5237F6D741C}"/>
              </a:ext>
            </a:extLst>
          </p:cNvPr>
          <p:cNvSpPr/>
          <p:nvPr/>
        </p:nvSpPr>
        <p:spPr>
          <a:xfrm>
            <a:off x="933609" y="7119720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the rank of </a:t>
            </a:r>
            <a:r>
              <a:rPr lang="en-AU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Junior Lance Corporal 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 effect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dateNumber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r>
              <a:rPr lang="en-GB" sz="2000" b="0" i="1" u="none" strike="noStrike" cap="none" baseline="30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{suffix}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{date}.</a:t>
            </a:r>
            <a:endParaRPr lang="en-GB"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111;p1">
            <a:extLst>
              <a:ext uri="{FF2B5EF4-FFF2-40B4-BE49-F238E27FC236}">
                <a16:creationId xmlns:a16="http://schemas.microsoft.com/office/drawing/2014/main" id="{807C06DD-1895-2A0D-95D8-898272BEA0DB}"/>
              </a:ext>
            </a:extLst>
          </p:cNvPr>
          <p:cNvSpPr/>
          <p:nvPr/>
        </p:nvSpPr>
        <p:spPr>
          <a:xfrm>
            <a:off x="933609" y="4820400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 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has completed all necessary trainings and been deemed suitable in all areas required for promotion.</a:t>
            </a:r>
          </a:p>
        </p:txBody>
      </p:sp>
      <p:sp>
        <p:nvSpPr>
          <p:cNvPr id="37" name="Google Shape;113;p1">
            <a:extLst>
              <a:ext uri="{FF2B5EF4-FFF2-40B4-BE49-F238E27FC236}">
                <a16:creationId xmlns:a16="http://schemas.microsoft.com/office/drawing/2014/main" id="{5DA0D043-4331-F2D4-959C-B30E8D23449C}"/>
              </a:ext>
            </a:extLst>
          </p:cNvPr>
          <p:cNvSpPr/>
          <p:nvPr/>
        </p:nvSpPr>
        <p:spPr>
          <a:xfrm>
            <a:off x="2985840" y="8685000"/>
            <a:ext cx="4277880" cy="598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{signaturerRankShort} {signaturer}</a:t>
            </a:r>
            <a:br>
              <a:rPr lang="en-AU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Officer Commanding</a:t>
            </a:r>
            <a:br>
              <a:rPr lang="en-AU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Australian Special Operations Taskforce HQ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" name="Google Shape;104;p1">
            <a:extLst>
              <a:ext uri="{FF2B5EF4-FFF2-40B4-BE49-F238E27FC236}">
                <a16:creationId xmlns:a16="http://schemas.microsoft.com/office/drawing/2014/main" id="{78582775-C88A-2833-C848-A5615B8874C5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14400" y="8354520"/>
            <a:ext cx="1436400" cy="125244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11;p1">
            <a:extLst>
              <a:ext uri="{FF2B5EF4-FFF2-40B4-BE49-F238E27FC236}">
                <a16:creationId xmlns:a16="http://schemas.microsoft.com/office/drawing/2014/main" id="{E793191E-E8C4-6F3A-48C2-E6E2CD732CF0}"/>
              </a:ext>
            </a:extLst>
          </p:cNvPr>
          <p:cNvSpPr/>
          <p:nvPr/>
        </p:nvSpPr>
        <p:spPr>
          <a:xfrm>
            <a:off x="934292" y="5735481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algn="ctr"/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I,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signaturerRankFull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signaturer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},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Officer Commanding, Australian Special Operations Taskforce, hereby promote</a:t>
            </a:r>
            <a:endParaRPr lang="en-GB"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Google Shape;686;p33">
            <a:extLst>
              <a:ext uri="{FF2B5EF4-FFF2-40B4-BE49-F238E27FC236}">
                <a16:creationId xmlns:a16="http://schemas.microsoft.com/office/drawing/2014/main" id="{31BD4B95-B07B-E049-98B8-1CCA17BA3C3F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 l="3060" t="12477" r="6690"/>
          <a:stretch/>
        </p:blipFill>
        <p:spPr>
          <a:xfrm>
            <a:off x="3286125" y="1408619"/>
            <a:ext cx="1719262" cy="193409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14;p1">
            <a:extLst>
              <a:ext uri="{FF2B5EF4-FFF2-40B4-BE49-F238E27FC236}">
                <a16:creationId xmlns:a16="http://schemas.microsoft.com/office/drawing/2014/main" id="{2E7750E5-E986-7BD2-A051-92CF25E608F5}"/>
              </a:ext>
            </a:extLst>
          </p:cNvPr>
          <p:cNvSpPr/>
          <p:nvPr/>
        </p:nvSpPr>
        <p:spPr>
          <a:xfrm>
            <a:off x="2932650" y="8215616"/>
            <a:ext cx="4539420" cy="521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{</a:t>
            </a:r>
            <a:r>
              <a:rPr lang="en-AU" sz="2800" b="0" i="1" u="none" strike="noStrike" cap="none" dirty="0" err="1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signaturerRankShort</a:t>
            </a: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} {</a:t>
            </a:r>
            <a:r>
              <a:rPr lang="en-AU" sz="2800" b="0" i="1" u="none" strike="noStrike" cap="none" dirty="0" err="1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signaturer</a:t>
            </a: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}</a:t>
            </a:r>
            <a:endParaRPr sz="2800" b="0" i="0" u="none" strike="noStrike" cap="none" dirty="0">
              <a:solidFill>
                <a:srgbClr val="000000"/>
              </a:solidFill>
              <a:latin typeface="Brush Script MT" panose="03060802040406070304" pitchFamily="66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1327238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237E6198-4E43-EB89-166E-97E2D4DD36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">
            <a:extLst>
              <a:ext uri="{FF2B5EF4-FFF2-40B4-BE49-F238E27FC236}">
                <a16:creationId xmlns:a16="http://schemas.microsoft.com/office/drawing/2014/main" id="{3BF0BE4D-0120-0718-85A7-10D47EA89C33}"/>
              </a:ext>
            </a:extLst>
          </p:cNvPr>
          <p:cNvSpPr/>
          <p:nvPr/>
        </p:nvSpPr>
        <p:spPr>
          <a:xfrm rot="5400000">
            <a:off x="-1500189" y="1487486"/>
            <a:ext cx="11268076" cy="8293101"/>
          </a:xfrm>
          <a:prstGeom prst="rect">
            <a:avLst/>
          </a:prstGeom>
          <a:blipFill rotWithShape="0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0000" tIns="45000" rIns="90000" bIns="45000" anchor="t" anchorCtr="1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Google Shape;102;p1">
            <a:extLst>
              <a:ext uri="{FF2B5EF4-FFF2-40B4-BE49-F238E27FC236}">
                <a16:creationId xmlns:a16="http://schemas.microsoft.com/office/drawing/2014/main" id="{BC459CB9-3A3A-C89E-994B-D8E2805F2CA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10028" t="12535" r="10465" b="20264"/>
          <a:stretch/>
        </p:blipFill>
        <p:spPr>
          <a:xfrm rot="5400000">
            <a:off x="-1521845" y="1469005"/>
            <a:ext cx="11419340" cy="8401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103;p1">
            <a:extLst>
              <a:ext uri="{FF2B5EF4-FFF2-40B4-BE49-F238E27FC236}">
                <a16:creationId xmlns:a16="http://schemas.microsoft.com/office/drawing/2014/main" id="{0E598371-DF94-9C55-0734-5AB59CDDCB55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29378" y="738891"/>
            <a:ext cx="6821645" cy="9877373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105;p1">
            <a:extLst>
              <a:ext uri="{FF2B5EF4-FFF2-40B4-BE49-F238E27FC236}">
                <a16:creationId xmlns:a16="http://schemas.microsoft.com/office/drawing/2014/main" id="{BA7D07FC-0EF4-1D5A-4F43-2093E31F47CA}"/>
              </a:ext>
            </a:extLst>
          </p:cNvPr>
          <p:cNvSpPr/>
          <p:nvPr/>
        </p:nvSpPr>
        <p:spPr>
          <a:xfrm>
            <a:off x="933609" y="3422520"/>
            <a:ext cx="6419529" cy="737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4200" b="0" i="0" u="none" strike="noStrike" cap="none" dirty="0">
                <a:solidFill>
                  <a:schemeClr val="dk1"/>
                </a:solidFill>
                <a:latin typeface="Old English Text MT" panose="03040902040508030806" pitchFamily="66" charset="0"/>
                <a:sym typeface="Arial"/>
              </a:rPr>
              <a:t>Certificate Of Promotion</a:t>
            </a:r>
            <a:endParaRPr sz="4200" b="0" i="0" u="none" strike="noStrike" cap="none" dirty="0">
              <a:solidFill>
                <a:srgbClr val="000000"/>
              </a:solidFill>
              <a:latin typeface="Old English Text MT" panose="03040902040508030806" pitchFamily="66" charset="0"/>
              <a:sym typeface="Arial"/>
            </a:endParaRPr>
          </a:p>
        </p:txBody>
      </p:sp>
      <p:sp>
        <p:nvSpPr>
          <p:cNvPr id="30" name="Google Shape;106;p1">
            <a:extLst>
              <a:ext uri="{FF2B5EF4-FFF2-40B4-BE49-F238E27FC236}">
                <a16:creationId xmlns:a16="http://schemas.microsoft.com/office/drawing/2014/main" id="{600F8DBF-4D66-EB40-829C-7F920157B369}"/>
              </a:ext>
            </a:extLst>
          </p:cNvPr>
          <p:cNvSpPr/>
          <p:nvPr/>
        </p:nvSpPr>
        <p:spPr>
          <a:xfrm>
            <a:off x="933609" y="4124520"/>
            <a:ext cx="6419529" cy="644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36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</a:t>
            </a:r>
            <a:endParaRPr sz="3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" name="Google Shape;107;p1">
            <a:extLst>
              <a:ext uri="{FF2B5EF4-FFF2-40B4-BE49-F238E27FC236}">
                <a16:creationId xmlns:a16="http://schemas.microsoft.com/office/drawing/2014/main" id="{E5CCECC5-2C41-C697-2359-E25311D13DD2}"/>
              </a:ext>
            </a:extLst>
          </p:cNvPr>
          <p:cNvCxnSpPr/>
          <p:nvPr/>
        </p:nvCxnSpPr>
        <p:spPr>
          <a:xfrm flipH="1">
            <a:off x="3722400" y="8696520"/>
            <a:ext cx="2822040" cy="792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33" name="Google Shape;109;p1">
            <a:extLst>
              <a:ext uri="{FF2B5EF4-FFF2-40B4-BE49-F238E27FC236}">
                <a16:creationId xmlns:a16="http://schemas.microsoft.com/office/drawing/2014/main" id="{5DF5303D-0A7E-7001-D8A1-CC50B8FEDB49}"/>
              </a:ext>
            </a:extLst>
          </p:cNvPr>
          <p:cNvSpPr/>
          <p:nvPr/>
        </p:nvSpPr>
        <p:spPr>
          <a:xfrm>
            <a:off x="933609" y="6433920"/>
            <a:ext cx="6419529" cy="583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32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110;p1">
            <a:extLst>
              <a:ext uri="{FF2B5EF4-FFF2-40B4-BE49-F238E27FC236}">
                <a16:creationId xmlns:a16="http://schemas.microsoft.com/office/drawing/2014/main" id="{5B319166-2021-9309-90AD-D55BD9C781BD}"/>
              </a:ext>
            </a:extLst>
          </p:cNvPr>
          <p:cNvSpPr/>
          <p:nvPr/>
        </p:nvSpPr>
        <p:spPr>
          <a:xfrm>
            <a:off x="933609" y="7119720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the rank of </a:t>
            </a:r>
            <a:r>
              <a:rPr lang="en-AU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Lance Corporal 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 effect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dateNumber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r>
              <a:rPr lang="en-GB" sz="2000" b="0" i="1" u="none" strike="noStrike" cap="none" baseline="30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{suffix}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{date}.</a:t>
            </a:r>
            <a:endParaRPr lang="en-GB"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111;p1">
            <a:extLst>
              <a:ext uri="{FF2B5EF4-FFF2-40B4-BE49-F238E27FC236}">
                <a16:creationId xmlns:a16="http://schemas.microsoft.com/office/drawing/2014/main" id="{B12E1624-93EF-ADB3-7D53-A086066460FB}"/>
              </a:ext>
            </a:extLst>
          </p:cNvPr>
          <p:cNvSpPr/>
          <p:nvPr/>
        </p:nvSpPr>
        <p:spPr>
          <a:xfrm>
            <a:off x="933609" y="4820400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 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has completed all necessary trainings and been deemed suitable in all areas required for promotion.</a:t>
            </a:r>
          </a:p>
        </p:txBody>
      </p:sp>
      <p:sp>
        <p:nvSpPr>
          <p:cNvPr id="37" name="Google Shape;113;p1">
            <a:extLst>
              <a:ext uri="{FF2B5EF4-FFF2-40B4-BE49-F238E27FC236}">
                <a16:creationId xmlns:a16="http://schemas.microsoft.com/office/drawing/2014/main" id="{9405611B-CF06-F098-41A6-4F2E7EA36DDB}"/>
              </a:ext>
            </a:extLst>
          </p:cNvPr>
          <p:cNvSpPr/>
          <p:nvPr/>
        </p:nvSpPr>
        <p:spPr>
          <a:xfrm>
            <a:off x="2985840" y="8685000"/>
            <a:ext cx="4277880" cy="598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{signaturerRankShort} {signaturer}</a:t>
            </a:r>
            <a:br>
              <a:rPr lang="en-AU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Officer Commanding</a:t>
            </a:r>
            <a:br>
              <a:rPr lang="en-AU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Australian Special Operations Taskforce HQ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" name="Google Shape;104;p1">
            <a:extLst>
              <a:ext uri="{FF2B5EF4-FFF2-40B4-BE49-F238E27FC236}">
                <a16:creationId xmlns:a16="http://schemas.microsoft.com/office/drawing/2014/main" id="{6BE4E9F7-88BE-E303-938C-8B790F74F99A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14400" y="8354520"/>
            <a:ext cx="1436400" cy="125244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11;p1">
            <a:extLst>
              <a:ext uri="{FF2B5EF4-FFF2-40B4-BE49-F238E27FC236}">
                <a16:creationId xmlns:a16="http://schemas.microsoft.com/office/drawing/2014/main" id="{C2081C5D-12AD-6404-7852-DD1374CE5C15}"/>
              </a:ext>
            </a:extLst>
          </p:cNvPr>
          <p:cNvSpPr/>
          <p:nvPr/>
        </p:nvSpPr>
        <p:spPr>
          <a:xfrm>
            <a:off x="934292" y="5735481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algn="ctr"/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I,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signaturerRankFull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signaturer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},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Officer Commanding, Australian Special Operations Taskforce, hereby promote</a:t>
            </a:r>
            <a:endParaRPr lang="en-GB"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" name="Google Shape;704;p34">
            <a:extLst>
              <a:ext uri="{FF2B5EF4-FFF2-40B4-BE49-F238E27FC236}">
                <a16:creationId xmlns:a16="http://schemas.microsoft.com/office/drawing/2014/main" id="{4F25507F-151D-1010-1001-34AEAD5112E1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102511" y="1823874"/>
            <a:ext cx="2075377" cy="140626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14;p1">
            <a:extLst>
              <a:ext uri="{FF2B5EF4-FFF2-40B4-BE49-F238E27FC236}">
                <a16:creationId xmlns:a16="http://schemas.microsoft.com/office/drawing/2014/main" id="{030F588A-9806-CBBF-E18D-42CBE70F6D7D}"/>
              </a:ext>
            </a:extLst>
          </p:cNvPr>
          <p:cNvSpPr/>
          <p:nvPr/>
        </p:nvSpPr>
        <p:spPr>
          <a:xfrm>
            <a:off x="2932650" y="8215616"/>
            <a:ext cx="4539420" cy="521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{</a:t>
            </a:r>
            <a:r>
              <a:rPr lang="en-AU" sz="2800" b="0" i="1" u="none" strike="noStrike" cap="none" dirty="0" err="1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signaturerRankShort</a:t>
            </a: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} {</a:t>
            </a:r>
            <a:r>
              <a:rPr lang="en-AU" sz="2800" b="0" i="1" u="none" strike="noStrike" cap="none" dirty="0" err="1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signaturer</a:t>
            </a: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}</a:t>
            </a:r>
            <a:endParaRPr sz="2800" b="0" i="0" u="none" strike="noStrike" cap="none" dirty="0">
              <a:solidFill>
                <a:srgbClr val="000000"/>
              </a:solidFill>
              <a:latin typeface="Brush Script MT" panose="03060802040406070304" pitchFamily="66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3887637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B966A0FE-BD83-7B68-CA59-4981A4E46B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">
            <a:extLst>
              <a:ext uri="{FF2B5EF4-FFF2-40B4-BE49-F238E27FC236}">
                <a16:creationId xmlns:a16="http://schemas.microsoft.com/office/drawing/2014/main" id="{BC2CC29E-B723-1FDD-014B-BF3847E00403}"/>
              </a:ext>
            </a:extLst>
          </p:cNvPr>
          <p:cNvSpPr/>
          <p:nvPr/>
        </p:nvSpPr>
        <p:spPr>
          <a:xfrm rot="5400000">
            <a:off x="-1500189" y="1487486"/>
            <a:ext cx="11268076" cy="8293101"/>
          </a:xfrm>
          <a:prstGeom prst="rect">
            <a:avLst/>
          </a:prstGeom>
          <a:blipFill rotWithShape="0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0000" tIns="45000" rIns="90000" bIns="45000" anchor="t" anchorCtr="1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Google Shape;102;p1">
            <a:extLst>
              <a:ext uri="{FF2B5EF4-FFF2-40B4-BE49-F238E27FC236}">
                <a16:creationId xmlns:a16="http://schemas.microsoft.com/office/drawing/2014/main" id="{ACF7A609-A0CC-D1F7-BE1C-C65A6D55069D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10028" t="12535" r="10465" b="20264"/>
          <a:stretch/>
        </p:blipFill>
        <p:spPr>
          <a:xfrm rot="5400000">
            <a:off x="-1521845" y="1469005"/>
            <a:ext cx="11419340" cy="8401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103;p1">
            <a:extLst>
              <a:ext uri="{FF2B5EF4-FFF2-40B4-BE49-F238E27FC236}">
                <a16:creationId xmlns:a16="http://schemas.microsoft.com/office/drawing/2014/main" id="{46588721-DCC8-2271-F803-C26BF2D97E80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29378" y="738891"/>
            <a:ext cx="6821645" cy="9877373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105;p1">
            <a:extLst>
              <a:ext uri="{FF2B5EF4-FFF2-40B4-BE49-F238E27FC236}">
                <a16:creationId xmlns:a16="http://schemas.microsoft.com/office/drawing/2014/main" id="{3757A025-8C46-476B-11BA-4AD29E6DA74A}"/>
              </a:ext>
            </a:extLst>
          </p:cNvPr>
          <p:cNvSpPr/>
          <p:nvPr/>
        </p:nvSpPr>
        <p:spPr>
          <a:xfrm>
            <a:off x="933609" y="3422520"/>
            <a:ext cx="6419529" cy="737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4200" b="0" i="0" u="none" strike="noStrike" cap="none" dirty="0">
                <a:solidFill>
                  <a:schemeClr val="dk1"/>
                </a:solidFill>
                <a:latin typeface="Old English Text MT" panose="03040902040508030806" pitchFamily="66" charset="0"/>
                <a:sym typeface="Arial"/>
              </a:rPr>
              <a:t>Certificate Of Promotion</a:t>
            </a:r>
            <a:endParaRPr sz="4200" b="0" i="0" u="none" strike="noStrike" cap="none" dirty="0">
              <a:solidFill>
                <a:srgbClr val="000000"/>
              </a:solidFill>
              <a:latin typeface="Old English Text MT" panose="03040902040508030806" pitchFamily="66" charset="0"/>
              <a:sym typeface="Arial"/>
            </a:endParaRPr>
          </a:p>
        </p:txBody>
      </p:sp>
      <p:sp>
        <p:nvSpPr>
          <p:cNvPr id="30" name="Google Shape;106;p1">
            <a:extLst>
              <a:ext uri="{FF2B5EF4-FFF2-40B4-BE49-F238E27FC236}">
                <a16:creationId xmlns:a16="http://schemas.microsoft.com/office/drawing/2014/main" id="{4336927D-B00B-9DC5-4370-B6A6D21D0570}"/>
              </a:ext>
            </a:extLst>
          </p:cNvPr>
          <p:cNvSpPr/>
          <p:nvPr/>
        </p:nvSpPr>
        <p:spPr>
          <a:xfrm>
            <a:off x="933609" y="4124520"/>
            <a:ext cx="6419529" cy="644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36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</a:t>
            </a:r>
            <a:endParaRPr sz="3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" name="Google Shape;107;p1">
            <a:extLst>
              <a:ext uri="{FF2B5EF4-FFF2-40B4-BE49-F238E27FC236}">
                <a16:creationId xmlns:a16="http://schemas.microsoft.com/office/drawing/2014/main" id="{520232E5-9A43-14DE-3B0C-5D348B15E171}"/>
              </a:ext>
            </a:extLst>
          </p:cNvPr>
          <p:cNvCxnSpPr/>
          <p:nvPr/>
        </p:nvCxnSpPr>
        <p:spPr>
          <a:xfrm flipH="1">
            <a:off x="3722400" y="8696520"/>
            <a:ext cx="2822040" cy="792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33" name="Google Shape;109;p1">
            <a:extLst>
              <a:ext uri="{FF2B5EF4-FFF2-40B4-BE49-F238E27FC236}">
                <a16:creationId xmlns:a16="http://schemas.microsoft.com/office/drawing/2014/main" id="{BB1015CA-556E-5EBA-A312-5C2CF5B708D3}"/>
              </a:ext>
            </a:extLst>
          </p:cNvPr>
          <p:cNvSpPr/>
          <p:nvPr/>
        </p:nvSpPr>
        <p:spPr>
          <a:xfrm>
            <a:off x="933609" y="6433920"/>
            <a:ext cx="6419529" cy="583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32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110;p1">
            <a:extLst>
              <a:ext uri="{FF2B5EF4-FFF2-40B4-BE49-F238E27FC236}">
                <a16:creationId xmlns:a16="http://schemas.microsoft.com/office/drawing/2014/main" id="{8ECFA11A-6E3F-21E0-C2C0-307FC625697D}"/>
              </a:ext>
            </a:extLst>
          </p:cNvPr>
          <p:cNvSpPr/>
          <p:nvPr/>
        </p:nvSpPr>
        <p:spPr>
          <a:xfrm>
            <a:off x="933609" y="7119720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the rank of </a:t>
            </a:r>
            <a:r>
              <a:rPr lang="en-AU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Lance Corporal Proficient 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 effect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dateNumber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r>
              <a:rPr lang="en-GB" sz="2000" b="0" i="1" u="none" strike="noStrike" cap="none" baseline="30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{suffix}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{date}.</a:t>
            </a:r>
            <a:endParaRPr lang="en-GB"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111;p1">
            <a:extLst>
              <a:ext uri="{FF2B5EF4-FFF2-40B4-BE49-F238E27FC236}">
                <a16:creationId xmlns:a16="http://schemas.microsoft.com/office/drawing/2014/main" id="{7A65F687-B3AF-C745-6E83-C1B5CC24FE64}"/>
              </a:ext>
            </a:extLst>
          </p:cNvPr>
          <p:cNvSpPr/>
          <p:nvPr/>
        </p:nvSpPr>
        <p:spPr>
          <a:xfrm>
            <a:off x="933609" y="4820400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 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has completed all necessary trainings and been deemed suitable in all areas required for promotion.</a:t>
            </a:r>
          </a:p>
        </p:txBody>
      </p:sp>
      <p:sp>
        <p:nvSpPr>
          <p:cNvPr id="37" name="Google Shape;113;p1">
            <a:extLst>
              <a:ext uri="{FF2B5EF4-FFF2-40B4-BE49-F238E27FC236}">
                <a16:creationId xmlns:a16="http://schemas.microsoft.com/office/drawing/2014/main" id="{DD4A8FB8-8FF4-0C44-5697-A046648B5F11}"/>
              </a:ext>
            </a:extLst>
          </p:cNvPr>
          <p:cNvSpPr/>
          <p:nvPr/>
        </p:nvSpPr>
        <p:spPr>
          <a:xfrm>
            <a:off x="2985840" y="8685000"/>
            <a:ext cx="4277880" cy="598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{signaturerRankShort} {signaturer}</a:t>
            </a:r>
            <a:br>
              <a:rPr lang="en-AU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Officer Commanding</a:t>
            </a:r>
            <a:br>
              <a:rPr lang="en-AU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Australian Special Operations Taskforce HQ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" name="Google Shape;104;p1">
            <a:extLst>
              <a:ext uri="{FF2B5EF4-FFF2-40B4-BE49-F238E27FC236}">
                <a16:creationId xmlns:a16="http://schemas.microsoft.com/office/drawing/2014/main" id="{AB606AA8-EDAF-10D3-DA3A-599CCE4C934A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14400" y="8354520"/>
            <a:ext cx="1436400" cy="125244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11;p1">
            <a:extLst>
              <a:ext uri="{FF2B5EF4-FFF2-40B4-BE49-F238E27FC236}">
                <a16:creationId xmlns:a16="http://schemas.microsoft.com/office/drawing/2014/main" id="{7C2E13F8-B063-9B54-B8E5-F075536D1279}"/>
              </a:ext>
            </a:extLst>
          </p:cNvPr>
          <p:cNvSpPr/>
          <p:nvPr/>
        </p:nvSpPr>
        <p:spPr>
          <a:xfrm>
            <a:off x="934292" y="5735481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algn="ctr"/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I,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signaturerRankFull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signaturer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},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Officer Commanding, Australian Special Operations Taskforce, hereby promote</a:t>
            </a:r>
            <a:endParaRPr lang="en-GB"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Google Shape;722;p35">
            <a:extLst>
              <a:ext uri="{FF2B5EF4-FFF2-40B4-BE49-F238E27FC236}">
                <a16:creationId xmlns:a16="http://schemas.microsoft.com/office/drawing/2014/main" id="{DAF0156A-66EA-6F71-4B27-447D8324F71A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 l="1988" t="12157" r="7066"/>
          <a:stretch/>
        </p:blipFill>
        <p:spPr>
          <a:xfrm>
            <a:off x="3250799" y="1408619"/>
            <a:ext cx="1749825" cy="194115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114;p1">
            <a:extLst>
              <a:ext uri="{FF2B5EF4-FFF2-40B4-BE49-F238E27FC236}">
                <a16:creationId xmlns:a16="http://schemas.microsoft.com/office/drawing/2014/main" id="{12770A15-536F-1E79-F7F3-8CC458E5430E}"/>
              </a:ext>
            </a:extLst>
          </p:cNvPr>
          <p:cNvSpPr/>
          <p:nvPr/>
        </p:nvSpPr>
        <p:spPr>
          <a:xfrm>
            <a:off x="2932650" y="8215616"/>
            <a:ext cx="4539420" cy="521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{</a:t>
            </a:r>
            <a:r>
              <a:rPr lang="en-AU" sz="2800" b="0" i="1" u="none" strike="noStrike" cap="none" dirty="0" err="1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signaturerRankShort</a:t>
            </a: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} {</a:t>
            </a:r>
            <a:r>
              <a:rPr lang="en-AU" sz="2800" b="0" i="1" u="none" strike="noStrike" cap="none" dirty="0" err="1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signaturer</a:t>
            </a: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}</a:t>
            </a:r>
            <a:endParaRPr sz="2800" b="0" i="0" u="none" strike="noStrike" cap="none" dirty="0">
              <a:solidFill>
                <a:srgbClr val="000000"/>
              </a:solidFill>
              <a:latin typeface="Brush Script MT" panose="03060802040406070304" pitchFamily="66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0494742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1BB900C7-B5A2-C034-BFE2-694356A5E2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">
            <a:extLst>
              <a:ext uri="{FF2B5EF4-FFF2-40B4-BE49-F238E27FC236}">
                <a16:creationId xmlns:a16="http://schemas.microsoft.com/office/drawing/2014/main" id="{8066353E-E06D-DC01-7553-9426DCF82C3E}"/>
              </a:ext>
            </a:extLst>
          </p:cNvPr>
          <p:cNvSpPr/>
          <p:nvPr/>
        </p:nvSpPr>
        <p:spPr>
          <a:xfrm rot="5400000">
            <a:off x="-1500189" y="1487486"/>
            <a:ext cx="11268076" cy="8293101"/>
          </a:xfrm>
          <a:prstGeom prst="rect">
            <a:avLst/>
          </a:prstGeom>
          <a:blipFill rotWithShape="0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0000" tIns="45000" rIns="90000" bIns="45000" anchor="t" anchorCtr="1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Google Shape;102;p1">
            <a:extLst>
              <a:ext uri="{FF2B5EF4-FFF2-40B4-BE49-F238E27FC236}">
                <a16:creationId xmlns:a16="http://schemas.microsoft.com/office/drawing/2014/main" id="{9539BE6B-3269-1255-647C-F22313FBA033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10028" t="12535" r="10465" b="20264"/>
          <a:stretch/>
        </p:blipFill>
        <p:spPr>
          <a:xfrm rot="5400000">
            <a:off x="-1521845" y="1469005"/>
            <a:ext cx="11419340" cy="8401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103;p1">
            <a:extLst>
              <a:ext uri="{FF2B5EF4-FFF2-40B4-BE49-F238E27FC236}">
                <a16:creationId xmlns:a16="http://schemas.microsoft.com/office/drawing/2014/main" id="{FDDFE86E-ECC7-54E5-B0B4-528873E3E82E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29378" y="738891"/>
            <a:ext cx="6821645" cy="9877373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105;p1">
            <a:extLst>
              <a:ext uri="{FF2B5EF4-FFF2-40B4-BE49-F238E27FC236}">
                <a16:creationId xmlns:a16="http://schemas.microsoft.com/office/drawing/2014/main" id="{7571E23C-4D5E-E256-3B74-96458C10FC9B}"/>
              </a:ext>
            </a:extLst>
          </p:cNvPr>
          <p:cNvSpPr/>
          <p:nvPr/>
        </p:nvSpPr>
        <p:spPr>
          <a:xfrm>
            <a:off x="933609" y="3422520"/>
            <a:ext cx="6419529" cy="737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4200" b="0" i="0" u="none" strike="noStrike" cap="none" dirty="0">
                <a:solidFill>
                  <a:schemeClr val="dk1"/>
                </a:solidFill>
                <a:latin typeface="Old English Text MT" panose="03040902040508030806" pitchFamily="66" charset="0"/>
                <a:sym typeface="Arial"/>
              </a:rPr>
              <a:t>Certificate Of Promotion</a:t>
            </a:r>
            <a:endParaRPr sz="4200" b="0" i="0" u="none" strike="noStrike" cap="none" dirty="0">
              <a:solidFill>
                <a:srgbClr val="000000"/>
              </a:solidFill>
              <a:latin typeface="Old English Text MT" panose="03040902040508030806" pitchFamily="66" charset="0"/>
              <a:sym typeface="Arial"/>
            </a:endParaRPr>
          </a:p>
        </p:txBody>
      </p:sp>
      <p:sp>
        <p:nvSpPr>
          <p:cNvPr id="30" name="Google Shape;106;p1">
            <a:extLst>
              <a:ext uri="{FF2B5EF4-FFF2-40B4-BE49-F238E27FC236}">
                <a16:creationId xmlns:a16="http://schemas.microsoft.com/office/drawing/2014/main" id="{7DA1290C-144F-985D-B053-40A4B117D5AC}"/>
              </a:ext>
            </a:extLst>
          </p:cNvPr>
          <p:cNvSpPr/>
          <p:nvPr/>
        </p:nvSpPr>
        <p:spPr>
          <a:xfrm>
            <a:off x="933609" y="4124520"/>
            <a:ext cx="6419529" cy="644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36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</a:t>
            </a:r>
            <a:endParaRPr sz="3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" name="Google Shape;107;p1">
            <a:extLst>
              <a:ext uri="{FF2B5EF4-FFF2-40B4-BE49-F238E27FC236}">
                <a16:creationId xmlns:a16="http://schemas.microsoft.com/office/drawing/2014/main" id="{7E986843-0F9D-199A-A23D-EFECB352AAA8}"/>
              </a:ext>
            </a:extLst>
          </p:cNvPr>
          <p:cNvCxnSpPr/>
          <p:nvPr/>
        </p:nvCxnSpPr>
        <p:spPr>
          <a:xfrm flipH="1">
            <a:off x="3722400" y="8696520"/>
            <a:ext cx="2822040" cy="792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33" name="Google Shape;109;p1">
            <a:extLst>
              <a:ext uri="{FF2B5EF4-FFF2-40B4-BE49-F238E27FC236}">
                <a16:creationId xmlns:a16="http://schemas.microsoft.com/office/drawing/2014/main" id="{B5B0652E-8A85-29B6-5687-CE1D63551FFC}"/>
              </a:ext>
            </a:extLst>
          </p:cNvPr>
          <p:cNvSpPr/>
          <p:nvPr/>
        </p:nvSpPr>
        <p:spPr>
          <a:xfrm>
            <a:off x="933609" y="6433920"/>
            <a:ext cx="6419529" cy="583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32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110;p1">
            <a:extLst>
              <a:ext uri="{FF2B5EF4-FFF2-40B4-BE49-F238E27FC236}">
                <a16:creationId xmlns:a16="http://schemas.microsoft.com/office/drawing/2014/main" id="{AC340860-E7B2-5F52-BD19-24A6D12875C1}"/>
              </a:ext>
            </a:extLst>
          </p:cNvPr>
          <p:cNvSpPr/>
          <p:nvPr/>
        </p:nvSpPr>
        <p:spPr>
          <a:xfrm>
            <a:off x="933609" y="7119720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the rank of </a:t>
            </a:r>
            <a:r>
              <a:rPr lang="en-AU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Leading Lance Corporal 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 effect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dateNumber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r>
              <a:rPr lang="en-GB" sz="2000" b="0" i="1" u="none" strike="noStrike" cap="none" baseline="30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{suffix}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{date}.</a:t>
            </a:r>
            <a:endParaRPr lang="en-GB"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111;p1">
            <a:extLst>
              <a:ext uri="{FF2B5EF4-FFF2-40B4-BE49-F238E27FC236}">
                <a16:creationId xmlns:a16="http://schemas.microsoft.com/office/drawing/2014/main" id="{E8091922-4EE1-A405-8605-6DA6E9D14D6E}"/>
              </a:ext>
            </a:extLst>
          </p:cNvPr>
          <p:cNvSpPr/>
          <p:nvPr/>
        </p:nvSpPr>
        <p:spPr>
          <a:xfrm>
            <a:off x="933609" y="4820400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 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has completed all necessary trainings and been deemed suitable in all areas required for promotion.</a:t>
            </a:r>
          </a:p>
        </p:txBody>
      </p:sp>
      <p:sp>
        <p:nvSpPr>
          <p:cNvPr id="37" name="Google Shape;113;p1">
            <a:extLst>
              <a:ext uri="{FF2B5EF4-FFF2-40B4-BE49-F238E27FC236}">
                <a16:creationId xmlns:a16="http://schemas.microsoft.com/office/drawing/2014/main" id="{8588A905-B443-CE8A-4B1A-93276DF0754C}"/>
              </a:ext>
            </a:extLst>
          </p:cNvPr>
          <p:cNvSpPr/>
          <p:nvPr/>
        </p:nvSpPr>
        <p:spPr>
          <a:xfrm>
            <a:off x="2985840" y="8685000"/>
            <a:ext cx="4277880" cy="598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{signaturerRankShort} {signaturer}</a:t>
            </a:r>
            <a:br>
              <a:rPr lang="en-AU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Officer Commanding</a:t>
            </a:r>
            <a:br>
              <a:rPr lang="en-AU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Australian Special Operations Taskforce HQ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" name="Google Shape;104;p1">
            <a:extLst>
              <a:ext uri="{FF2B5EF4-FFF2-40B4-BE49-F238E27FC236}">
                <a16:creationId xmlns:a16="http://schemas.microsoft.com/office/drawing/2014/main" id="{012713FC-318D-C40D-6390-C1C2863E0808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14400" y="8354520"/>
            <a:ext cx="1436400" cy="125244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11;p1">
            <a:extLst>
              <a:ext uri="{FF2B5EF4-FFF2-40B4-BE49-F238E27FC236}">
                <a16:creationId xmlns:a16="http://schemas.microsoft.com/office/drawing/2014/main" id="{1A1C087F-439F-DC2E-2CA5-9F7FCFD7757E}"/>
              </a:ext>
            </a:extLst>
          </p:cNvPr>
          <p:cNvSpPr/>
          <p:nvPr/>
        </p:nvSpPr>
        <p:spPr>
          <a:xfrm>
            <a:off x="934292" y="5735481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algn="ctr"/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I,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signaturerRankFull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signaturer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},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Officer Commanding, Australian Special Operations Taskforce, hereby promote</a:t>
            </a:r>
            <a:endParaRPr lang="en-GB"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Google Shape;740;p36">
            <a:extLst>
              <a:ext uri="{FF2B5EF4-FFF2-40B4-BE49-F238E27FC236}">
                <a16:creationId xmlns:a16="http://schemas.microsoft.com/office/drawing/2014/main" id="{0840390E-EDC6-41BA-D5A8-9B0368BB06DA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226985" y="1108774"/>
            <a:ext cx="2028825" cy="223837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114;p1">
            <a:extLst>
              <a:ext uri="{FF2B5EF4-FFF2-40B4-BE49-F238E27FC236}">
                <a16:creationId xmlns:a16="http://schemas.microsoft.com/office/drawing/2014/main" id="{063CD40F-505A-F557-ADE2-0103279B419B}"/>
              </a:ext>
            </a:extLst>
          </p:cNvPr>
          <p:cNvSpPr/>
          <p:nvPr/>
        </p:nvSpPr>
        <p:spPr>
          <a:xfrm>
            <a:off x="2932650" y="8215616"/>
            <a:ext cx="4539420" cy="521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{</a:t>
            </a:r>
            <a:r>
              <a:rPr lang="en-AU" sz="2800" b="0" i="1" u="none" strike="noStrike" cap="none" dirty="0" err="1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signaturerRankShort</a:t>
            </a: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} {</a:t>
            </a:r>
            <a:r>
              <a:rPr lang="en-AU" sz="2800" b="0" i="1" u="none" strike="noStrike" cap="none" dirty="0" err="1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signaturer</a:t>
            </a: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}</a:t>
            </a:r>
            <a:endParaRPr sz="2800" b="0" i="0" u="none" strike="noStrike" cap="none" dirty="0">
              <a:solidFill>
                <a:srgbClr val="000000"/>
              </a:solidFill>
              <a:latin typeface="Brush Script MT" panose="03060802040406070304" pitchFamily="66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1187925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D084C428-CCC9-5C9B-D685-B5EAEDB769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">
            <a:extLst>
              <a:ext uri="{FF2B5EF4-FFF2-40B4-BE49-F238E27FC236}">
                <a16:creationId xmlns:a16="http://schemas.microsoft.com/office/drawing/2014/main" id="{8127EA49-8542-B64E-6DCD-8C058A7765F1}"/>
              </a:ext>
            </a:extLst>
          </p:cNvPr>
          <p:cNvSpPr/>
          <p:nvPr/>
        </p:nvSpPr>
        <p:spPr>
          <a:xfrm rot="5400000">
            <a:off x="-1500189" y="1487486"/>
            <a:ext cx="11268076" cy="8293101"/>
          </a:xfrm>
          <a:prstGeom prst="rect">
            <a:avLst/>
          </a:prstGeom>
          <a:blipFill rotWithShape="0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0000" tIns="45000" rIns="90000" bIns="45000" anchor="t" anchorCtr="1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Google Shape;102;p1">
            <a:extLst>
              <a:ext uri="{FF2B5EF4-FFF2-40B4-BE49-F238E27FC236}">
                <a16:creationId xmlns:a16="http://schemas.microsoft.com/office/drawing/2014/main" id="{D57CD328-1F79-FCA8-AB49-2ABC52909B87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10028" t="12535" r="10465" b="20264"/>
          <a:stretch/>
        </p:blipFill>
        <p:spPr>
          <a:xfrm rot="5400000">
            <a:off x="-1521845" y="1469005"/>
            <a:ext cx="11419340" cy="8401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103;p1">
            <a:extLst>
              <a:ext uri="{FF2B5EF4-FFF2-40B4-BE49-F238E27FC236}">
                <a16:creationId xmlns:a16="http://schemas.microsoft.com/office/drawing/2014/main" id="{E9833B00-816C-F3DA-F6E2-4FCC306226FA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29378" y="738891"/>
            <a:ext cx="6821645" cy="9877373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105;p1">
            <a:extLst>
              <a:ext uri="{FF2B5EF4-FFF2-40B4-BE49-F238E27FC236}">
                <a16:creationId xmlns:a16="http://schemas.microsoft.com/office/drawing/2014/main" id="{91CB23E2-4515-76F3-95FE-F414D29BA4B2}"/>
              </a:ext>
            </a:extLst>
          </p:cNvPr>
          <p:cNvSpPr/>
          <p:nvPr/>
        </p:nvSpPr>
        <p:spPr>
          <a:xfrm>
            <a:off x="933609" y="3422520"/>
            <a:ext cx="6419529" cy="737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4200" b="0" i="0" u="none" strike="noStrike" cap="none" dirty="0">
                <a:solidFill>
                  <a:schemeClr val="dk1"/>
                </a:solidFill>
                <a:latin typeface="Old English Text MT" panose="03040902040508030806" pitchFamily="66" charset="0"/>
                <a:sym typeface="Arial"/>
              </a:rPr>
              <a:t>Certificate Of Promotion</a:t>
            </a:r>
            <a:endParaRPr sz="4200" b="0" i="0" u="none" strike="noStrike" cap="none" dirty="0">
              <a:solidFill>
                <a:srgbClr val="000000"/>
              </a:solidFill>
              <a:latin typeface="Old English Text MT" panose="03040902040508030806" pitchFamily="66" charset="0"/>
              <a:sym typeface="Arial"/>
            </a:endParaRPr>
          </a:p>
        </p:txBody>
      </p:sp>
      <p:sp>
        <p:nvSpPr>
          <p:cNvPr id="30" name="Google Shape;106;p1">
            <a:extLst>
              <a:ext uri="{FF2B5EF4-FFF2-40B4-BE49-F238E27FC236}">
                <a16:creationId xmlns:a16="http://schemas.microsoft.com/office/drawing/2014/main" id="{F510A92E-1006-2D09-8DD8-9C13AC74396F}"/>
              </a:ext>
            </a:extLst>
          </p:cNvPr>
          <p:cNvSpPr/>
          <p:nvPr/>
        </p:nvSpPr>
        <p:spPr>
          <a:xfrm>
            <a:off x="933609" y="4124520"/>
            <a:ext cx="6419529" cy="644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36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</a:t>
            </a:r>
            <a:endParaRPr sz="3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" name="Google Shape;107;p1">
            <a:extLst>
              <a:ext uri="{FF2B5EF4-FFF2-40B4-BE49-F238E27FC236}">
                <a16:creationId xmlns:a16="http://schemas.microsoft.com/office/drawing/2014/main" id="{14578D3C-805D-E42A-0341-3DFD8CBF1DAB}"/>
              </a:ext>
            </a:extLst>
          </p:cNvPr>
          <p:cNvCxnSpPr/>
          <p:nvPr/>
        </p:nvCxnSpPr>
        <p:spPr>
          <a:xfrm flipH="1">
            <a:off x="3722400" y="8696520"/>
            <a:ext cx="2822040" cy="792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33" name="Google Shape;109;p1">
            <a:extLst>
              <a:ext uri="{FF2B5EF4-FFF2-40B4-BE49-F238E27FC236}">
                <a16:creationId xmlns:a16="http://schemas.microsoft.com/office/drawing/2014/main" id="{D57E89E1-B6CE-4D17-8A1F-151670C93D73}"/>
              </a:ext>
            </a:extLst>
          </p:cNvPr>
          <p:cNvSpPr/>
          <p:nvPr/>
        </p:nvSpPr>
        <p:spPr>
          <a:xfrm>
            <a:off x="933609" y="6433920"/>
            <a:ext cx="6419529" cy="583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32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110;p1">
            <a:extLst>
              <a:ext uri="{FF2B5EF4-FFF2-40B4-BE49-F238E27FC236}">
                <a16:creationId xmlns:a16="http://schemas.microsoft.com/office/drawing/2014/main" id="{4C977331-E0EE-2C4D-4534-A0F9AFCACC00}"/>
              </a:ext>
            </a:extLst>
          </p:cNvPr>
          <p:cNvSpPr/>
          <p:nvPr/>
        </p:nvSpPr>
        <p:spPr>
          <a:xfrm>
            <a:off x="933609" y="7119720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the rank of </a:t>
            </a:r>
            <a:r>
              <a:rPr lang="en-AU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Senior Lance Corporal 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 effect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dateNumber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r>
              <a:rPr lang="en-GB" sz="2000" b="0" i="1" u="none" strike="noStrike" cap="none" baseline="30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{suffix}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{date}.</a:t>
            </a:r>
            <a:endParaRPr lang="en-GB"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111;p1">
            <a:extLst>
              <a:ext uri="{FF2B5EF4-FFF2-40B4-BE49-F238E27FC236}">
                <a16:creationId xmlns:a16="http://schemas.microsoft.com/office/drawing/2014/main" id="{716D7A38-2A56-7BC5-CF4A-E1AA2F7A0BD6}"/>
              </a:ext>
            </a:extLst>
          </p:cNvPr>
          <p:cNvSpPr/>
          <p:nvPr/>
        </p:nvSpPr>
        <p:spPr>
          <a:xfrm>
            <a:off x="933609" y="4820400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 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has completed all necessary trainings and been deemed suitable in all areas required for promotion.</a:t>
            </a:r>
          </a:p>
        </p:txBody>
      </p:sp>
      <p:sp>
        <p:nvSpPr>
          <p:cNvPr id="37" name="Google Shape;113;p1">
            <a:extLst>
              <a:ext uri="{FF2B5EF4-FFF2-40B4-BE49-F238E27FC236}">
                <a16:creationId xmlns:a16="http://schemas.microsoft.com/office/drawing/2014/main" id="{28C171DB-97BF-9721-7F4E-1C1C2D8783F9}"/>
              </a:ext>
            </a:extLst>
          </p:cNvPr>
          <p:cNvSpPr/>
          <p:nvPr/>
        </p:nvSpPr>
        <p:spPr>
          <a:xfrm>
            <a:off x="2985840" y="8685000"/>
            <a:ext cx="4277880" cy="598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{signaturerRankShort} {signaturer}</a:t>
            </a:r>
            <a:br>
              <a:rPr lang="en-AU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Officer Commanding</a:t>
            </a:r>
            <a:br>
              <a:rPr lang="en-AU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Australian Special Operations Taskforce HQ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" name="Google Shape;104;p1">
            <a:extLst>
              <a:ext uri="{FF2B5EF4-FFF2-40B4-BE49-F238E27FC236}">
                <a16:creationId xmlns:a16="http://schemas.microsoft.com/office/drawing/2014/main" id="{A60DC92E-388B-5423-48FE-F6D97637B8C1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14400" y="8354520"/>
            <a:ext cx="1436400" cy="125244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11;p1">
            <a:extLst>
              <a:ext uri="{FF2B5EF4-FFF2-40B4-BE49-F238E27FC236}">
                <a16:creationId xmlns:a16="http://schemas.microsoft.com/office/drawing/2014/main" id="{2A1322DE-3585-37CF-3AD9-2E9CB25C9B31}"/>
              </a:ext>
            </a:extLst>
          </p:cNvPr>
          <p:cNvSpPr/>
          <p:nvPr/>
        </p:nvSpPr>
        <p:spPr>
          <a:xfrm>
            <a:off x="934292" y="5735481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algn="ctr"/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I,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signaturerRankFull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signaturer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},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Officer Commanding, Australian Special Operations Taskforce, hereby promote</a:t>
            </a:r>
            <a:endParaRPr lang="en-GB"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Google Shape;758;p37">
            <a:extLst>
              <a:ext uri="{FF2B5EF4-FFF2-40B4-BE49-F238E27FC236}">
                <a16:creationId xmlns:a16="http://schemas.microsoft.com/office/drawing/2014/main" id="{414DC856-B9CA-A8BE-5A96-158F49524900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203325" y="1102125"/>
            <a:ext cx="2047875" cy="223837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14;p1">
            <a:extLst>
              <a:ext uri="{FF2B5EF4-FFF2-40B4-BE49-F238E27FC236}">
                <a16:creationId xmlns:a16="http://schemas.microsoft.com/office/drawing/2014/main" id="{5EF2F5E6-5D0E-5F62-F83D-EC45906A3CA6}"/>
              </a:ext>
            </a:extLst>
          </p:cNvPr>
          <p:cNvSpPr/>
          <p:nvPr/>
        </p:nvSpPr>
        <p:spPr>
          <a:xfrm>
            <a:off x="2932650" y="8215616"/>
            <a:ext cx="4539420" cy="521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{</a:t>
            </a:r>
            <a:r>
              <a:rPr lang="en-AU" sz="2800" b="0" i="1" u="none" strike="noStrike" cap="none" dirty="0" err="1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signaturerRankShort</a:t>
            </a: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} {</a:t>
            </a:r>
            <a:r>
              <a:rPr lang="en-AU" sz="2800" b="0" i="1" u="none" strike="noStrike" cap="none" dirty="0" err="1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signaturer</a:t>
            </a: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}</a:t>
            </a:r>
            <a:endParaRPr sz="2800" b="0" i="0" u="none" strike="noStrike" cap="none" dirty="0">
              <a:solidFill>
                <a:srgbClr val="000000"/>
              </a:solidFill>
              <a:latin typeface="Brush Script MT" panose="03060802040406070304" pitchFamily="66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2879638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8378846E-9A9B-B60B-3D65-8688E6755F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">
            <a:extLst>
              <a:ext uri="{FF2B5EF4-FFF2-40B4-BE49-F238E27FC236}">
                <a16:creationId xmlns:a16="http://schemas.microsoft.com/office/drawing/2014/main" id="{C3108B21-8367-3F10-7DA5-EF477268640F}"/>
              </a:ext>
            </a:extLst>
          </p:cNvPr>
          <p:cNvSpPr/>
          <p:nvPr/>
        </p:nvSpPr>
        <p:spPr>
          <a:xfrm rot="5400000">
            <a:off x="-1500189" y="1487486"/>
            <a:ext cx="11268076" cy="8293101"/>
          </a:xfrm>
          <a:prstGeom prst="rect">
            <a:avLst/>
          </a:prstGeom>
          <a:blipFill rotWithShape="0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0000" tIns="45000" rIns="90000" bIns="45000" anchor="t" anchorCtr="1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Google Shape;102;p1">
            <a:extLst>
              <a:ext uri="{FF2B5EF4-FFF2-40B4-BE49-F238E27FC236}">
                <a16:creationId xmlns:a16="http://schemas.microsoft.com/office/drawing/2014/main" id="{9E7136ED-07BC-C117-45E9-419FDD5F5FB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10028" t="12535" r="10465" b="20264"/>
          <a:stretch/>
        </p:blipFill>
        <p:spPr>
          <a:xfrm rot="5400000">
            <a:off x="-1521845" y="1469005"/>
            <a:ext cx="11419340" cy="8401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103;p1">
            <a:extLst>
              <a:ext uri="{FF2B5EF4-FFF2-40B4-BE49-F238E27FC236}">
                <a16:creationId xmlns:a16="http://schemas.microsoft.com/office/drawing/2014/main" id="{5106820D-5782-9F9E-5815-09AC45ECF00A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29378" y="738891"/>
            <a:ext cx="6821645" cy="9877373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105;p1">
            <a:extLst>
              <a:ext uri="{FF2B5EF4-FFF2-40B4-BE49-F238E27FC236}">
                <a16:creationId xmlns:a16="http://schemas.microsoft.com/office/drawing/2014/main" id="{F1F81CE9-E077-860F-756C-10A437DCC967}"/>
              </a:ext>
            </a:extLst>
          </p:cNvPr>
          <p:cNvSpPr/>
          <p:nvPr/>
        </p:nvSpPr>
        <p:spPr>
          <a:xfrm>
            <a:off x="933609" y="3422520"/>
            <a:ext cx="6419529" cy="737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4200" b="0" i="0" u="none" strike="noStrike" cap="none" dirty="0">
                <a:solidFill>
                  <a:schemeClr val="dk1"/>
                </a:solidFill>
                <a:latin typeface="Old English Text MT" panose="03040902040508030806" pitchFamily="66" charset="0"/>
                <a:sym typeface="Arial"/>
              </a:rPr>
              <a:t>Certificate Of Promotion</a:t>
            </a:r>
            <a:endParaRPr sz="4200" b="0" i="0" u="none" strike="noStrike" cap="none" dirty="0">
              <a:solidFill>
                <a:srgbClr val="000000"/>
              </a:solidFill>
              <a:latin typeface="Old English Text MT" panose="03040902040508030806" pitchFamily="66" charset="0"/>
              <a:sym typeface="Arial"/>
            </a:endParaRPr>
          </a:p>
        </p:txBody>
      </p:sp>
      <p:sp>
        <p:nvSpPr>
          <p:cNvPr id="30" name="Google Shape;106;p1">
            <a:extLst>
              <a:ext uri="{FF2B5EF4-FFF2-40B4-BE49-F238E27FC236}">
                <a16:creationId xmlns:a16="http://schemas.microsoft.com/office/drawing/2014/main" id="{9672B354-ACC7-8538-3363-1BD0E86B35E9}"/>
              </a:ext>
            </a:extLst>
          </p:cNvPr>
          <p:cNvSpPr/>
          <p:nvPr/>
        </p:nvSpPr>
        <p:spPr>
          <a:xfrm>
            <a:off x="933609" y="4124520"/>
            <a:ext cx="6419529" cy="644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36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</a:t>
            </a:r>
            <a:endParaRPr sz="3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" name="Google Shape;107;p1">
            <a:extLst>
              <a:ext uri="{FF2B5EF4-FFF2-40B4-BE49-F238E27FC236}">
                <a16:creationId xmlns:a16="http://schemas.microsoft.com/office/drawing/2014/main" id="{E110CA63-F9A3-110D-8CAF-CCA4751A34B7}"/>
              </a:ext>
            </a:extLst>
          </p:cNvPr>
          <p:cNvCxnSpPr/>
          <p:nvPr/>
        </p:nvCxnSpPr>
        <p:spPr>
          <a:xfrm flipH="1">
            <a:off x="3722400" y="8696520"/>
            <a:ext cx="2822040" cy="792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33" name="Google Shape;109;p1">
            <a:extLst>
              <a:ext uri="{FF2B5EF4-FFF2-40B4-BE49-F238E27FC236}">
                <a16:creationId xmlns:a16="http://schemas.microsoft.com/office/drawing/2014/main" id="{B27CDFA4-BE54-56AF-5F20-20E559B345E1}"/>
              </a:ext>
            </a:extLst>
          </p:cNvPr>
          <p:cNvSpPr/>
          <p:nvPr/>
        </p:nvSpPr>
        <p:spPr>
          <a:xfrm>
            <a:off x="933609" y="6433920"/>
            <a:ext cx="6419529" cy="583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32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110;p1">
            <a:extLst>
              <a:ext uri="{FF2B5EF4-FFF2-40B4-BE49-F238E27FC236}">
                <a16:creationId xmlns:a16="http://schemas.microsoft.com/office/drawing/2014/main" id="{D8AA7447-CEDF-BDBE-5607-BE1D382370BD}"/>
              </a:ext>
            </a:extLst>
          </p:cNvPr>
          <p:cNvSpPr/>
          <p:nvPr/>
        </p:nvSpPr>
        <p:spPr>
          <a:xfrm>
            <a:off x="933609" y="7119720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the rank of </a:t>
            </a:r>
            <a:r>
              <a:rPr lang="en-AU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Junior Corporal 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 effect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dateNumber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r>
              <a:rPr lang="en-GB" sz="2000" b="0" i="1" u="none" strike="noStrike" cap="none" baseline="30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{suffix}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{date}.</a:t>
            </a:r>
            <a:endParaRPr lang="en-GB"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111;p1">
            <a:extLst>
              <a:ext uri="{FF2B5EF4-FFF2-40B4-BE49-F238E27FC236}">
                <a16:creationId xmlns:a16="http://schemas.microsoft.com/office/drawing/2014/main" id="{5D50B423-67C1-E7B9-26C9-D41F3170ABA5}"/>
              </a:ext>
            </a:extLst>
          </p:cNvPr>
          <p:cNvSpPr/>
          <p:nvPr/>
        </p:nvSpPr>
        <p:spPr>
          <a:xfrm>
            <a:off x="933609" y="4820400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 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has completed all necessary trainings and been deemed suitable in all areas required for promotion.</a:t>
            </a:r>
          </a:p>
        </p:txBody>
      </p:sp>
      <p:sp>
        <p:nvSpPr>
          <p:cNvPr id="37" name="Google Shape;113;p1">
            <a:extLst>
              <a:ext uri="{FF2B5EF4-FFF2-40B4-BE49-F238E27FC236}">
                <a16:creationId xmlns:a16="http://schemas.microsoft.com/office/drawing/2014/main" id="{96FC04BA-D284-024A-73E8-DE94EE96ABF3}"/>
              </a:ext>
            </a:extLst>
          </p:cNvPr>
          <p:cNvSpPr/>
          <p:nvPr/>
        </p:nvSpPr>
        <p:spPr>
          <a:xfrm>
            <a:off x="2985840" y="8685000"/>
            <a:ext cx="4277880" cy="598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{signaturerRankShort} {signaturer}</a:t>
            </a:r>
            <a:br>
              <a:rPr lang="en-AU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Officer Commanding</a:t>
            </a:r>
            <a:br>
              <a:rPr lang="en-AU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Australian Special Operations Taskforce HQ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" name="Google Shape;104;p1">
            <a:extLst>
              <a:ext uri="{FF2B5EF4-FFF2-40B4-BE49-F238E27FC236}">
                <a16:creationId xmlns:a16="http://schemas.microsoft.com/office/drawing/2014/main" id="{7C911367-4ECB-4C8F-29C4-D00205D5F5CB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14400" y="8354520"/>
            <a:ext cx="1436400" cy="125244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11;p1">
            <a:extLst>
              <a:ext uri="{FF2B5EF4-FFF2-40B4-BE49-F238E27FC236}">
                <a16:creationId xmlns:a16="http://schemas.microsoft.com/office/drawing/2014/main" id="{67C0D40E-28A0-A13E-CCCD-785673D65BBB}"/>
              </a:ext>
            </a:extLst>
          </p:cNvPr>
          <p:cNvSpPr/>
          <p:nvPr/>
        </p:nvSpPr>
        <p:spPr>
          <a:xfrm>
            <a:off x="934292" y="5735481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algn="ctr"/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I,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signaturerRankFull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signaturer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},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Officer Commanding, Australian Special Operations Taskforce, hereby promote</a:t>
            </a:r>
            <a:endParaRPr lang="en-GB"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Google Shape;776;p38">
            <a:extLst>
              <a:ext uri="{FF2B5EF4-FFF2-40B4-BE49-F238E27FC236}">
                <a16:creationId xmlns:a16="http://schemas.microsoft.com/office/drawing/2014/main" id="{F00CE246-BC9E-3AB3-97FA-EB36C2380257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 l="2803" t="14892" r="8196"/>
          <a:stretch/>
        </p:blipFill>
        <p:spPr>
          <a:xfrm>
            <a:off x="3290888" y="1376363"/>
            <a:ext cx="1695450" cy="2050957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14;p1">
            <a:extLst>
              <a:ext uri="{FF2B5EF4-FFF2-40B4-BE49-F238E27FC236}">
                <a16:creationId xmlns:a16="http://schemas.microsoft.com/office/drawing/2014/main" id="{161FF668-9763-4EF9-8336-712D7D068705}"/>
              </a:ext>
            </a:extLst>
          </p:cNvPr>
          <p:cNvSpPr/>
          <p:nvPr/>
        </p:nvSpPr>
        <p:spPr>
          <a:xfrm>
            <a:off x="2932650" y="8215616"/>
            <a:ext cx="4539420" cy="521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{</a:t>
            </a:r>
            <a:r>
              <a:rPr lang="en-AU" sz="2800" b="0" i="1" u="none" strike="noStrike" cap="none" dirty="0" err="1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signaturerRankShort</a:t>
            </a: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} {</a:t>
            </a:r>
            <a:r>
              <a:rPr lang="en-AU" sz="2800" b="0" i="1" u="none" strike="noStrike" cap="none" dirty="0" err="1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signaturer</a:t>
            </a: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}</a:t>
            </a:r>
            <a:endParaRPr sz="2800" b="0" i="0" u="none" strike="noStrike" cap="none" dirty="0">
              <a:solidFill>
                <a:srgbClr val="000000"/>
              </a:solidFill>
              <a:latin typeface="Brush Script MT" panose="03060802040406070304" pitchFamily="66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6120537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1E1E4CE7-514E-B46D-9562-719A7C7E01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">
            <a:extLst>
              <a:ext uri="{FF2B5EF4-FFF2-40B4-BE49-F238E27FC236}">
                <a16:creationId xmlns:a16="http://schemas.microsoft.com/office/drawing/2014/main" id="{953C8640-96CF-0DAF-F454-5150D6751EA3}"/>
              </a:ext>
            </a:extLst>
          </p:cNvPr>
          <p:cNvSpPr/>
          <p:nvPr/>
        </p:nvSpPr>
        <p:spPr>
          <a:xfrm rot="5400000">
            <a:off x="-1500189" y="1487486"/>
            <a:ext cx="11268076" cy="8293101"/>
          </a:xfrm>
          <a:prstGeom prst="rect">
            <a:avLst/>
          </a:prstGeom>
          <a:blipFill rotWithShape="0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0000" tIns="45000" rIns="90000" bIns="45000" anchor="t" anchorCtr="1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Google Shape;102;p1">
            <a:extLst>
              <a:ext uri="{FF2B5EF4-FFF2-40B4-BE49-F238E27FC236}">
                <a16:creationId xmlns:a16="http://schemas.microsoft.com/office/drawing/2014/main" id="{A0F5F0AB-7F5C-2A4F-22C9-31B44A45CC7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10028" t="12535" r="10465" b="20264"/>
          <a:stretch/>
        </p:blipFill>
        <p:spPr>
          <a:xfrm rot="5400000">
            <a:off x="-1521845" y="1469005"/>
            <a:ext cx="11419340" cy="8401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103;p1">
            <a:extLst>
              <a:ext uri="{FF2B5EF4-FFF2-40B4-BE49-F238E27FC236}">
                <a16:creationId xmlns:a16="http://schemas.microsoft.com/office/drawing/2014/main" id="{BF6C2664-D4BC-9FF4-B5C6-14CA4B69FEF9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29378" y="738891"/>
            <a:ext cx="6821645" cy="9877373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105;p1">
            <a:extLst>
              <a:ext uri="{FF2B5EF4-FFF2-40B4-BE49-F238E27FC236}">
                <a16:creationId xmlns:a16="http://schemas.microsoft.com/office/drawing/2014/main" id="{F5CCB2B7-EB96-9040-5428-3BAD7330D10B}"/>
              </a:ext>
            </a:extLst>
          </p:cNvPr>
          <p:cNvSpPr/>
          <p:nvPr/>
        </p:nvSpPr>
        <p:spPr>
          <a:xfrm>
            <a:off x="933609" y="3422520"/>
            <a:ext cx="6419529" cy="737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4200" b="0" i="0" u="none" strike="noStrike" cap="none" dirty="0">
                <a:solidFill>
                  <a:schemeClr val="dk1"/>
                </a:solidFill>
                <a:latin typeface="Old English Text MT" panose="03040902040508030806" pitchFamily="66" charset="0"/>
                <a:sym typeface="Arial"/>
              </a:rPr>
              <a:t>Certificate Of Promotion</a:t>
            </a:r>
            <a:endParaRPr sz="4200" b="0" i="0" u="none" strike="noStrike" cap="none" dirty="0">
              <a:solidFill>
                <a:srgbClr val="000000"/>
              </a:solidFill>
              <a:latin typeface="Old English Text MT" panose="03040902040508030806" pitchFamily="66" charset="0"/>
              <a:sym typeface="Arial"/>
            </a:endParaRPr>
          </a:p>
        </p:txBody>
      </p:sp>
      <p:sp>
        <p:nvSpPr>
          <p:cNvPr id="30" name="Google Shape;106;p1">
            <a:extLst>
              <a:ext uri="{FF2B5EF4-FFF2-40B4-BE49-F238E27FC236}">
                <a16:creationId xmlns:a16="http://schemas.microsoft.com/office/drawing/2014/main" id="{08CFBF93-A05B-3EE7-5A54-EC7D08AF578F}"/>
              </a:ext>
            </a:extLst>
          </p:cNvPr>
          <p:cNvSpPr/>
          <p:nvPr/>
        </p:nvSpPr>
        <p:spPr>
          <a:xfrm>
            <a:off x="933609" y="4124520"/>
            <a:ext cx="6419529" cy="644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36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</a:t>
            </a:r>
            <a:endParaRPr sz="3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" name="Google Shape;107;p1">
            <a:extLst>
              <a:ext uri="{FF2B5EF4-FFF2-40B4-BE49-F238E27FC236}">
                <a16:creationId xmlns:a16="http://schemas.microsoft.com/office/drawing/2014/main" id="{88FCAD4C-6850-4F84-9E9C-E4E93B4DE3E5}"/>
              </a:ext>
            </a:extLst>
          </p:cNvPr>
          <p:cNvCxnSpPr/>
          <p:nvPr/>
        </p:nvCxnSpPr>
        <p:spPr>
          <a:xfrm flipH="1">
            <a:off x="3722400" y="8696520"/>
            <a:ext cx="2822040" cy="792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33" name="Google Shape;109;p1">
            <a:extLst>
              <a:ext uri="{FF2B5EF4-FFF2-40B4-BE49-F238E27FC236}">
                <a16:creationId xmlns:a16="http://schemas.microsoft.com/office/drawing/2014/main" id="{4E07B436-A6B2-1436-D638-8074E0FECAB5}"/>
              </a:ext>
            </a:extLst>
          </p:cNvPr>
          <p:cNvSpPr/>
          <p:nvPr/>
        </p:nvSpPr>
        <p:spPr>
          <a:xfrm>
            <a:off x="933609" y="6433920"/>
            <a:ext cx="6419529" cy="583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32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110;p1">
            <a:extLst>
              <a:ext uri="{FF2B5EF4-FFF2-40B4-BE49-F238E27FC236}">
                <a16:creationId xmlns:a16="http://schemas.microsoft.com/office/drawing/2014/main" id="{D76DC05B-6D16-B2A1-CC58-1C4FC88C7582}"/>
              </a:ext>
            </a:extLst>
          </p:cNvPr>
          <p:cNvSpPr/>
          <p:nvPr/>
        </p:nvSpPr>
        <p:spPr>
          <a:xfrm>
            <a:off x="933609" y="7119720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the rank of </a:t>
            </a:r>
            <a:r>
              <a:rPr lang="en-AU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Corporal 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 effect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dateNumber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r>
              <a:rPr lang="en-GB" sz="2000" b="0" i="1" u="none" strike="noStrike" cap="none" baseline="30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{suffix}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{date}.</a:t>
            </a:r>
            <a:endParaRPr lang="en-GB"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111;p1">
            <a:extLst>
              <a:ext uri="{FF2B5EF4-FFF2-40B4-BE49-F238E27FC236}">
                <a16:creationId xmlns:a16="http://schemas.microsoft.com/office/drawing/2014/main" id="{EDD18D66-020E-8C6C-CA02-61B800A462C7}"/>
              </a:ext>
            </a:extLst>
          </p:cNvPr>
          <p:cNvSpPr/>
          <p:nvPr/>
        </p:nvSpPr>
        <p:spPr>
          <a:xfrm>
            <a:off x="933609" y="4820400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 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has completed all necessary trainings and been deemed suitable in all areas required for promotion.</a:t>
            </a:r>
          </a:p>
        </p:txBody>
      </p:sp>
      <p:sp>
        <p:nvSpPr>
          <p:cNvPr id="37" name="Google Shape;113;p1">
            <a:extLst>
              <a:ext uri="{FF2B5EF4-FFF2-40B4-BE49-F238E27FC236}">
                <a16:creationId xmlns:a16="http://schemas.microsoft.com/office/drawing/2014/main" id="{93DB94E1-43DB-7C3D-F9D7-94E52F463218}"/>
              </a:ext>
            </a:extLst>
          </p:cNvPr>
          <p:cNvSpPr/>
          <p:nvPr/>
        </p:nvSpPr>
        <p:spPr>
          <a:xfrm>
            <a:off x="2985840" y="8685000"/>
            <a:ext cx="4277880" cy="598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{signaturerRankShort} {signaturer}</a:t>
            </a:r>
            <a:br>
              <a:rPr lang="en-AU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Officer Commanding</a:t>
            </a:r>
            <a:br>
              <a:rPr lang="en-AU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Australian Special Operations Taskforce HQ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" name="Google Shape;104;p1">
            <a:extLst>
              <a:ext uri="{FF2B5EF4-FFF2-40B4-BE49-F238E27FC236}">
                <a16:creationId xmlns:a16="http://schemas.microsoft.com/office/drawing/2014/main" id="{D236A5D8-395B-725B-8107-0BDF00AE470F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14400" y="8354520"/>
            <a:ext cx="1436400" cy="125244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11;p1">
            <a:extLst>
              <a:ext uri="{FF2B5EF4-FFF2-40B4-BE49-F238E27FC236}">
                <a16:creationId xmlns:a16="http://schemas.microsoft.com/office/drawing/2014/main" id="{68AA825E-897C-92CF-E71B-61A595A6517E}"/>
              </a:ext>
            </a:extLst>
          </p:cNvPr>
          <p:cNvSpPr/>
          <p:nvPr/>
        </p:nvSpPr>
        <p:spPr>
          <a:xfrm>
            <a:off x="934292" y="5735481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algn="ctr"/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I,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signaturerRankFull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signaturer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},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Officer Commanding, Australian Special Operations Taskforce, hereby promote</a:t>
            </a:r>
            <a:endParaRPr lang="en-GB"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Google Shape;794;p39">
            <a:extLst>
              <a:ext uri="{FF2B5EF4-FFF2-40B4-BE49-F238E27FC236}">
                <a16:creationId xmlns:a16="http://schemas.microsoft.com/office/drawing/2014/main" id="{46E8111A-7073-3B20-4FB1-1A84554E0552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134720" y="1678772"/>
            <a:ext cx="2010960" cy="161748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114;p1">
            <a:extLst>
              <a:ext uri="{FF2B5EF4-FFF2-40B4-BE49-F238E27FC236}">
                <a16:creationId xmlns:a16="http://schemas.microsoft.com/office/drawing/2014/main" id="{885D969F-E5B9-D8AF-7664-174065F49E4E}"/>
              </a:ext>
            </a:extLst>
          </p:cNvPr>
          <p:cNvSpPr/>
          <p:nvPr/>
        </p:nvSpPr>
        <p:spPr>
          <a:xfrm>
            <a:off x="2932650" y="8215616"/>
            <a:ext cx="4539420" cy="521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{</a:t>
            </a:r>
            <a:r>
              <a:rPr lang="en-AU" sz="2800" b="0" i="1" u="none" strike="noStrike" cap="none" dirty="0" err="1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signaturerRankShort</a:t>
            </a: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} {</a:t>
            </a:r>
            <a:r>
              <a:rPr lang="en-AU" sz="2800" b="0" i="1" u="none" strike="noStrike" cap="none" dirty="0" err="1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signaturer</a:t>
            </a: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}</a:t>
            </a:r>
            <a:endParaRPr sz="2800" b="0" i="0" u="none" strike="noStrike" cap="none" dirty="0">
              <a:solidFill>
                <a:srgbClr val="000000"/>
              </a:solidFill>
              <a:latin typeface="Brush Script MT" panose="03060802040406070304" pitchFamily="66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5265510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1B1156CA-CEBA-893B-E125-C9F45999D2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">
            <a:extLst>
              <a:ext uri="{FF2B5EF4-FFF2-40B4-BE49-F238E27FC236}">
                <a16:creationId xmlns:a16="http://schemas.microsoft.com/office/drawing/2014/main" id="{015DAF00-1BA3-02C7-51FD-EB4D3BDB123F}"/>
              </a:ext>
            </a:extLst>
          </p:cNvPr>
          <p:cNvSpPr/>
          <p:nvPr/>
        </p:nvSpPr>
        <p:spPr>
          <a:xfrm rot="5400000">
            <a:off x="-1500189" y="1487486"/>
            <a:ext cx="11268076" cy="8293101"/>
          </a:xfrm>
          <a:prstGeom prst="rect">
            <a:avLst/>
          </a:prstGeom>
          <a:blipFill rotWithShape="0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0000" tIns="45000" rIns="90000" bIns="45000" anchor="t" anchorCtr="1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Google Shape;102;p1">
            <a:extLst>
              <a:ext uri="{FF2B5EF4-FFF2-40B4-BE49-F238E27FC236}">
                <a16:creationId xmlns:a16="http://schemas.microsoft.com/office/drawing/2014/main" id="{A2136B69-691D-2940-74BC-9ECE054CC42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10028" t="12535" r="10465" b="20264"/>
          <a:stretch/>
        </p:blipFill>
        <p:spPr>
          <a:xfrm rot="5400000">
            <a:off x="-1521845" y="1469005"/>
            <a:ext cx="11419340" cy="8401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103;p1">
            <a:extLst>
              <a:ext uri="{FF2B5EF4-FFF2-40B4-BE49-F238E27FC236}">
                <a16:creationId xmlns:a16="http://schemas.microsoft.com/office/drawing/2014/main" id="{D84463B9-BB2F-33E5-452A-79AB015F4491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29378" y="738891"/>
            <a:ext cx="6821645" cy="9877373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105;p1">
            <a:extLst>
              <a:ext uri="{FF2B5EF4-FFF2-40B4-BE49-F238E27FC236}">
                <a16:creationId xmlns:a16="http://schemas.microsoft.com/office/drawing/2014/main" id="{40D163AF-FE5D-CDCD-B225-DAD406F96F71}"/>
              </a:ext>
            </a:extLst>
          </p:cNvPr>
          <p:cNvSpPr/>
          <p:nvPr/>
        </p:nvSpPr>
        <p:spPr>
          <a:xfrm>
            <a:off x="933609" y="3422520"/>
            <a:ext cx="6419529" cy="737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4200" b="0" i="0" u="none" strike="noStrike" cap="none" dirty="0">
                <a:solidFill>
                  <a:schemeClr val="dk1"/>
                </a:solidFill>
                <a:latin typeface="Old English Text MT" panose="03040902040508030806" pitchFamily="66" charset="0"/>
                <a:sym typeface="Arial"/>
              </a:rPr>
              <a:t>Certificate Of Promotion</a:t>
            </a:r>
            <a:endParaRPr sz="4200" b="0" i="0" u="none" strike="noStrike" cap="none" dirty="0">
              <a:solidFill>
                <a:srgbClr val="000000"/>
              </a:solidFill>
              <a:latin typeface="Old English Text MT" panose="03040902040508030806" pitchFamily="66" charset="0"/>
              <a:sym typeface="Arial"/>
            </a:endParaRPr>
          </a:p>
        </p:txBody>
      </p:sp>
      <p:sp>
        <p:nvSpPr>
          <p:cNvPr id="30" name="Google Shape;106;p1">
            <a:extLst>
              <a:ext uri="{FF2B5EF4-FFF2-40B4-BE49-F238E27FC236}">
                <a16:creationId xmlns:a16="http://schemas.microsoft.com/office/drawing/2014/main" id="{8CA0A39E-2B97-205C-343C-297DBB5AD2DC}"/>
              </a:ext>
            </a:extLst>
          </p:cNvPr>
          <p:cNvSpPr/>
          <p:nvPr/>
        </p:nvSpPr>
        <p:spPr>
          <a:xfrm>
            <a:off x="933609" y="4124520"/>
            <a:ext cx="6419529" cy="644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36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</a:t>
            </a:r>
            <a:endParaRPr sz="3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" name="Google Shape;107;p1">
            <a:extLst>
              <a:ext uri="{FF2B5EF4-FFF2-40B4-BE49-F238E27FC236}">
                <a16:creationId xmlns:a16="http://schemas.microsoft.com/office/drawing/2014/main" id="{F3F2CDAE-1222-053D-F9CB-8751A2744CEE}"/>
              </a:ext>
            </a:extLst>
          </p:cNvPr>
          <p:cNvCxnSpPr/>
          <p:nvPr/>
        </p:nvCxnSpPr>
        <p:spPr>
          <a:xfrm flipH="1">
            <a:off x="3722400" y="8696520"/>
            <a:ext cx="2822040" cy="792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33" name="Google Shape;109;p1">
            <a:extLst>
              <a:ext uri="{FF2B5EF4-FFF2-40B4-BE49-F238E27FC236}">
                <a16:creationId xmlns:a16="http://schemas.microsoft.com/office/drawing/2014/main" id="{476409B8-F66B-D032-9E42-C712CF456981}"/>
              </a:ext>
            </a:extLst>
          </p:cNvPr>
          <p:cNvSpPr/>
          <p:nvPr/>
        </p:nvSpPr>
        <p:spPr>
          <a:xfrm>
            <a:off x="933609" y="6433920"/>
            <a:ext cx="6419529" cy="583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32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110;p1">
            <a:extLst>
              <a:ext uri="{FF2B5EF4-FFF2-40B4-BE49-F238E27FC236}">
                <a16:creationId xmlns:a16="http://schemas.microsoft.com/office/drawing/2014/main" id="{C7204429-D1BC-B4CC-DACA-2F6DC6995CEF}"/>
              </a:ext>
            </a:extLst>
          </p:cNvPr>
          <p:cNvSpPr/>
          <p:nvPr/>
        </p:nvSpPr>
        <p:spPr>
          <a:xfrm>
            <a:off x="933609" y="7119720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the rank of </a:t>
            </a:r>
            <a:r>
              <a:rPr lang="en-AU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Corporal Proficient 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 effect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dateNumber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r>
              <a:rPr lang="en-GB" sz="2000" b="0" i="1" u="none" strike="noStrike" cap="none" baseline="30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{suffix}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{date}.</a:t>
            </a:r>
            <a:endParaRPr lang="en-GB"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111;p1">
            <a:extLst>
              <a:ext uri="{FF2B5EF4-FFF2-40B4-BE49-F238E27FC236}">
                <a16:creationId xmlns:a16="http://schemas.microsoft.com/office/drawing/2014/main" id="{67EB9D0F-3A3F-1B5C-524A-DA079F158B93}"/>
              </a:ext>
            </a:extLst>
          </p:cNvPr>
          <p:cNvSpPr/>
          <p:nvPr/>
        </p:nvSpPr>
        <p:spPr>
          <a:xfrm>
            <a:off x="933609" y="4820400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 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has completed all necessary trainings and been deemed suitable in all areas required for promotion.</a:t>
            </a:r>
          </a:p>
        </p:txBody>
      </p:sp>
      <p:sp>
        <p:nvSpPr>
          <p:cNvPr id="37" name="Google Shape;113;p1">
            <a:extLst>
              <a:ext uri="{FF2B5EF4-FFF2-40B4-BE49-F238E27FC236}">
                <a16:creationId xmlns:a16="http://schemas.microsoft.com/office/drawing/2014/main" id="{5494EABF-546B-4F30-882C-FF1F03C136B7}"/>
              </a:ext>
            </a:extLst>
          </p:cNvPr>
          <p:cNvSpPr/>
          <p:nvPr/>
        </p:nvSpPr>
        <p:spPr>
          <a:xfrm>
            <a:off x="2985840" y="8685000"/>
            <a:ext cx="4277880" cy="598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{signaturerRankShort} {signaturer}</a:t>
            </a:r>
            <a:br>
              <a:rPr lang="en-AU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Officer Commanding</a:t>
            </a:r>
            <a:br>
              <a:rPr lang="en-AU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Australian Special Operations Taskforce HQ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" name="Google Shape;104;p1">
            <a:extLst>
              <a:ext uri="{FF2B5EF4-FFF2-40B4-BE49-F238E27FC236}">
                <a16:creationId xmlns:a16="http://schemas.microsoft.com/office/drawing/2014/main" id="{C3E58567-2CA0-C861-994E-71E723F9D644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14400" y="8354520"/>
            <a:ext cx="1436400" cy="125244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11;p1">
            <a:extLst>
              <a:ext uri="{FF2B5EF4-FFF2-40B4-BE49-F238E27FC236}">
                <a16:creationId xmlns:a16="http://schemas.microsoft.com/office/drawing/2014/main" id="{5E84D3EF-E986-AF4B-5823-11AAEE556C36}"/>
              </a:ext>
            </a:extLst>
          </p:cNvPr>
          <p:cNvSpPr/>
          <p:nvPr/>
        </p:nvSpPr>
        <p:spPr>
          <a:xfrm>
            <a:off x="934292" y="5735481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algn="ctr"/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I,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signaturerRankFull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signaturer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},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Officer Commanding, Australian Special Operations Taskforce, hereby promote</a:t>
            </a:r>
            <a:endParaRPr lang="en-GB"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Google Shape;811;p40">
            <a:extLst>
              <a:ext uri="{FF2B5EF4-FFF2-40B4-BE49-F238E27FC236}">
                <a16:creationId xmlns:a16="http://schemas.microsoft.com/office/drawing/2014/main" id="{78AE74B9-7A4F-DD2D-2F9B-02E756042519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203575" y="1023844"/>
            <a:ext cx="1962150" cy="240982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114;p1">
            <a:extLst>
              <a:ext uri="{FF2B5EF4-FFF2-40B4-BE49-F238E27FC236}">
                <a16:creationId xmlns:a16="http://schemas.microsoft.com/office/drawing/2014/main" id="{9BE8D8E7-7A95-716D-5B00-FCF754D562C2}"/>
              </a:ext>
            </a:extLst>
          </p:cNvPr>
          <p:cNvSpPr/>
          <p:nvPr/>
        </p:nvSpPr>
        <p:spPr>
          <a:xfrm>
            <a:off x="2932650" y="8215616"/>
            <a:ext cx="4539420" cy="521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{</a:t>
            </a:r>
            <a:r>
              <a:rPr lang="en-AU" sz="2800" b="0" i="1" u="none" strike="noStrike" cap="none" dirty="0" err="1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signaturerRankShort</a:t>
            </a: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} {</a:t>
            </a:r>
            <a:r>
              <a:rPr lang="en-AU" sz="2800" b="0" i="1" u="none" strike="noStrike" cap="none" dirty="0" err="1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signaturer</a:t>
            </a: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}</a:t>
            </a:r>
            <a:endParaRPr sz="2800" b="0" i="0" u="none" strike="noStrike" cap="none" dirty="0">
              <a:solidFill>
                <a:srgbClr val="000000"/>
              </a:solidFill>
              <a:latin typeface="Brush Script MT" panose="03060802040406070304" pitchFamily="66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9026447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E9FDCEBE-686C-6A61-AFED-10B3E4DF72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">
            <a:extLst>
              <a:ext uri="{FF2B5EF4-FFF2-40B4-BE49-F238E27FC236}">
                <a16:creationId xmlns:a16="http://schemas.microsoft.com/office/drawing/2014/main" id="{87E96DDC-C97D-C993-6DA5-D18490E72379}"/>
              </a:ext>
            </a:extLst>
          </p:cNvPr>
          <p:cNvSpPr/>
          <p:nvPr/>
        </p:nvSpPr>
        <p:spPr>
          <a:xfrm rot="5400000">
            <a:off x="-1500189" y="1487486"/>
            <a:ext cx="11268076" cy="8293101"/>
          </a:xfrm>
          <a:prstGeom prst="rect">
            <a:avLst/>
          </a:prstGeom>
          <a:blipFill rotWithShape="0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0000" tIns="45000" rIns="90000" bIns="45000" anchor="t" anchorCtr="1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Google Shape;102;p1">
            <a:extLst>
              <a:ext uri="{FF2B5EF4-FFF2-40B4-BE49-F238E27FC236}">
                <a16:creationId xmlns:a16="http://schemas.microsoft.com/office/drawing/2014/main" id="{DF41FDA6-62CB-4A38-0237-8FB0FABA6DF7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10028" t="12535" r="10465" b="20264"/>
          <a:stretch/>
        </p:blipFill>
        <p:spPr>
          <a:xfrm rot="5400000">
            <a:off x="-1521845" y="1469005"/>
            <a:ext cx="11419340" cy="8401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103;p1">
            <a:extLst>
              <a:ext uri="{FF2B5EF4-FFF2-40B4-BE49-F238E27FC236}">
                <a16:creationId xmlns:a16="http://schemas.microsoft.com/office/drawing/2014/main" id="{D03222BA-90B6-3524-2835-F2ABE715DA15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29378" y="738891"/>
            <a:ext cx="6821645" cy="9877373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105;p1">
            <a:extLst>
              <a:ext uri="{FF2B5EF4-FFF2-40B4-BE49-F238E27FC236}">
                <a16:creationId xmlns:a16="http://schemas.microsoft.com/office/drawing/2014/main" id="{B797A15E-4570-00CC-091D-92D0989FD5AE}"/>
              </a:ext>
            </a:extLst>
          </p:cNvPr>
          <p:cNvSpPr/>
          <p:nvPr/>
        </p:nvSpPr>
        <p:spPr>
          <a:xfrm>
            <a:off x="933609" y="3422520"/>
            <a:ext cx="6419529" cy="737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4200" b="0" i="0" u="none" strike="noStrike" cap="none" dirty="0">
                <a:solidFill>
                  <a:schemeClr val="dk1"/>
                </a:solidFill>
                <a:latin typeface="Old English Text MT" panose="03040902040508030806" pitchFamily="66" charset="0"/>
                <a:sym typeface="Arial"/>
              </a:rPr>
              <a:t>Certificate Of Promotion</a:t>
            </a:r>
            <a:endParaRPr sz="4200" b="0" i="0" u="none" strike="noStrike" cap="none" dirty="0">
              <a:solidFill>
                <a:srgbClr val="000000"/>
              </a:solidFill>
              <a:latin typeface="Old English Text MT" panose="03040902040508030806" pitchFamily="66" charset="0"/>
              <a:sym typeface="Arial"/>
            </a:endParaRPr>
          </a:p>
        </p:txBody>
      </p:sp>
      <p:sp>
        <p:nvSpPr>
          <p:cNvPr id="30" name="Google Shape;106;p1">
            <a:extLst>
              <a:ext uri="{FF2B5EF4-FFF2-40B4-BE49-F238E27FC236}">
                <a16:creationId xmlns:a16="http://schemas.microsoft.com/office/drawing/2014/main" id="{C8780285-9D4B-1D4A-BB6E-6A03FFD4FAC6}"/>
              </a:ext>
            </a:extLst>
          </p:cNvPr>
          <p:cNvSpPr/>
          <p:nvPr/>
        </p:nvSpPr>
        <p:spPr>
          <a:xfrm>
            <a:off x="933609" y="4124520"/>
            <a:ext cx="6419529" cy="644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36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</a:t>
            </a:r>
            <a:endParaRPr sz="3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" name="Google Shape;107;p1">
            <a:extLst>
              <a:ext uri="{FF2B5EF4-FFF2-40B4-BE49-F238E27FC236}">
                <a16:creationId xmlns:a16="http://schemas.microsoft.com/office/drawing/2014/main" id="{3530AC91-04BE-841E-5F43-D0415AA1486D}"/>
              </a:ext>
            </a:extLst>
          </p:cNvPr>
          <p:cNvCxnSpPr/>
          <p:nvPr/>
        </p:nvCxnSpPr>
        <p:spPr>
          <a:xfrm flipH="1">
            <a:off x="3722400" y="8696520"/>
            <a:ext cx="2822040" cy="792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33" name="Google Shape;109;p1">
            <a:extLst>
              <a:ext uri="{FF2B5EF4-FFF2-40B4-BE49-F238E27FC236}">
                <a16:creationId xmlns:a16="http://schemas.microsoft.com/office/drawing/2014/main" id="{CBD24C9C-975C-7DC8-9AA6-8CB983314163}"/>
              </a:ext>
            </a:extLst>
          </p:cNvPr>
          <p:cNvSpPr/>
          <p:nvPr/>
        </p:nvSpPr>
        <p:spPr>
          <a:xfrm>
            <a:off x="933609" y="6433920"/>
            <a:ext cx="6419529" cy="583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32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110;p1">
            <a:extLst>
              <a:ext uri="{FF2B5EF4-FFF2-40B4-BE49-F238E27FC236}">
                <a16:creationId xmlns:a16="http://schemas.microsoft.com/office/drawing/2014/main" id="{CBB2A8A6-D6A7-CB2B-F44F-4449245404FC}"/>
              </a:ext>
            </a:extLst>
          </p:cNvPr>
          <p:cNvSpPr/>
          <p:nvPr/>
        </p:nvSpPr>
        <p:spPr>
          <a:xfrm>
            <a:off x="933609" y="7119720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the rank of </a:t>
            </a:r>
            <a:r>
              <a:rPr lang="en-AU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Leading Corporal 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 effect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dateNumber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r>
              <a:rPr lang="en-GB" sz="2000" b="0" i="1" u="none" strike="noStrike" cap="none" baseline="30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{suffix}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{date}.</a:t>
            </a:r>
            <a:endParaRPr lang="en-GB"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111;p1">
            <a:extLst>
              <a:ext uri="{FF2B5EF4-FFF2-40B4-BE49-F238E27FC236}">
                <a16:creationId xmlns:a16="http://schemas.microsoft.com/office/drawing/2014/main" id="{A66F37AF-DD88-DCE7-2304-2247036E5BEA}"/>
              </a:ext>
            </a:extLst>
          </p:cNvPr>
          <p:cNvSpPr/>
          <p:nvPr/>
        </p:nvSpPr>
        <p:spPr>
          <a:xfrm>
            <a:off x="933609" y="4820400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 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has completed all necessary trainings and been deemed suitable in all areas required for promotion.</a:t>
            </a:r>
          </a:p>
        </p:txBody>
      </p:sp>
      <p:sp>
        <p:nvSpPr>
          <p:cNvPr id="37" name="Google Shape;113;p1">
            <a:extLst>
              <a:ext uri="{FF2B5EF4-FFF2-40B4-BE49-F238E27FC236}">
                <a16:creationId xmlns:a16="http://schemas.microsoft.com/office/drawing/2014/main" id="{9E3AF05E-8FC3-7E95-8FDB-1ABDD5A80939}"/>
              </a:ext>
            </a:extLst>
          </p:cNvPr>
          <p:cNvSpPr/>
          <p:nvPr/>
        </p:nvSpPr>
        <p:spPr>
          <a:xfrm>
            <a:off x="2985840" y="8685000"/>
            <a:ext cx="4277880" cy="598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1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AU" sz="1100" b="1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signaturerRankShort</a:t>
            </a:r>
            <a:r>
              <a:rPr lang="en-AU" sz="11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 {</a:t>
            </a:r>
            <a:r>
              <a:rPr lang="en-AU" sz="1100" b="1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signaturer</a:t>
            </a:r>
            <a:r>
              <a:rPr lang="en-AU" sz="11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br>
              <a:rPr lang="en-AU" sz="11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Officer Commanding</a:t>
            </a:r>
            <a:br>
              <a:rPr lang="en-AU" sz="11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Australian Special Operations Taskforce HQ</a:t>
            </a:r>
            <a:endParaRPr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" name="Google Shape;104;p1">
            <a:extLst>
              <a:ext uri="{FF2B5EF4-FFF2-40B4-BE49-F238E27FC236}">
                <a16:creationId xmlns:a16="http://schemas.microsoft.com/office/drawing/2014/main" id="{E5CB5B53-0DF2-76EF-68F5-01167C21D9E4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14400" y="8354520"/>
            <a:ext cx="1436400" cy="125244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11;p1">
            <a:extLst>
              <a:ext uri="{FF2B5EF4-FFF2-40B4-BE49-F238E27FC236}">
                <a16:creationId xmlns:a16="http://schemas.microsoft.com/office/drawing/2014/main" id="{1C5F54FF-F758-3A74-38E6-52CDFFCF9B26}"/>
              </a:ext>
            </a:extLst>
          </p:cNvPr>
          <p:cNvSpPr/>
          <p:nvPr/>
        </p:nvSpPr>
        <p:spPr>
          <a:xfrm>
            <a:off x="934292" y="5735481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algn="ctr"/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I,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signaturerRankFull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signaturer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},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Officer Commanding, Australian Special Operations Taskforce, hereby promote</a:t>
            </a:r>
            <a:endParaRPr lang="en-GB"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Google Shape;830;p41">
            <a:extLst>
              <a:ext uri="{FF2B5EF4-FFF2-40B4-BE49-F238E27FC236}">
                <a16:creationId xmlns:a16="http://schemas.microsoft.com/office/drawing/2014/main" id="{B1783444-70D9-8129-B40A-C280CD51E54C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194620" y="982429"/>
            <a:ext cx="2000250" cy="245745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114;p1">
            <a:extLst>
              <a:ext uri="{FF2B5EF4-FFF2-40B4-BE49-F238E27FC236}">
                <a16:creationId xmlns:a16="http://schemas.microsoft.com/office/drawing/2014/main" id="{8FBAD24C-5BF9-1C92-8CA1-BBDB374700F6}"/>
              </a:ext>
            </a:extLst>
          </p:cNvPr>
          <p:cNvSpPr/>
          <p:nvPr/>
        </p:nvSpPr>
        <p:spPr>
          <a:xfrm>
            <a:off x="2932650" y="8215616"/>
            <a:ext cx="4539420" cy="521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{</a:t>
            </a:r>
            <a:r>
              <a:rPr lang="en-AU" sz="2800" b="0" i="1" u="none" strike="noStrike" cap="none" dirty="0" err="1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signaturerRankShort</a:t>
            </a: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} {</a:t>
            </a:r>
            <a:r>
              <a:rPr lang="en-AU" sz="2800" b="0" i="1" u="none" strike="noStrike" cap="none" dirty="0" err="1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signaturer</a:t>
            </a: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}</a:t>
            </a:r>
            <a:endParaRPr sz="2800" b="0" i="0" u="none" strike="noStrike" cap="none" dirty="0">
              <a:solidFill>
                <a:srgbClr val="000000"/>
              </a:solidFill>
              <a:latin typeface="Brush Script MT" panose="03060802040406070304" pitchFamily="66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7502841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8ABA11AA-F8F7-7B0A-F8B3-9EF71230BA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">
            <a:extLst>
              <a:ext uri="{FF2B5EF4-FFF2-40B4-BE49-F238E27FC236}">
                <a16:creationId xmlns:a16="http://schemas.microsoft.com/office/drawing/2014/main" id="{93072487-2524-695C-CB99-CC6835825624}"/>
              </a:ext>
            </a:extLst>
          </p:cNvPr>
          <p:cNvSpPr/>
          <p:nvPr/>
        </p:nvSpPr>
        <p:spPr>
          <a:xfrm rot="5400000">
            <a:off x="-1500189" y="1487486"/>
            <a:ext cx="11268076" cy="8293101"/>
          </a:xfrm>
          <a:prstGeom prst="rect">
            <a:avLst/>
          </a:prstGeom>
          <a:blipFill rotWithShape="0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0000" tIns="45000" rIns="90000" bIns="45000" anchor="t" anchorCtr="1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Google Shape;102;p1">
            <a:extLst>
              <a:ext uri="{FF2B5EF4-FFF2-40B4-BE49-F238E27FC236}">
                <a16:creationId xmlns:a16="http://schemas.microsoft.com/office/drawing/2014/main" id="{4711FA1E-35BE-DA85-21DD-A4707E9FF3D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10028" t="12535" r="10465" b="20264"/>
          <a:stretch/>
        </p:blipFill>
        <p:spPr>
          <a:xfrm rot="5400000">
            <a:off x="-1521845" y="1469005"/>
            <a:ext cx="11419340" cy="8401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103;p1">
            <a:extLst>
              <a:ext uri="{FF2B5EF4-FFF2-40B4-BE49-F238E27FC236}">
                <a16:creationId xmlns:a16="http://schemas.microsoft.com/office/drawing/2014/main" id="{5B086073-2CBD-866F-F513-ED34CA0006EF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29378" y="738891"/>
            <a:ext cx="6821645" cy="9877373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105;p1">
            <a:extLst>
              <a:ext uri="{FF2B5EF4-FFF2-40B4-BE49-F238E27FC236}">
                <a16:creationId xmlns:a16="http://schemas.microsoft.com/office/drawing/2014/main" id="{E2582AF2-97DB-B550-5D1C-821A062D4942}"/>
              </a:ext>
            </a:extLst>
          </p:cNvPr>
          <p:cNvSpPr/>
          <p:nvPr/>
        </p:nvSpPr>
        <p:spPr>
          <a:xfrm>
            <a:off x="933609" y="3422520"/>
            <a:ext cx="6419529" cy="737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4200" b="0" i="0" u="none" strike="noStrike" cap="none" dirty="0">
                <a:solidFill>
                  <a:schemeClr val="dk1"/>
                </a:solidFill>
                <a:latin typeface="Old English Text MT" panose="03040902040508030806" pitchFamily="66" charset="0"/>
                <a:sym typeface="Arial"/>
              </a:rPr>
              <a:t>Certificate Of Promotion</a:t>
            </a:r>
            <a:endParaRPr sz="4200" b="0" i="0" u="none" strike="noStrike" cap="none" dirty="0">
              <a:solidFill>
                <a:srgbClr val="000000"/>
              </a:solidFill>
              <a:latin typeface="Old English Text MT" panose="03040902040508030806" pitchFamily="66" charset="0"/>
              <a:sym typeface="Arial"/>
            </a:endParaRPr>
          </a:p>
        </p:txBody>
      </p:sp>
      <p:sp>
        <p:nvSpPr>
          <p:cNvPr id="30" name="Google Shape;106;p1">
            <a:extLst>
              <a:ext uri="{FF2B5EF4-FFF2-40B4-BE49-F238E27FC236}">
                <a16:creationId xmlns:a16="http://schemas.microsoft.com/office/drawing/2014/main" id="{1890205E-BDDD-1532-0B1C-FD917EB0E677}"/>
              </a:ext>
            </a:extLst>
          </p:cNvPr>
          <p:cNvSpPr/>
          <p:nvPr/>
        </p:nvSpPr>
        <p:spPr>
          <a:xfrm>
            <a:off x="933609" y="4124520"/>
            <a:ext cx="6419529" cy="644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36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</a:t>
            </a:r>
            <a:endParaRPr sz="3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" name="Google Shape;107;p1">
            <a:extLst>
              <a:ext uri="{FF2B5EF4-FFF2-40B4-BE49-F238E27FC236}">
                <a16:creationId xmlns:a16="http://schemas.microsoft.com/office/drawing/2014/main" id="{D0B7F515-E29E-314E-2F10-4A0D59CA504E}"/>
              </a:ext>
            </a:extLst>
          </p:cNvPr>
          <p:cNvCxnSpPr/>
          <p:nvPr/>
        </p:nvCxnSpPr>
        <p:spPr>
          <a:xfrm flipH="1">
            <a:off x="3722400" y="8696520"/>
            <a:ext cx="2822040" cy="792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33" name="Google Shape;109;p1">
            <a:extLst>
              <a:ext uri="{FF2B5EF4-FFF2-40B4-BE49-F238E27FC236}">
                <a16:creationId xmlns:a16="http://schemas.microsoft.com/office/drawing/2014/main" id="{5550809D-604D-2661-46D9-59D92FD05359}"/>
              </a:ext>
            </a:extLst>
          </p:cNvPr>
          <p:cNvSpPr/>
          <p:nvPr/>
        </p:nvSpPr>
        <p:spPr>
          <a:xfrm>
            <a:off x="933609" y="6433920"/>
            <a:ext cx="6419529" cy="583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32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110;p1">
            <a:extLst>
              <a:ext uri="{FF2B5EF4-FFF2-40B4-BE49-F238E27FC236}">
                <a16:creationId xmlns:a16="http://schemas.microsoft.com/office/drawing/2014/main" id="{D884BEB5-A1B6-F171-D040-C4DCBBEF775E}"/>
              </a:ext>
            </a:extLst>
          </p:cNvPr>
          <p:cNvSpPr/>
          <p:nvPr/>
        </p:nvSpPr>
        <p:spPr>
          <a:xfrm>
            <a:off x="933609" y="7119720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the rank of </a:t>
            </a:r>
            <a:r>
              <a:rPr lang="en-AU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Senior Corporal 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 effect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dateNumber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r>
              <a:rPr lang="en-GB" sz="2000" b="0" i="1" u="none" strike="noStrike" cap="none" baseline="30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{suffix}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{date}.</a:t>
            </a:r>
            <a:endParaRPr lang="en-GB"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111;p1">
            <a:extLst>
              <a:ext uri="{FF2B5EF4-FFF2-40B4-BE49-F238E27FC236}">
                <a16:creationId xmlns:a16="http://schemas.microsoft.com/office/drawing/2014/main" id="{98F0CAA4-0600-C1AF-0146-640FDBB34B84}"/>
              </a:ext>
            </a:extLst>
          </p:cNvPr>
          <p:cNvSpPr/>
          <p:nvPr/>
        </p:nvSpPr>
        <p:spPr>
          <a:xfrm>
            <a:off x="933609" y="4820400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 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has completed all necessary trainings and been deemed suitable in all areas required for promotion.</a:t>
            </a:r>
          </a:p>
        </p:txBody>
      </p:sp>
      <p:sp>
        <p:nvSpPr>
          <p:cNvPr id="37" name="Google Shape;113;p1">
            <a:extLst>
              <a:ext uri="{FF2B5EF4-FFF2-40B4-BE49-F238E27FC236}">
                <a16:creationId xmlns:a16="http://schemas.microsoft.com/office/drawing/2014/main" id="{60236AF2-A3FD-AFC3-3F37-8849B73C282C}"/>
              </a:ext>
            </a:extLst>
          </p:cNvPr>
          <p:cNvSpPr/>
          <p:nvPr/>
        </p:nvSpPr>
        <p:spPr>
          <a:xfrm>
            <a:off x="2985840" y="8685000"/>
            <a:ext cx="4277880" cy="598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{signaturerRankShort} {signaturer}</a:t>
            </a:r>
            <a:br>
              <a:rPr lang="en-AU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Officer Commanding</a:t>
            </a:r>
            <a:br>
              <a:rPr lang="en-AU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Australian Special Operations Taskforce HQ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" name="Google Shape;104;p1">
            <a:extLst>
              <a:ext uri="{FF2B5EF4-FFF2-40B4-BE49-F238E27FC236}">
                <a16:creationId xmlns:a16="http://schemas.microsoft.com/office/drawing/2014/main" id="{F24EA8D6-D9E0-5562-3A7E-6903E9610638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14400" y="8354520"/>
            <a:ext cx="1436400" cy="125244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11;p1">
            <a:extLst>
              <a:ext uri="{FF2B5EF4-FFF2-40B4-BE49-F238E27FC236}">
                <a16:creationId xmlns:a16="http://schemas.microsoft.com/office/drawing/2014/main" id="{C2B56F08-7ACF-7C35-C88F-4C5062991FB7}"/>
              </a:ext>
            </a:extLst>
          </p:cNvPr>
          <p:cNvSpPr/>
          <p:nvPr/>
        </p:nvSpPr>
        <p:spPr>
          <a:xfrm>
            <a:off x="934292" y="5735481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algn="ctr"/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I,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signaturerRankFull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signaturer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},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Officer Commanding, Australian Special Operations Taskforce, hereby promote</a:t>
            </a:r>
            <a:endParaRPr lang="en-GB"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Google Shape;847;p42">
            <a:extLst>
              <a:ext uri="{FF2B5EF4-FFF2-40B4-BE49-F238E27FC236}">
                <a16:creationId xmlns:a16="http://schemas.microsoft.com/office/drawing/2014/main" id="{C4414325-F978-79F3-75FF-67D72192E025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170808" y="971377"/>
            <a:ext cx="2000250" cy="24574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14;p1">
            <a:extLst>
              <a:ext uri="{FF2B5EF4-FFF2-40B4-BE49-F238E27FC236}">
                <a16:creationId xmlns:a16="http://schemas.microsoft.com/office/drawing/2014/main" id="{0FCD5FF9-ADF0-E37F-DD09-34D872ED2056}"/>
              </a:ext>
            </a:extLst>
          </p:cNvPr>
          <p:cNvSpPr/>
          <p:nvPr/>
        </p:nvSpPr>
        <p:spPr>
          <a:xfrm>
            <a:off x="2932650" y="8215616"/>
            <a:ext cx="4539420" cy="521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{</a:t>
            </a:r>
            <a:r>
              <a:rPr lang="en-AU" sz="2800" b="0" i="1" u="none" strike="noStrike" cap="none" dirty="0" err="1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signaturerRankShort</a:t>
            </a: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} {</a:t>
            </a:r>
            <a:r>
              <a:rPr lang="en-AU" sz="2800" b="0" i="1" u="none" strike="noStrike" cap="none" dirty="0" err="1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signaturer</a:t>
            </a: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}</a:t>
            </a:r>
            <a:endParaRPr sz="2800" b="0" i="0" u="none" strike="noStrike" cap="none" dirty="0">
              <a:solidFill>
                <a:srgbClr val="000000"/>
              </a:solidFill>
              <a:latin typeface="Brush Script MT" panose="03060802040406070304" pitchFamily="66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7583178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832CC722-01B1-A62D-CEDE-06838B88C8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">
            <a:extLst>
              <a:ext uri="{FF2B5EF4-FFF2-40B4-BE49-F238E27FC236}">
                <a16:creationId xmlns:a16="http://schemas.microsoft.com/office/drawing/2014/main" id="{08AA7DBA-F617-58B9-4E7D-4152717305A7}"/>
              </a:ext>
            </a:extLst>
          </p:cNvPr>
          <p:cNvSpPr/>
          <p:nvPr/>
        </p:nvSpPr>
        <p:spPr>
          <a:xfrm rot="5400000">
            <a:off x="-1500189" y="1487486"/>
            <a:ext cx="11268076" cy="8293101"/>
          </a:xfrm>
          <a:prstGeom prst="rect">
            <a:avLst/>
          </a:prstGeom>
          <a:blipFill rotWithShape="0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0000" tIns="45000" rIns="90000" bIns="45000" anchor="t" anchorCtr="1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Google Shape;102;p1">
            <a:extLst>
              <a:ext uri="{FF2B5EF4-FFF2-40B4-BE49-F238E27FC236}">
                <a16:creationId xmlns:a16="http://schemas.microsoft.com/office/drawing/2014/main" id="{07D4D208-B0A3-A15C-8AA7-83950D8BD9F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10028" t="12535" r="10465" b="20264"/>
          <a:stretch/>
        </p:blipFill>
        <p:spPr>
          <a:xfrm rot="5400000">
            <a:off x="-1521845" y="1469005"/>
            <a:ext cx="11419340" cy="8401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103;p1">
            <a:extLst>
              <a:ext uri="{FF2B5EF4-FFF2-40B4-BE49-F238E27FC236}">
                <a16:creationId xmlns:a16="http://schemas.microsoft.com/office/drawing/2014/main" id="{7659488D-DF3F-3CB3-1A5C-00A16277EDE6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29378" y="738891"/>
            <a:ext cx="6821645" cy="9877373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105;p1">
            <a:extLst>
              <a:ext uri="{FF2B5EF4-FFF2-40B4-BE49-F238E27FC236}">
                <a16:creationId xmlns:a16="http://schemas.microsoft.com/office/drawing/2014/main" id="{867E4412-7779-2140-6C93-CBA00562D870}"/>
              </a:ext>
            </a:extLst>
          </p:cNvPr>
          <p:cNvSpPr/>
          <p:nvPr/>
        </p:nvSpPr>
        <p:spPr>
          <a:xfrm>
            <a:off x="933609" y="3422520"/>
            <a:ext cx="6419529" cy="737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4200" b="0" i="0" u="none" strike="noStrike" cap="none" dirty="0">
                <a:solidFill>
                  <a:schemeClr val="dk1"/>
                </a:solidFill>
                <a:latin typeface="Old English Text MT" panose="03040902040508030806" pitchFamily="66" charset="0"/>
                <a:sym typeface="Arial"/>
              </a:rPr>
              <a:t>Certificate Of Promotion</a:t>
            </a:r>
            <a:endParaRPr sz="4200" b="0" i="0" u="none" strike="noStrike" cap="none" dirty="0">
              <a:solidFill>
                <a:srgbClr val="000000"/>
              </a:solidFill>
              <a:latin typeface="Old English Text MT" panose="03040902040508030806" pitchFamily="66" charset="0"/>
              <a:sym typeface="Arial"/>
            </a:endParaRPr>
          </a:p>
        </p:txBody>
      </p:sp>
      <p:sp>
        <p:nvSpPr>
          <p:cNvPr id="30" name="Google Shape;106;p1">
            <a:extLst>
              <a:ext uri="{FF2B5EF4-FFF2-40B4-BE49-F238E27FC236}">
                <a16:creationId xmlns:a16="http://schemas.microsoft.com/office/drawing/2014/main" id="{252012E2-5655-3D21-819B-CBBFBA58D1F6}"/>
              </a:ext>
            </a:extLst>
          </p:cNvPr>
          <p:cNvSpPr/>
          <p:nvPr/>
        </p:nvSpPr>
        <p:spPr>
          <a:xfrm>
            <a:off x="933609" y="4124520"/>
            <a:ext cx="6419529" cy="644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36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</a:t>
            </a:r>
            <a:endParaRPr sz="3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" name="Google Shape;107;p1">
            <a:extLst>
              <a:ext uri="{FF2B5EF4-FFF2-40B4-BE49-F238E27FC236}">
                <a16:creationId xmlns:a16="http://schemas.microsoft.com/office/drawing/2014/main" id="{2B2FA90E-A66D-0D29-B467-B5A4779CCC3C}"/>
              </a:ext>
            </a:extLst>
          </p:cNvPr>
          <p:cNvCxnSpPr/>
          <p:nvPr/>
        </p:nvCxnSpPr>
        <p:spPr>
          <a:xfrm flipH="1">
            <a:off x="3722400" y="8696520"/>
            <a:ext cx="2822040" cy="792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33" name="Google Shape;109;p1">
            <a:extLst>
              <a:ext uri="{FF2B5EF4-FFF2-40B4-BE49-F238E27FC236}">
                <a16:creationId xmlns:a16="http://schemas.microsoft.com/office/drawing/2014/main" id="{787CB913-4B59-9E8B-E99D-533EB9E77931}"/>
              </a:ext>
            </a:extLst>
          </p:cNvPr>
          <p:cNvSpPr/>
          <p:nvPr/>
        </p:nvSpPr>
        <p:spPr>
          <a:xfrm>
            <a:off x="933609" y="6433920"/>
            <a:ext cx="6419529" cy="583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32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110;p1">
            <a:extLst>
              <a:ext uri="{FF2B5EF4-FFF2-40B4-BE49-F238E27FC236}">
                <a16:creationId xmlns:a16="http://schemas.microsoft.com/office/drawing/2014/main" id="{0465AC5E-6F20-2FBC-01A3-34191D918A54}"/>
              </a:ext>
            </a:extLst>
          </p:cNvPr>
          <p:cNvSpPr/>
          <p:nvPr/>
        </p:nvSpPr>
        <p:spPr>
          <a:xfrm>
            <a:off x="933609" y="7119720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the rank of </a:t>
            </a:r>
            <a:r>
              <a:rPr lang="en-AU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Junior Bombardier 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 effect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dateNumber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r>
              <a:rPr lang="en-GB" sz="2000" b="0" i="1" u="none" strike="noStrike" cap="none" baseline="30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{suffix}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{date}.</a:t>
            </a:r>
            <a:endParaRPr lang="en-GB"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111;p1">
            <a:extLst>
              <a:ext uri="{FF2B5EF4-FFF2-40B4-BE49-F238E27FC236}">
                <a16:creationId xmlns:a16="http://schemas.microsoft.com/office/drawing/2014/main" id="{08DCA270-F935-8BE7-AF29-187CDEF40463}"/>
              </a:ext>
            </a:extLst>
          </p:cNvPr>
          <p:cNvSpPr/>
          <p:nvPr/>
        </p:nvSpPr>
        <p:spPr>
          <a:xfrm>
            <a:off x="933609" y="4820400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 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has completed all necessary trainings and been deemed suitable in all areas required for promotion.</a:t>
            </a:r>
          </a:p>
        </p:txBody>
      </p:sp>
      <p:sp>
        <p:nvSpPr>
          <p:cNvPr id="37" name="Google Shape;113;p1">
            <a:extLst>
              <a:ext uri="{FF2B5EF4-FFF2-40B4-BE49-F238E27FC236}">
                <a16:creationId xmlns:a16="http://schemas.microsoft.com/office/drawing/2014/main" id="{E6762D5A-3243-79DC-8045-BBAA6D9629A3}"/>
              </a:ext>
            </a:extLst>
          </p:cNvPr>
          <p:cNvSpPr/>
          <p:nvPr/>
        </p:nvSpPr>
        <p:spPr>
          <a:xfrm>
            <a:off x="2985840" y="8685000"/>
            <a:ext cx="4277880" cy="598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{signaturerRankShort} {signaturer}</a:t>
            </a:r>
            <a:br>
              <a:rPr lang="en-AU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Officer Commanding</a:t>
            </a:r>
            <a:br>
              <a:rPr lang="en-AU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Australian Special Operations Taskforce HQ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" name="Google Shape;104;p1">
            <a:extLst>
              <a:ext uri="{FF2B5EF4-FFF2-40B4-BE49-F238E27FC236}">
                <a16:creationId xmlns:a16="http://schemas.microsoft.com/office/drawing/2014/main" id="{819B293A-06DF-9156-591C-BC13B60F885F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14400" y="8354520"/>
            <a:ext cx="1436400" cy="125244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11;p1">
            <a:extLst>
              <a:ext uri="{FF2B5EF4-FFF2-40B4-BE49-F238E27FC236}">
                <a16:creationId xmlns:a16="http://schemas.microsoft.com/office/drawing/2014/main" id="{806A5AAC-3E65-3ED3-2B3F-91FEE49D9605}"/>
              </a:ext>
            </a:extLst>
          </p:cNvPr>
          <p:cNvSpPr/>
          <p:nvPr/>
        </p:nvSpPr>
        <p:spPr>
          <a:xfrm>
            <a:off x="934292" y="5735481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algn="ctr"/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I,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signaturerRankFull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signaturer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},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Officer Commanding, Australian Special Operations Taskforce, hereby promote</a:t>
            </a:r>
            <a:endParaRPr lang="en-GB"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Google Shape;776;p38">
            <a:extLst>
              <a:ext uri="{FF2B5EF4-FFF2-40B4-BE49-F238E27FC236}">
                <a16:creationId xmlns:a16="http://schemas.microsoft.com/office/drawing/2014/main" id="{314D8541-13A8-9F0B-734D-1D6A477E74FF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 l="2803" t="14892" r="8196"/>
          <a:stretch/>
        </p:blipFill>
        <p:spPr>
          <a:xfrm>
            <a:off x="3290888" y="1376363"/>
            <a:ext cx="1695450" cy="2050957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14;p1">
            <a:extLst>
              <a:ext uri="{FF2B5EF4-FFF2-40B4-BE49-F238E27FC236}">
                <a16:creationId xmlns:a16="http://schemas.microsoft.com/office/drawing/2014/main" id="{0C863F0A-EA49-0D4E-3E69-47DC4101D6DB}"/>
              </a:ext>
            </a:extLst>
          </p:cNvPr>
          <p:cNvSpPr/>
          <p:nvPr/>
        </p:nvSpPr>
        <p:spPr>
          <a:xfrm>
            <a:off x="2932650" y="8215616"/>
            <a:ext cx="4539420" cy="521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{</a:t>
            </a:r>
            <a:r>
              <a:rPr lang="en-AU" sz="2800" b="0" i="1" u="none" strike="noStrike" cap="none" dirty="0" err="1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signaturerRankShort</a:t>
            </a: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} {</a:t>
            </a:r>
            <a:r>
              <a:rPr lang="en-AU" sz="2800" b="0" i="1" u="none" strike="noStrike" cap="none" dirty="0" err="1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signaturer</a:t>
            </a: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}</a:t>
            </a:r>
            <a:endParaRPr sz="2800" b="0" i="0" u="none" strike="noStrike" cap="none" dirty="0">
              <a:solidFill>
                <a:srgbClr val="000000"/>
              </a:solidFill>
              <a:latin typeface="Brush Script MT" panose="03060802040406070304" pitchFamily="66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2047349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4AD32B61-4223-BF7B-A88A-D9AFA1B907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">
            <a:extLst>
              <a:ext uri="{FF2B5EF4-FFF2-40B4-BE49-F238E27FC236}">
                <a16:creationId xmlns:a16="http://schemas.microsoft.com/office/drawing/2014/main" id="{E5611531-178B-81A3-5484-3CC94A1BBCC7}"/>
              </a:ext>
            </a:extLst>
          </p:cNvPr>
          <p:cNvSpPr/>
          <p:nvPr/>
        </p:nvSpPr>
        <p:spPr>
          <a:xfrm rot="5400000">
            <a:off x="-1500189" y="1487486"/>
            <a:ext cx="11268076" cy="8293101"/>
          </a:xfrm>
          <a:prstGeom prst="rect">
            <a:avLst/>
          </a:prstGeom>
          <a:blipFill rotWithShape="0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0000" tIns="45000" rIns="90000" bIns="45000" anchor="t" anchorCtr="1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Google Shape;102;p1">
            <a:extLst>
              <a:ext uri="{FF2B5EF4-FFF2-40B4-BE49-F238E27FC236}">
                <a16:creationId xmlns:a16="http://schemas.microsoft.com/office/drawing/2014/main" id="{B0F5AFC9-D6AE-F01C-0E43-C677787463F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10028" t="12535" r="10465" b="20264"/>
          <a:stretch/>
        </p:blipFill>
        <p:spPr>
          <a:xfrm rot="5400000">
            <a:off x="-1521845" y="1469005"/>
            <a:ext cx="11419340" cy="8401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103;p1">
            <a:extLst>
              <a:ext uri="{FF2B5EF4-FFF2-40B4-BE49-F238E27FC236}">
                <a16:creationId xmlns:a16="http://schemas.microsoft.com/office/drawing/2014/main" id="{61D9A8DF-539A-51F4-F572-06D713AB80F9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29378" y="738891"/>
            <a:ext cx="6821645" cy="9877373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105;p1">
            <a:extLst>
              <a:ext uri="{FF2B5EF4-FFF2-40B4-BE49-F238E27FC236}">
                <a16:creationId xmlns:a16="http://schemas.microsoft.com/office/drawing/2014/main" id="{755AA2A3-9FC4-FD27-5229-30F311DA4BDA}"/>
              </a:ext>
            </a:extLst>
          </p:cNvPr>
          <p:cNvSpPr/>
          <p:nvPr/>
        </p:nvSpPr>
        <p:spPr>
          <a:xfrm>
            <a:off x="933609" y="3422520"/>
            <a:ext cx="6419529" cy="737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4200" b="0" i="0" u="none" strike="noStrike" cap="none" dirty="0">
                <a:solidFill>
                  <a:schemeClr val="dk1"/>
                </a:solidFill>
                <a:latin typeface="Old English Text MT" panose="03040902040508030806" pitchFamily="66" charset="0"/>
                <a:sym typeface="Arial"/>
              </a:rPr>
              <a:t>Certificate Of Promotion</a:t>
            </a:r>
            <a:endParaRPr sz="4200" b="0" i="0" u="none" strike="noStrike" cap="none" dirty="0">
              <a:solidFill>
                <a:srgbClr val="000000"/>
              </a:solidFill>
              <a:latin typeface="Old English Text MT" panose="03040902040508030806" pitchFamily="66" charset="0"/>
              <a:sym typeface="Arial"/>
            </a:endParaRPr>
          </a:p>
        </p:txBody>
      </p:sp>
      <p:sp>
        <p:nvSpPr>
          <p:cNvPr id="30" name="Google Shape;106;p1">
            <a:extLst>
              <a:ext uri="{FF2B5EF4-FFF2-40B4-BE49-F238E27FC236}">
                <a16:creationId xmlns:a16="http://schemas.microsoft.com/office/drawing/2014/main" id="{1D14C7B1-6A93-4532-C769-4F272CF277FD}"/>
              </a:ext>
            </a:extLst>
          </p:cNvPr>
          <p:cNvSpPr/>
          <p:nvPr/>
        </p:nvSpPr>
        <p:spPr>
          <a:xfrm>
            <a:off x="933609" y="4124520"/>
            <a:ext cx="6419529" cy="644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36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</a:t>
            </a:r>
            <a:endParaRPr sz="3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" name="Google Shape;107;p1">
            <a:extLst>
              <a:ext uri="{FF2B5EF4-FFF2-40B4-BE49-F238E27FC236}">
                <a16:creationId xmlns:a16="http://schemas.microsoft.com/office/drawing/2014/main" id="{C2007DB1-D571-13C6-6722-30785AA7EFBC}"/>
              </a:ext>
            </a:extLst>
          </p:cNvPr>
          <p:cNvCxnSpPr/>
          <p:nvPr/>
        </p:nvCxnSpPr>
        <p:spPr>
          <a:xfrm flipH="1">
            <a:off x="3722400" y="8696520"/>
            <a:ext cx="2822040" cy="792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33" name="Google Shape;109;p1">
            <a:extLst>
              <a:ext uri="{FF2B5EF4-FFF2-40B4-BE49-F238E27FC236}">
                <a16:creationId xmlns:a16="http://schemas.microsoft.com/office/drawing/2014/main" id="{0F74C1EE-CE84-3B5B-A06A-A5E373FE80C7}"/>
              </a:ext>
            </a:extLst>
          </p:cNvPr>
          <p:cNvSpPr/>
          <p:nvPr/>
        </p:nvSpPr>
        <p:spPr>
          <a:xfrm>
            <a:off x="933609" y="6433920"/>
            <a:ext cx="6419529" cy="583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32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110;p1">
            <a:extLst>
              <a:ext uri="{FF2B5EF4-FFF2-40B4-BE49-F238E27FC236}">
                <a16:creationId xmlns:a16="http://schemas.microsoft.com/office/drawing/2014/main" id="{6D86D0F4-6963-6290-54D5-F7D0C60CD612}"/>
              </a:ext>
            </a:extLst>
          </p:cNvPr>
          <p:cNvSpPr/>
          <p:nvPr/>
        </p:nvSpPr>
        <p:spPr>
          <a:xfrm>
            <a:off x="933609" y="7119720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the rank of </a:t>
            </a:r>
            <a:r>
              <a:rPr lang="en-AU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Bombardier 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 effect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dateNumber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r>
              <a:rPr lang="en-GB" sz="2000" b="0" i="1" u="none" strike="noStrike" cap="none" baseline="30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{suffix}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{date}.</a:t>
            </a:r>
            <a:endParaRPr lang="en-GB"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111;p1">
            <a:extLst>
              <a:ext uri="{FF2B5EF4-FFF2-40B4-BE49-F238E27FC236}">
                <a16:creationId xmlns:a16="http://schemas.microsoft.com/office/drawing/2014/main" id="{69788EC5-AF42-D60B-E176-0A8A89317C87}"/>
              </a:ext>
            </a:extLst>
          </p:cNvPr>
          <p:cNvSpPr/>
          <p:nvPr/>
        </p:nvSpPr>
        <p:spPr>
          <a:xfrm>
            <a:off x="933609" y="4820400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 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has completed all necessary trainings and been deemed suitable in all areas required for promotion.</a:t>
            </a:r>
          </a:p>
        </p:txBody>
      </p:sp>
      <p:sp>
        <p:nvSpPr>
          <p:cNvPr id="37" name="Google Shape;113;p1">
            <a:extLst>
              <a:ext uri="{FF2B5EF4-FFF2-40B4-BE49-F238E27FC236}">
                <a16:creationId xmlns:a16="http://schemas.microsoft.com/office/drawing/2014/main" id="{91CB5E22-2D1C-8C84-1449-103B9CF33836}"/>
              </a:ext>
            </a:extLst>
          </p:cNvPr>
          <p:cNvSpPr/>
          <p:nvPr/>
        </p:nvSpPr>
        <p:spPr>
          <a:xfrm>
            <a:off x="2985840" y="8685000"/>
            <a:ext cx="4277880" cy="598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{signaturerRankShort} {signaturer}</a:t>
            </a:r>
            <a:br>
              <a:rPr lang="en-AU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Officer Commanding</a:t>
            </a:r>
            <a:br>
              <a:rPr lang="en-AU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Australian Special Operations Taskforce HQ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" name="Google Shape;104;p1">
            <a:extLst>
              <a:ext uri="{FF2B5EF4-FFF2-40B4-BE49-F238E27FC236}">
                <a16:creationId xmlns:a16="http://schemas.microsoft.com/office/drawing/2014/main" id="{347A2B24-2247-447D-65F8-C66CCF52FC12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14400" y="8354520"/>
            <a:ext cx="1436400" cy="125244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11;p1">
            <a:extLst>
              <a:ext uri="{FF2B5EF4-FFF2-40B4-BE49-F238E27FC236}">
                <a16:creationId xmlns:a16="http://schemas.microsoft.com/office/drawing/2014/main" id="{1B703E56-8507-556B-99B3-82FA3EEA26F2}"/>
              </a:ext>
            </a:extLst>
          </p:cNvPr>
          <p:cNvSpPr/>
          <p:nvPr/>
        </p:nvSpPr>
        <p:spPr>
          <a:xfrm>
            <a:off x="934292" y="5735481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algn="ctr"/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I,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signaturerRankFull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signaturer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},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Officer Commanding, Australian Special Operations Taskforce, hereby promote</a:t>
            </a:r>
            <a:endParaRPr lang="en-GB"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Google Shape;794;p39">
            <a:extLst>
              <a:ext uri="{FF2B5EF4-FFF2-40B4-BE49-F238E27FC236}">
                <a16:creationId xmlns:a16="http://schemas.microsoft.com/office/drawing/2014/main" id="{5B3EC11A-3831-CFFC-BE2F-7A053F7B51B9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134720" y="1678772"/>
            <a:ext cx="2010960" cy="161748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114;p1">
            <a:extLst>
              <a:ext uri="{FF2B5EF4-FFF2-40B4-BE49-F238E27FC236}">
                <a16:creationId xmlns:a16="http://schemas.microsoft.com/office/drawing/2014/main" id="{CDCC7D46-3EDE-49AD-E425-99EF26E70EB4}"/>
              </a:ext>
            </a:extLst>
          </p:cNvPr>
          <p:cNvSpPr/>
          <p:nvPr/>
        </p:nvSpPr>
        <p:spPr>
          <a:xfrm>
            <a:off x="2932650" y="8215616"/>
            <a:ext cx="4539420" cy="521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{</a:t>
            </a:r>
            <a:r>
              <a:rPr lang="en-AU" sz="2800" b="0" i="1" u="none" strike="noStrike" cap="none" dirty="0" err="1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signaturerRankShort</a:t>
            </a: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} {</a:t>
            </a:r>
            <a:r>
              <a:rPr lang="en-AU" sz="2800" b="0" i="1" u="none" strike="noStrike" cap="none" dirty="0" err="1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signaturer</a:t>
            </a: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}</a:t>
            </a:r>
            <a:endParaRPr sz="2800" b="0" i="0" u="none" strike="noStrike" cap="none" dirty="0">
              <a:solidFill>
                <a:srgbClr val="000000"/>
              </a:solidFill>
              <a:latin typeface="Brush Script MT" panose="03060802040406070304" pitchFamily="66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9799873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D7A2FA5D-245A-2772-CDBA-52B8D07450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">
            <a:extLst>
              <a:ext uri="{FF2B5EF4-FFF2-40B4-BE49-F238E27FC236}">
                <a16:creationId xmlns:a16="http://schemas.microsoft.com/office/drawing/2014/main" id="{563630A3-AB85-694B-271F-DF6187FA10D6}"/>
              </a:ext>
            </a:extLst>
          </p:cNvPr>
          <p:cNvSpPr/>
          <p:nvPr/>
        </p:nvSpPr>
        <p:spPr>
          <a:xfrm rot="5400000">
            <a:off x="-1500189" y="1487486"/>
            <a:ext cx="11268076" cy="8293101"/>
          </a:xfrm>
          <a:prstGeom prst="rect">
            <a:avLst/>
          </a:prstGeom>
          <a:blipFill rotWithShape="0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0000" tIns="45000" rIns="90000" bIns="45000" anchor="t" anchorCtr="1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Google Shape;102;p1">
            <a:extLst>
              <a:ext uri="{FF2B5EF4-FFF2-40B4-BE49-F238E27FC236}">
                <a16:creationId xmlns:a16="http://schemas.microsoft.com/office/drawing/2014/main" id="{54B5CB21-01E9-FA93-BE06-FA7BAFA5C33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10028" t="12535" r="10465" b="20264"/>
          <a:stretch/>
        </p:blipFill>
        <p:spPr>
          <a:xfrm rot="5400000">
            <a:off x="-1521845" y="1469005"/>
            <a:ext cx="11419340" cy="8401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103;p1">
            <a:extLst>
              <a:ext uri="{FF2B5EF4-FFF2-40B4-BE49-F238E27FC236}">
                <a16:creationId xmlns:a16="http://schemas.microsoft.com/office/drawing/2014/main" id="{5A97D8BB-44B0-E02A-ACAA-60925AB29CBD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29378" y="738891"/>
            <a:ext cx="6821645" cy="9877373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105;p1">
            <a:extLst>
              <a:ext uri="{FF2B5EF4-FFF2-40B4-BE49-F238E27FC236}">
                <a16:creationId xmlns:a16="http://schemas.microsoft.com/office/drawing/2014/main" id="{B9BF9C97-80CA-29C1-CD8F-1B2589CDA568}"/>
              </a:ext>
            </a:extLst>
          </p:cNvPr>
          <p:cNvSpPr/>
          <p:nvPr/>
        </p:nvSpPr>
        <p:spPr>
          <a:xfrm>
            <a:off x="933609" y="3422520"/>
            <a:ext cx="6419529" cy="737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4200" b="0" i="0" u="none" strike="noStrike" cap="none" dirty="0">
                <a:solidFill>
                  <a:schemeClr val="dk1"/>
                </a:solidFill>
                <a:latin typeface="Old English Text MT" panose="03040902040508030806" pitchFamily="66" charset="0"/>
                <a:sym typeface="Arial"/>
              </a:rPr>
              <a:t>Certificate Of Promotion</a:t>
            </a:r>
            <a:endParaRPr sz="4200" b="0" i="0" u="none" strike="noStrike" cap="none" dirty="0">
              <a:solidFill>
                <a:srgbClr val="000000"/>
              </a:solidFill>
              <a:latin typeface="Old English Text MT" panose="03040902040508030806" pitchFamily="66" charset="0"/>
              <a:sym typeface="Arial"/>
            </a:endParaRPr>
          </a:p>
        </p:txBody>
      </p:sp>
      <p:sp>
        <p:nvSpPr>
          <p:cNvPr id="30" name="Google Shape;106;p1">
            <a:extLst>
              <a:ext uri="{FF2B5EF4-FFF2-40B4-BE49-F238E27FC236}">
                <a16:creationId xmlns:a16="http://schemas.microsoft.com/office/drawing/2014/main" id="{E21E2BAE-EDA1-1859-AFFA-1B57C590AD99}"/>
              </a:ext>
            </a:extLst>
          </p:cNvPr>
          <p:cNvSpPr/>
          <p:nvPr/>
        </p:nvSpPr>
        <p:spPr>
          <a:xfrm>
            <a:off x="933609" y="4124520"/>
            <a:ext cx="6419529" cy="644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36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</a:t>
            </a:r>
            <a:endParaRPr sz="3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" name="Google Shape;107;p1">
            <a:extLst>
              <a:ext uri="{FF2B5EF4-FFF2-40B4-BE49-F238E27FC236}">
                <a16:creationId xmlns:a16="http://schemas.microsoft.com/office/drawing/2014/main" id="{733E53B0-BEEB-77C9-3609-005E2CA82046}"/>
              </a:ext>
            </a:extLst>
          </p:cNvPr>
          <p:cNvCxnSpPr/>
          <p:nvPr/>
        </p:nvCxnSpPr>
        <p:spPr>
          <a:xfrm flipH="1">
            <a:off x="3722400" y="8696520"/>
            <a:ext cx="2822040" cy="792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33" name="Google Shape;109;p1">
            <a:extLst>
              <a:ext uri="{FF2B5EF4-FFF2-40B4-BE49-F238E27FC236}">
                <a16:creationId xmlns:a16="http://schemas.microsoft.com/office/drawing/2014/main" id="{940B21EF-4152-E53D-6324-04226A115F5D}"/>
              </a:ext>
            </a:extLst>
          </p:cNvPr>
          <p:cNvSpPr/>
          <p:nvPr/>
        </p:nvSpPr>
        <p:spPr>
          <a:xfrm>
            <a:off x="933609" y="6433920"/>
            <a:ext cx="6419529" cy="583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32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110;p1">
            <a:extLst>
              <a:ext uri="{FF2B5EF4-FFF2-40B4-BE49-F238E27FC236}">
                <a16:creationId xmlns:a16="http://schemas.microsoft.com/office/drawing/2014/main" id="{8B995622-718D-FFFC-8EA6-F9912185E482}"/>
              </a:ext>
            </a:extLst>
          </p:cNvPr>
          <p:cNvSpPr/>
          <p:nvPr/>
        </p:nvSpPr>
        <p:spPr>
          <a:xfrm>
            <a:off x="933609" y="7119720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the rank of </a:t>
            </a:r>
            <a:r>
              <a:rPr lang="en-AU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Bombardier Proficient 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 effect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dateNumber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r>
              <a:rPr lang="en-GB" sz="2000" b="0" i="1" u="none" strike="noStrike" cap="none" baseline="30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{suffix}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{date}.</a:t>
            </a:r>
            <a:endParaRPr lang="en-GB"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111;p1">
            <a:extLst>
              <a:ext uri="{FF2B5EF4-FFF2-40B4-BE49-F238E27FC236}">
                <a16:creationId xmlns:a16="http://schemas.microsoft.com/office/drawing/2014/main" id="{3532BAC4-63D3-E60B-001F-6F7A4487860E}"/>
              </a:ext>
            </a:extLst>
          </p:cNvPr>
          <p:cNvSpPr/>
          <p:nvPr/>
        </p:nvSpPr>
        <p:spPr>
          <a:xfrm>
            <a:off x="933609" y="4820400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 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has completed all necessary trainings and been deemed suitable in all areas required for promotion.</a:t>
            </a:r>
          </a:p>
        </p:txBody>
      </p:sp>
      <p:sp>
        <p:nvSpPr>
          <p:cNvPr id="37" name="Google Shape;113;p1">
            <a:extLst>
              <a:ext uri="{FF2B5EF4-FFF2-40B4-BE49-F238E27FC236}">
                <a16:creationId xmlns:a16="http://schemas.microsoft.com/office/drawing/2014/main" id="{61391F23-809F-6B5D-0F9D-84C305F5DD10}"/>
              </a:ext>
            </a:extLst>
          </p:cNvPr>
          <p:cNvSpPr/>
          <p:nvPr/>
        </p:nvSpPr>
        <p:spPr>
          <a:xfrm>
            <a:off x="2985840" y="8685000"/>
            <a:ext cx="4277880" cy="598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{signaturerRankShort} {signaturer}</a:t>
            </a:r>
            <a:br>
              <a:rPr lang="en-AU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Officer Commanding</a:t>
            </a:r>
            <a:br>
              <a:rPr lang="en-AU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Australian Special Operations Taskforce HQ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" name="Google Shape;104;p1">
            <a:extLst>
              <a:ext uri="{FF2B5EF4-FFF2-40B4-BE49-F238E27FC236}">
                <a16:creationId xmlns:a16="http://schemas.microsoft.com/office/drawing/2014/main" id="{33677692-2341-1F95-10FE-C85EBFDB0F9C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14400" y="8354520"/>
            <a:ext cx="1436400" cy="125244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11;p1">
            <a:extLst>
              <a:ext uri="{FF2B5EF4-FFF2-40B4-BE49-F238E27FC236}">
                <a16:creationId xmlns:a16="http://schemas.microsoft.com/office/drawing/2014/main" id="{5F788102-FD38-E329-AC9D-29236C0D7BF3}"/>
              </a:ext>
            </a:extLst>
          </p:cNvPr>
          <p:cNvSpPr/>
          <p:nvPr/>
        </p:nvSpPr>
        <p:spPr>
          <a:xfrm>
            <a:off x="934292" y="5735481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algn="ctr"/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I,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signaturerRankFull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signaturer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},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Officer Commanding, Australian Special Operations Taskforce, hereby promote</a:t>
            </a:r>
            <a:endParaRPr lang="en-GB"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Google Shape;811;p40">
            <a:extLst>
              <a:ext uri="{FF2B5EF4-FFF2-40B4-BE49-F238E27FC236}">
                <a16:creationId xmlns:a16="http://schemas.microsoft.com/office/drawing/2014/main" id="{5656E988-905B-E690-9C7F-5517310D2A50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203575" y="1023844"/>
            <a:ext cx="1962150" cy="240982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114;p1">
            <a:extLst>
              <a:ext uri="{FF2B5EF4-FFF2-40B4-BE49-F238E27FC236}">
                <a16:creationId xmlns:a16="http://schemas.microsoft.com/office/drawing/2014/main" id="{B2312A85-A477-E551-430C-18C2F0564C45}"/>
              </a:ext>
            </a:extLst>
          </p:cNvPr>
          <p:cNvSpPr/>
          <p:nvPr/>
        </p:nvSpPr>
        <p:spPr>
          <a:xfrm>
            <a:off x="2932650" y="8215616"/>
            <a:ext cx="4539420" cy="521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{</a:t>
            </a:r>
            <a:r>
              <a:rPr lang="en-AU" sz="2800" b="0" i="1" u="none" strike="noStrike" cap="none" dirty="0" err="1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signaturerRankShort</a:t>
            </a: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} {</a:t>
            </a:r>
            <a:r>
              <a:rPr lang="en-AU" sz="2800" b="0" i="1" u="none" strike="noStrike" cap="none" dirty="0" err="1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signaturer</a:t>
            </a: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}</a:t>
            </a:r>
            <a:endParaRPr sz="2800" b="0" i="0" u="none" strike="noStrike" cap="none" dirty="0">
              <a:solidFill>
                <a:srgbClr val="000000"/>
              </a:solidFill>
              <a:latin typeface="Brush Script MT" panose="03060802040406070304" pitchFamily="66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0958816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A5EE218F-7D6B-EAAF-7351-0F477269AE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">
            <a:extLst>
              <a:ext uri="{FF2B5EF4-FFF2-40B4-BE49-F238E27FC236}">
                <a16:creationId xmlns:a16="http://schemas.microsoft.com/office/drawing/2014/main" id="{85B3F457-BA71-0D39-1C5C-95035C175FF8}"/>
              </a:ext>
            </a:extLst>
          </p:cNvPr>
          <p:cNvSpPr/>
          <p:nvPr/>
        </p:nvSpPr>
        <p:spPr>
          <a:xfrm rot="5400000">
            <a:off x="-1500189" y="1487486"/>
            <a:ext cx="11268076" cy="8293101"/>
          </a:xfrm>
          <a:prstGeom prst="rect">
            <a:avLst/>
          </a:prstGeom>
          <a:blipFill rotWithShape="0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0000" tIns="45000" rIns="90000" bIns="45000" anchor="t" anchorCtr="1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Google Shape;102;p1">
            <a:extLst>
              <a:ext uri="{FF2B5EF4-FFF2-40B4-BE49-F238E27FC236}">
                <a16:creationId xmlns:a16="http://schemas.microsoft.com/office/drawing/2014/main" id="{901ECF7A-C17C-8AE2-FBF0-C9B36142F79D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10028" t="12535" r="10465" b="20264"/>
          <a:stretch/>
        </p:blipFill>
        <p:spPr>
          <a:xfrm rot="5400000">
            <a:off x="-1521845" y="1469005"/>
            <a:ext cx="11419340" cy="8401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103;p1">
            <a:extLst>
              <a:ext uri="{FF2B5EF4-FFF2-40B4-BE49-F238E27FC236}">
                <a16:creationId xmlns:a16="http://schemas.microsoft.com/office/drawing/2014/main" id="{88B8719D-DD85-1409-4B79-A4F969F2F8EC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29378" y="738891"/>
            <a:ext cx="6821645" cy="9877373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105;p1">
            <a:extLst>
              <a:ext uri="{FF2B5EF4-FFF2-40B4-BE49-F238E27FC236}">
                <a16:creationId xmlns:a16="http://schemas.microsoft.com/office/drawing/2014/main" id="{B40AACBC-A65A-5C9D-93AD-153B1EABCCD7}"/>
              </a:ext>
            </a:extLst>
          </p:cNvPr>
          <p:cNvSpPr/>
          <p:nvPr/>
        </p:nvSpPr>
        <p:spPr>
          <a:xfrm>
            <a:off x="933609" y="3422520"/>
            <a:ext cx="6419529" cy="737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4200" b="0" i="0" u="none" strike="noStrike" cap="none" dirty="0">
                <a:solidFill>
                  <a:schemeClr val="dk1"/>
                </a:solidFill>
                <a:latin typeface="Old English Text MT" panose="03040902040508030806" pitchFamily="66" charset="0"/>
                <a:sym typeface="Arial"/>
              </a:rPr>
              <a:t>Certificate Of Promotion</a:t>
            </a:r>
            <a:endParaRPr sz="4200" b="0" i="0" u="none" strike="noStrike" cap="none" dirty="0">
              <a:solidFill>
                <a:srgbClr val="000000"/>
              </a:solidFill>
              <a:latin typeface="Old English Text MT" panose="03040902040508030806" pitchFamily="66" charset="0"/>
              <a:sym typeface="Arial"/>
            </a:endParaRPr>
          </a:p>
        </p:txBody>
      </p:sp>
      <p:sp>
        <p:nvSpPr>
          <p:cNvPr id="30" name="Google Shape;106;p1">
            <a:extLst>
              <a:ext uri="{FF2B5EF4-FFF2-40B4-BE49-F238E27FC236}">
                <a16:creationId xmlns:a16="http://schemas.microsoft.com/office/drawing/2014/main" id="{F32C76F7-F250-7D03-171E-A24F47AC208A}"/>
              </a:ext>
            </a:extLst>
          </p:cNvPr>
          <p:cNvSpPr/>
          <p:nvPr/>
        </p:nvSpPr>
        <p:spPr>
          <a:xfrm>
            <a:off x="933609" y="4124520"/>
            <a:ext cx="6419529" cy="644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36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</a:t>
            </a:r>
            <a:endParaRPr sz="3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" name="Google Shape;107;p1">
            <a:extLst>
              <a:ext uri="{FF2B5EF4-FFF2-40B4-BE49-F238E27FC236}">
                <a16:creationId xmlns:a16="http://schemas.microsoft.com/office/drawing/2014/main" id="{1D0257AA-098D-4BC8-7679-D5AB62B37D21}"/>
              </a:ext>
            </a:extLst>
          </p:cNvPr>
          <p:cNvCxnSpPr/>
          <p:nvPr/>
        </p:nvCxnSpPr>
        <p:spPr>
          <a:xfrm flipH="1">
            <a:off x="3722400" y="8696520"/>
            <a:ext cx="2822040" cy="792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33" name="Google Shape;109;p1">
            <a:extLst>
              <a:ext uri="{FF2B5EF4-FFF2-40B4-BE49-F238E27FC236}">
                <a16:creationId xmlns:a16="http://schemas.microsoft.com/office/drawing/2014/main" id="{1CC08404-11FF-B304-139D-C41EEDAFB030}"/>
              </a:ext>
            </a:extLst>
          </p:cNvPr>
          <p:cNvSpPr/>
          <p:nvPr/>
        </p:nvSpPr>
        <p:spPr>
          <a:xfrm>
            <a:off x="933609" y="6433920"/>
            <a:ext cx="6419529" cy="583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32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110;p1">
            <a:extLst>
              <a:ext uri="{FF2B5EF4-FFF2-40B4-BE49-F238E27FC236}">
                <a16:creationId xmlns:a16="http://schemas.microsoft.com/office/drawing/2014/main" id="{FEB7273B-D964-E87E-6980-679588AC0743}"/>
              </a:ext>
            </a:extLst>
          </p:cNvPr>
          <p:cNvSpPr/>
          <p:nvPr/>
        </p:nvSpPr>
        <p:spPr>
          <a:xfrm>
            <a:off x="933609" y="7119720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the rank of </a:t>
            </a:r>
            <a:r>
              <a:rPr lang="en-AU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Leading Bombardier 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 effect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dateNumber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r>
              <a:rPr lang="en-GB" sz="2000" b="0" i="1" u="none" strike="noStrike" cap="none" baseline="30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{suffix}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{date}.</a:t>
            </a:r>
            <a:endParaRPr lang="en-GB"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111;p1">
            <a:extLst>
              <a:ext uri="{FF2B5EF4-FFF2-40B4-BE49-F238E27FC236}">
                <a16:creationId xmlns:a16="http://schemas.microsoft.com/office/drawing/2014/main" id="{98E92026-01A5-CC44-B5C0-28F9DA15F290}"/>
              </a:ext>
            </a:extLst>
          </p:cNvPr>
          <p:cNvSpPr/>
          <p:nvPr/>
        </p:nvSpPr>
        <p:spPr>
          <a:xfrm>
            <a:off x="933609" y="4820400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 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has completed all necessary trainings and been deemed suitable in all areas required for promotion.</a:t>
            </a:r>
          </a:p>
        </p:txBody>
      </p:sp>
      <p:sp>
        <p:nvSpPr>
          <p:cNvPr id="37" name="Google Shape;113;p1">
            <a:extLst>
              <a:ext uri="{FF2B5EF4-FFF2-40B4-BE49-F238E27FC236}">
                <a16:creationId xmlns:a16="http://schemas.microsoft.com/office/drawing/2014/main" id="{7350A9EC-B585-431A-904C-5100867AD759}"/>
              </a:ext>
            </a:extLst>
          </p:cNvPr>
          <p:cNvSpPr/>
          <p:nvPr/>
        </p:nvSpPr>
        <p:spPr>
          <a:xfrm>
            <a:off x="2985840" y="8685000"/>
            <a:ext cx="4277880" cy="598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{signaturerRankShort} {signaturer}</a:t>
            </a:r>
            <a:br>
              <a:rPr lang="en-AU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Officer Commanding</a:t>
            </a:r>
            <a:br>
              <a:rPr lang="en-AU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Australian Special Operations Taskforce HQ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" name="Google Shape;104;p1">
            <a:extLst>
              <a:ext uri="{FF2B5EF4-FFF2-40B4-BE49-F238E27FC236}">
                <a16:creationId xmlns:a16="http://schemas.microsoft.com/office/drawing/2014/main" id="{1D3A5E8A-79ED-CD99-1642-65137EDAE5A5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14400" y="8354520"/>
            <a:ext cx="1436400" cy="125244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11;p1">
            <a:extLst>
              <a:ext uri="{FF2B5EF4-FFF2-40B4-BE49-F238E27FC236}">
                <a16:creationId xmlns:a16="http://schemas.microsoft.com/office/drawing/2014/main" id="{4AE3230B-F26E-E699-E6FC-7FC9A7AE0334}"/>
              </a:ext>
            </a:extLst>
          </p:cNvPr>
          <p:cNvSpPr/>
          <p:nvPr/>
        </p:nvSpPr>
        <p:spPr>
          <a:xfrm>
            <a:off x="934292" y="5735481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algn="ctr"/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I,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signaturerRankFull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signaturer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},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Officer Commanding, Australian Special Operations Taskforce, hereby promote</a:t>
            </a:r>
            <a:endParaRPr lang="en-GB"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Google Shape;830;p41">
            <a:extLst>
              <a:ext uri="{FF2B5EF4-FFF2-40B4-BE49-F238E27FC236}">
                <a16:creationId xmlns:a16="http://schemas.microsoft.com/office/drawing/2014/main" id="{F825196F-2EA9-35E4-6B1A-58D10B7D35A7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194620" y="982429"/>
            <a:ext cx="2000250" cy="245745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114;p1">
            <a:extLst>
              <a:ext uri="{FF2B5EF4-FFF2-40B4-BE49-F238E27FC236}">
                <a16:creationId xmlns:a16="http://schemas.microsoft.com/office/drawing/2014/main" id="{36D0AEE0-7CB6-C345-0F00-B96CCFC7C0C1}"/>
              </a:ext>
            </a:extLst>
          </p:cNvPr>
          <p:cNvSpPr/>
          <p:nvPr/>
        </p:nvSpPr>
        <p:spPr>
          <a:xfrm>
            <a:off x="2932650" y="8215616"/>
            <a:ext cx="4539420" cy="521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{</a:t>
            </a:r>
            <a:r>
              <a:rPr lang="en-AU" sz="2800" b="0" i="1" u="none" strike="noStrike" cap="none" dirty="0" err="1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signaturerRankShort</a:t>
            </a: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} {</a:t>
            </a:r>
            <a:r>
              <a:rPr lang="en-AU" sz="2800" b="0" i="1" u="none" strike="noStrike" cap="none" dirty="0" err="1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signaturer</a:t>
            </a: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}</a:t>
            </a:r>
            <a:endParaRPr sz="2800" b="0" i="0" u="none" strike="noStrike" cap="none" dirty="0">
              <a:solidFill>
                <a:srgbClr val="000000"/>
              </a:solidFill>
              <a:latin typeface="Brush Script MT" panose="03060802040406070304" pitchFamily="66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888478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724574C6-4874-AB09-ECF8-DCCF4B3C34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">
            <a:extLst>
              <a:ext uri="{FF2B5EF4-FFF2-40B4-BE49-F238E27FC236}">
                <a16:creationId xmlns:a16="http://schemas.microsoft.com/office/drawing/2014/main" id="{3B1EF956-4692-D199-8EC2-D056A7C7F6D3}"/>
              </a:ext>
            </a:extLst>
          </p:cNvPr>
          <p:cNvSpPr/>
          <p:nvPr/>
        </p:nvSpPr>
        <p:spPr>
          <a:xfrm rot="5400000">
            <a:off x="-1500189" y="1487486"/>
            <a:ext cx="11268076" cy="8293101"/>
          </a:xfrm>
          <a:prstGeom prst="rect">
            <a:avLst/>
          </a:prstGeom>
          <a:blipFill rotWithShape="0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0000" tIns="45000" rIns="90000" bIns="45000" anchor="t" anchorCtr="1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Google Shape;102;p1">
            <a:extLst>
              <a:ext uri="{FF2B5EF4-FFF2-40B4-BE49-F238E27FC236}">
                <a16:creationId xmlns:a16="http://schemas.microsoft.com/office/drawing/2014/main" id="{1795E624-0EA2-D19F-3E4B-6C151D3154B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10028" t="12535" r="10465" b="20264"/>
          <a:stretch/>
        </p:blipFill>
        <p:spPr>
          <a:xfrm rot="5400000">
            <a:off x="-1521845" y="1469005"/>
            <a:ext cx="11419340" cy="8401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103;p1">
            <a:extLst>
              <a:ext uri="{FF2B5EF4-FFF2-40B4-BE49-F238E27FC236}">
                <a16:creationId xmlns:a16="http://schemas.microsoft.com/office/drawing/2014/main" id="{59ED088B-374A-B88C-3BBF-AE2C5CC50C42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29378" y="738891"/>
            <a:ext cx="6821645" cy="9877373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105;p1">
            <a:extLst>
              <a:ext uri="{FF2B5EF4-FFF2-40B4-BE49-F238E27FC236}">
                <a16:creationId xmlns:a16="http://schemas.microsoft.com/office/drawing/2014/main" id="{DB849755-93D3-4201-3924-3258DEC27FCB}"/>
              </a:ext>
            </a:extLst>
          </p:cNvPr>
          <p:cNvSpPr/>
          <p:nvPr/>
        </p:nvSpPr>
        <p:spPr>
          <a:xfrm>
            <a:off x="933609" y="3422520"/>
            <a:ext cx="6419529" cy="737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4200" b="0" i="0" u="none" strike="noStrike" cap="none" dirty="0">
                <a:solidFill>
                  <a:schemeClr val="dk1"/>
                </a:solidFill>
                <a:latin typeface="Old English Text MT" panose="03040902040508030806" pitchFamily="66" charset="0"/>
                <a:sym typeface="Arial"/>
              </a:rPr>
              <a:t>Certificate Of Promotion</a:t>
            </a:r>
            <a:endParaRPr sz="4200" b="0" i="0" u="none" strike="noStrike" cap="none" dirty="0">
              <a:solidFill>
                <a:srgbClr val="000000"/>
              </a:solidFill>
              <a:latin typeface="Old English Text MT" panose="03040902040508030806" pitchFamily="66" charset="0"/>
              <a:sym typeface="Arial"/>
            </a:endParaRPr>
          </a:p>
        </p:txBody>
      </p:sp>
      <p:sp>
        <p:nvSpPr>
          <p:cNvPr id="30" name="Google Shape;106;p1">
            <a:extLst>
              <a:ext uri="{FF2B5EF4-FFF2-40B4-BE49-F238E27FC236}">
                <a16:creationId xmlns:a16="http://schemas.microsoft.com/office/drawing/2014/main" id="{5EA037EB-365E-77F8-3848-A632E2519617}"/>
              </a:ext>
            </a:extLst>
          </p:cNvPr>
          <p:cNvSpPr/>
          <p:nvPr/>
        </p:nvSpPr>
        <p:spPr>
          <a:xfrm>
            <a:off x="933609" y="4124520"/>
            <a:ext cx="6419529" cy="644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36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</a:t>
            </a:r>
            <a:endParaRPr sz="3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" name="Google Shape;107;p1">
            <a:extLst>
              <a:ext uri="{FF2B5EF4-FFF2-40B4-BE49-F238E27FC236}">
                <a16:creationId xmlns:a16="http://schemas.microsoft.com/office/drawing/2014/main" id="{3932A9E5-6626-49A6-3272-5715E9047309}"/>
              </a:ext>
            </a:extLst>
          </p:cNvPr>
          <p:cNvCxnSpPr/>
          <p:nvPr/>
        </p:nvCxnSpPr>
        <p:spPr>
          <a:xfrm flipH="1">
            <a:off x="3722400" y="8696520"/>
            <a:ext cx="2822040" cy="792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33" name="Google Shape;109;p1">
            <a:extLst>
              <a:ext uri="{FF2B5EF4-FFF2-40B4-BE49-F238E27FC236}">
                <a16:creationId xmlns:a16="http://schemas.microsoft.com/office/drawing/2014/main" id="{58DE28E6-7DB3-43A3-6DB7-2EAB51BCF08A}"/>
              </a:ext>
            </a:extLst>
          </p:cNvPr>
          <p:cNvSpPr/>
          <p:nvPr/>
        </p:nvSpPr>
        <p:spPr>
          <a:xfrm>
            <a:off x="933609" y="6433920"/>
            <a:ext cx="6419529" cy="583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32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110;p1">
            <a:extLst>
              <a:ext uri="{FF2B5EF4-FFF2-40B4-BE49-F238E27FC236}">
                <a16:creationId xmlns:a16="http://schemas.microsoft.com/office/drawing/2014/main" id="{57E8C7DF-9056-1533-E3F9-C1EC432FB2C5}"/>
              </a:ext>
            </a:extLst>
          </p:cNvPr>
          <p:cNvSpPr/>
          <p:nvPr/>
        </p:nvSpPr>
        <p:spPr>
          <a:xfrm>
            <a:off x="933609" y="7119720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the rank of </a:t>
            </a:r>
            <a:r>
              <a:rPr lang="en-AU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Senior Bombardier 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 effect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dateNumber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r>
              <a:rPr lang="en-GB" sz="2000" b="0" i="1" u="none" strike="noStrike" cap="none" baseline="30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{suffix}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{date}.</a:t>
            </a:r>
            <a:endParaRPr lang="en-GB"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111;p1">
            <a:extLst>
              <a:ext uri="{FF2B5EF4-FFF2-40B4-BE49-F238E27FC236}">
                <a16:creationId xmlns:a16="http://schemas.microsoft.com/office/drawing/2014/main" id="{2EA4C8D4-D6FD-28F5-9143-857147BC5C9A}"/>
              </a:ext>
            </a:extLst>
          </p:cNvPr>
          <p:cNvSpPr/>
          <p:nvPr/>
        </p:nvSpPr>
        <p:spPr>
          <a:xfrm>
            <a:off x="933609" y="4820400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 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has completed all necessary trainings and been deemed suitable in all areas required for promotion.</a:t>
            </a:r>
          </a:p>
        </p:txBody>
      </p:sp>
      <p:sp>
        <p:nvSpPr>
          <p:cNvPr id="37" name="Google Shape;113;p1">
            <a:extLst>
              <a:ext uri="{FF2B5EF4-FFF2-40B4-BE49-F238E27FC236}">
                <a16:creationId xmlns:a16="http://schemas.microsoft.com/office/drawing/2014/main" id="{F8071049-FF50-2E60-A94B-BB6ACA9FAD1D}"/>
              </a:ext>
            </a:extLst>
          </p:cNvPr>
          <p:cNvSpPr/>
          <p:nvPr/>
        </p:nvSpPr>
        <p:spPr>
          <a:xfrm>
            <a:off x="2985840" y="8685000"/>
            <a:ext cx="4277880" cy="598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{signaturerRankShort} {signaturer}</a:t>
            </a:r>
            <a:br>
              <a:rPr lang="en-AU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Officer Commanding</a:t>
            </a:r>
            <a:br>
              <a:rPr lang="en-AU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Australian Special Operations Taskforce HQ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" name="Google Shape;104;p1">
            <a:extLst>
              <a:ext uri="{FF2B5EF4-FFF2-40B4-BE49-F238E27FC236}">
                <a16:creationId xmlns:a16="http://schemas.microsoft.com/office/drawing/2014/main" id="{F583AB96-9E91-0208-4F8E-7311E1EC4959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14400" y="8354520"/>
            <a:ext cx="1436400" cy="125244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11;p1">
            <a:extLst>
              <a:ext uri="{FF2B5EF4-FFF2-40B4-BE49-F238E27FC236}">
                <a16:creationId xmlns:a16="http://schemas.microsoft.com/office/drawing/2014/main" id="{D063528D-7E6A-EF6D-9377-C2F0B46DDC94}"/>
              </a:ext>
            </a:extLst>
          </p:cNvPr>
          <p:cNvSpPr/>
          <p:nvPr/>
        </p:nvSpPr>
        <p:spPr>
          <a:xfrm>
            <a:off x="934292" y="5735481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algn="ctr"/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I,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signaturerRankFull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signaturer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},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Officer Commanding, Australian Special Operations Taskforce, hereby promote</a:t>
            </a:r>
            <a:endParaRPr lang="en-GB"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Google Shape;847;p42">
            <a:extLst>
              <a:ext uri="{FF2B5EF4-FFF2-40B4-BE49-F238E27FC236}">
                <a16:creationId xmlns:a16="http://schemas.microsoft.com/office/drawing/2014/main" id="{2C139931-3A39-3DDC-E793-ACF21C6D2B10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170808" y="971377"/>
            <a:ext cx="2000250" cy="24574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14;p1">
            <a:extLst>
              <a:ext uri="{FF2B5EF4-FFF2-40B4-BE49-F238E27FC236}">
                <a16:creationId xmlns:a16="http://schemas.microsoft.com/office/drawing/2014/main" id="{70AF9EA1-13C2-4E03-7218-E1718876C9D0}"/>
              </a:ext>
            </a:extLst>
          </p:cNvPr>
          <p:cNvSpPr/>
          <p:nvPr/>
        </p:nvSpPr>
        <p:spPr>
          <a:xfrm>
            <a:off x="2932650" y="8215616"/>
            <a:ext cx="4539420" cy="521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{</a:t>
            </a:r>
            <a:r>
              <a:rPr lang="en-AU" sz="2800" b="0" i="1" u="none" strike="noStrike" cap="none" dirty="0" err="1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signaturerRankShort</a:t>
            </a: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} {</a:t>
            </a:r>
            <a:r>
              <a:rPr lang="en-AU" sz="2800" b="0" i="1" u="none" strike="noStrike" cap="none" dirty="0" err="1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signaturer</a:t>
            </a: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}</a:t>
            </a:r>
            <a:endParaRPr sz="2800" b="0" i="0" u="none" strike="noStrike" cap="none" dirty="0">
              <a:solidFill>
                <a:srgbClr val="000000"/>
              </a:solidFill>
              <a:latin typeface="Brush Script MT" panose="03060802040406070304" pitchFamily="66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3153440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B39C6B75-E3C4-214E-DB7E-EE2329FC69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">
            <a:extLst>
              <a:ext uri="{FF2B5EF4-FFF2-40B4-BE49-F238E27FC236}">
                <a16:creationId xmlns:a16="http://schemas.microsoft.com/office/drawing/2014/main" id="{51017A98-4249-5720-74BE-C26904A772EE}"/>
              </a:ext>
            </a:extLst>
          </p:cNvPr>
          <p:cNvSpPr/>
          <p:nvPr/>
        </p:nvSpPr>
        <p:spPr>
          <a:xfrm rot="5400000">
            <a:off x="-1500189" y="1487486"/>
            <a:ext cx="11268076" cy="8293101"/>
          </a:xfrm>
          <a:prstGeom prst="rect">
            <a:avLst/>
          </a:prstGeom>
          <a:blipFill rotWithShape="0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0000" tIns="45000" rIns="90000" bIns="45000" anchor="t" anchorCtr="1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Google Shape;102;p1">
            <a:extLst>
              <a:ext uri="{FF2B5EF4-FFF2-40B4-BE49-F238E27FC236}">
                <a16:creationId xmlns:a16="http://schemas.microsoft.com/office/drawing/2014/main" id="{611DF9AA-2882-8C28-4EDA-7BD6E6A9D80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10028" t="12535" r="10465" b="20264"/>
          <a:stretch/>
        </p:blipFill>
        <p:spPr>
          <a:xfrm rot="5400000">
            <a:off x="-1521845" y="1469005"/>
            <a:ext cx="11419340" cy="8401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103;p1">
            <a:extLst>
              <a:ext uri="{FF2B5EF4-FFF2-40B4-BE49-F238E27FC236}">
                <a16:creationId xmlns:a16="http://schemas.microsoft.com/office/drawing/2014/main" id="{814E27C9-610F-5156-115D-CF81F0D8C4B0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29378" y="738891"/>
            <a:ext cx="6821645" cy="9877373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105;p1">
            <a:extLst>
              <a:ext uri="{FF2B5EF4-FFF2-40B4-BE49-F238E27FC236}">
                <a16:creationId xmlns:a16="http://schemas.microsoft.com/office/drawing/2014/main" id="{D0099B55-8C60-552B-1CDC-631E124E3DD4}"/>
              </a:ext>
            </a:extLst>
          </p:cNvPr>
          <p:cNvSpPr/>
          <p:nvPr/>
        </p:nvSpPr>
        <p:spPr>
          <a:xfrm>
            <a:off x="933609" y="3422520"/>
            <a:ext cx="6419529" cy="737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4200" b="0" i="0" u="none" strike="noStrike" cap="none" dirty="0">
                <a:solidFill>
                  <a:schemeClr val="dk1"/>
                </a:solidFill>
                <a:latin typeface="Old English Text MT" panose="03040902040508030806" pitchFamily="66" charset="0"/>
                <a:sym typeface="Arial"/>
              </a:rPr>
              <a:t>Certificate Of Promotion</a:t>
            </a:r>
            <a:endParaRPr sz="4200" b="0" i="0" u="none" strike="noStrike" cap="none" dirty="0">
              <a:solidFill>
                <a:srgbClr val="000000"/>
              </a:solidFill>
              <a:latin typeface="Old English Text MT" panose="03040902040508030806" pitchFamily="66" charset="0"/>
              <a:sym typeface="Arial"/>
            </a:endParaRPr>
          </a:p>
        </p:txBody>
      </p:sp>
      <p:sp>
        <p:nvSpPr>
          <p:cNvPr id="30" name="Google Shape;106;p1">
            <a:extLst>
              <a:ext uri="{FF2B5EF4-FFF2-40B4-BE49-F238E27FC236}">
                <a16:creationId xmlns:a16="http://schemas.microsoft.com/office/drawing/2014/main" id="{67F479B8-EBC3-31F5-39DE-46BD0E2445C9}"/>
              </a:ext>
            </a:extLst>
          </p:cNvPr>
          <p:cNvSpPr/>
          <p:nvPr/>
        </p:nvSpPr>
        <p:spPr>
          <a:xfrm>
            <a:off x="933609" y="4124520"/>
            <a:ext cx="6419529" cy="644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36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</a:t>
            </a:r>
            <a:endParaRPr sz="3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" name="Google Shape;107;p1">
            <a:extLst>
              <a:ext uri="{FF2B5EF4-FFF2-40B4-BE49-F238E27FC236}">
                <a16:creationId xmlns:a16="http://schemas.microsoft.com/office/drawing/2014/main" id="{96F0B3FB-396A-C8E9-6BB3-FE8075DD102F}"/>
              </a:ext>
            </a:extLst>
          </p:cNvPr>
          <p:cNvCxnSpPr/>
          <p:nvPr/>
        </p:nvCxnSpPr>
        <p:spPr>
          <a:xfrm flipH="1">
            <a:off x="3722400" y="8696520"/>
            <a:ext cx="2822040" cy="792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33" name="Google Shape;109;p1">
            <a:extLst>
              <a:ext uri="{FF2B5EF4-FFF2-40B4-BE49-F238E27FC236}">
                <a16:creationId xmlns:a16="http://schemas.microsoft.com/office/drawing/2014/main" id="{80A3238B-23EC-7719-E57A-3378F3192A1C}"/>
              </a:ext>
            </a:extLst>
          </p:cNvPr>
          <p:cNvSpPr/>
          <p:nvPr/>
        </p:nvSpPr>
        <p:spPr>
          <a:xfrm>
            <a:off x="933609" y="6433920"/>
            <a:ext cx="6419529" cy="583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32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110;p1">
            <a:extLst>
              <a:ext uri="{FF2B5EF4-FFF2-40B4-BE49-F238E27FC236}">
                <a16:creationId xmlns:a16="http://schemas.microsoft.com/office/drawing/2014/main" id="{62D4F149-4745-4D15-067F-C7FBC8AD72FA}"/>
              </a:ext>
            </a:extLst>
          </p:cNvPr>
          <p:cNvSpPr/>
          <p:nvPr/>
        </p:nvSpPr>
        <p:spPr>
          <a:xfrm>
            <a:off x="933609" y="7119720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the rank of </a:t>
            </a:r>
            <a:r>
              <a:rPr lang="en-AU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Junior Corporal 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 effect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dateNumber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r>
              <a:rPr lang="en-GB" sz="2000" b="0" i="1" u="none" strike="noStrike" cap="none" baseline="30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{suffix}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{date}.</a:t>
            </a:r>
            <a:endParaRPr lang="en-GB"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111;p1">
            <a:extLst>
              <a:ext uri="{FF2B5EF4-FFF2-40B4-BE49-F238E27FC236}">
                <a16:creationId xmlns:a16="http://schemas.microsoft.com/office/drawing/2014/main" id="{C7211335-24AE-C070-C71D-A3C34B8BE62E}"/>
              </a:ext>
            </a:extLst>
          </p:cNvPr>
          <p:cNvSpPr/>
          <p:nvPr/>
        </p:nvSpPr>
        <p:spPr>
          <a:xfrm>
            <a:off x="933609" y="4820400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 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has completed all necessary trainings and been deemed suitable in all areas required for promotion.</a:t>
            </a:r>
          </a:p>
        </p:txBody>
      </p:sp>
      <p:sp>
        <p:nvSpPr>
          <p:cNvPr id="37" name="Google Shape;113;p1">
            <a:extLst>
              <a:ext uri="{FF2B5EF4-FFF2-40B4-BE49-F238E27FC236}">
                <a16:creationId xmlns:a16="http://schemas.microsoft.com/office/drawing/2014/main" id="{C3F77E39-2105-1722-CDD9-8FAAC8C4F835}"/>
              </a:ext>
            </a:extLst>
          </p:cNvPr>
          <p:cNvSpPr/>
          <p:nvPr/>
        </p:nvSpPr>
        <p:spPr>
          <a:xfrm>
            <a:off x="2985840" y="8685000"/>
            <a:ext cx="4277880" cy="598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{signaturerRankShort} {signaturer}</a:t>
            </a:r>
            <a:br>
              <a:rPr lang="en-AU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Officer Commanding</a:t>
            </a:r>
            <a:br>
              <a:rPr lang="en-AU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Australian Special Operations Taskforce HQ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" name="Google Shape;104;p1">
            <a:extLst>
              <a:ext uri="{FF2B5EF4-FFF2-40B4-BE49-F238E27FC236}">
                <a16:creationId xmlns:a16="http://schemas.microsoft.com/office/drawing/2014/main" id="{C06ED274-47C4-940F-C940-2D59D22FBDC8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14400" y="8354520"/>
            <a:ext cx="1436400" cy="125244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11;p1">
            <a:extLst>
              <a:ext uri="{FF2B5EF4-FFF2-40B4-BE49-F238E27FC236}">
                <a16:creationId xmlns:a16="http://schemas.microsoft.com/office/drawing/2014/main" id="{7174FF08-1DA2-EB62-0C92-B9EC1BEF3AC6}"/>
              </a:ext>
            </a:extLst>
          </p:cNvPr>
          <p:cNvSpPr/>
          <p:nvPr/>
        </p:nvSpPr>
        <p:spPr>
          <a:xfrm>
            <a:off x="934292" y="5735481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algn="ctr"/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I,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signaturerRankFull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signaturer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},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Officer Commanding, Australian Special Operations Taskforce, hereby promote</a:t>
            </a:r>
            <a:endParaRPr lang="en-GB"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" name="Google Shape;956;p48">
            <a:extLst>
              <a:ext uri="{FF2B5EF4-FFF2-40B4-BE49-F238E27FC236}">
                <a16:creationId xmlns:a16="http://schemas.microsoft.com/office/drawing/2014/main" id="{F0B41FBB-EC79-2A61-DB59-4B5034B15CCB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256530" y="950008"/>
            <a:ext cx="1905000" cy="25336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14;p1">
            <a:extLst>
              <a:ext uri="{FF2B5EF4-FFF2-40B4-BE49-F238E27FC236}">
                <a16:creationId xmlns:a16="http://schemas.microsoft.com/office/drawing/2014/main" id="{28BA5A1A-7220-5522-824C-B820D4C7B1CE}"/>
              </a:ext>
            </a:extLst>
          </p:cNvPr>
          <p:cNvSpPr/>
          <p:nvPr/>
        </p:nvSpPr>
        <p:spPr>
          <a:xfrm>
            <a:off x="2932650" y="8215616"/>
            <a:ext cx="4539420" cy="521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{</a:t>
            </a:r>
            <a:r>
              <a:rPr lang="en-AU" sz="2800" b="0" i="1" u="none" strike="noStrike" cap="none" dirty="0" err="1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signaturerRankShort</a:t>
            </a: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} {</a:t>
            </a:r>
            <a:r>
              <a:rPr lang="en-AU" sz="2800" b="0" i="1" u="none" strike="noStrike" cap="none" dirty="0" err="1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signaturer</a:t>
            </a: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}</a:t>
            </a:r>
            <a:endParaRPr sz="2800" b="0" i="0" u="none" strike="noStrike" cap="none" dirty="0">
              <a:solidFill>
                <a:srgbClr val="000000"/>
              </a:solidFill>
              <a:latin typeface="Brush Script MT" panose="03060802040406070304" pitchFamily="66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0708669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2FE914D2-66C4-217C-CB41-02AAFE2276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">
            <a:extLst>
              <a:ext uri="{FF2B5EF4-FFF2-40B4-BE49-F238E27FC236}">
                <a16:creationId xmlns:a16="http://schemas.microsoft.com/office/drawing/2014/main" id="{28EC74E2-9D77-FCE1-366E-2D2D3ECB052A}"/>
              </a:ext>
            </a:extLst>
          </p:cNvPr>
          <p:cNvSpPr/>
          <p:nvPr/>
        </p:nvSpPr>
        <p:spPr>
          <a:xfrm rot="5400000">
            <a:off x="-1500189" y="1487486"/>
            <a:ext cx="11268076" cy="8293101"/>
          </a:xfrm>
          <a:prstGeom prst="rect">
            <a:avLst/>
          </a:prstGeom>
          <a:blipFill rotWithShape="0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0000" tIns="45000" rIns="90000" bIns="45000" anchor="t" anchorCtr="1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Google Shape;102;p1">
            <a:extLst>
              <a:ext uri="{FF2B5EF4-FFF2-40B4-BE49-F238E27FC236}">
                <a16:creationId xmlns:a16="http://schemas.microsoft.com/office/drawing/2014/main" id="{EC7AB7A4-0B56-8525-CDA6-721FFCDA7AE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10028" t="12535" r="10465" b="20264"/>
          <a:stretch/>
        </p:blipFill>
        <p:spPr>
          <a:xfrm rot="5400000">
            <a:off x="-1521845" y="1469005"/>
            <a:ext cx="11419340" cy="8401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103;p1">
            <a:extLst>
              <a:ext uri="{FF2B5EF4-FFF2-40B4-BE49-F238E27FC236}">
                <a16:creationId xmlns:a16="http://schemas.microsoft.com/office/drawing/2014/main" id="{329F0564-A45E-DBAC-EC1D-A6A4AD786A06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29378" y="738891"/>
            <a:ext cx="6821645" cy="9877373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105;p1">
            <a:extLst>
              <a:ext uri="{FF2B5EF4-FFF2-40B4-BE49-F238E27FC236}">
                <a16:creationId xmlns:a16="http://schemas.microsoft.com/office/drawing/2014/main" id="{32A6620A-3A5D-8153-B65E-7161B9CBDB5C}"/>
              </a:ext>
            </a:extLst>
          </p:cNvPr>
          <p:cNvSpPr/>
          <p:nvPr/>
        </p:nvSpPr>
        <p:spPr>
          <a:xfrm>
            <a:off x="933609" y="3422520"/>
            <a:ext cx="6419529" cy="737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4200" b="0" i="0" u="none" strike="noStrike" cap="none" dirty="0">
                <a:solidFill>
                  <a:schemeClr val="dk1"/>
                </a:solidFill>
                <a:latin typeface="Old English Text MT" panose="03040902040508030806" pitchFamily="66" charset="0"/>
                <a:sym typeface="Arial"/>
              </a:rPr>
              <a:t>Certificate Of Promotion</a:t>
            </a:r>
            <a:endParaRPr sz="4200" b="0" i="0" u="none" strike="noStrike" cap="none" dirty="0">
              <a:solidFill>
                <a:srgbClr val="000000"/>
              </a:solidFill>
              <a:latin typeface="Old English Text MT" panose="03040902040508030806" pitchFamily="66" charset="0"/>
              <a:sym typeface="Arial"/>
            </a:endParaRPr>
          </a:p>
        </p:txBody>
      </p:sp>
      <p:sp>
        <p:nvSpPr>
          <p:cNvPr id="30" name="Google Shape;106;p1">
            <a:extLst>
              <a:ext uri="{FF2B5EF4-FFF2-40B4-BE49-F238E27FC236}">
                <a16:creationId xmlns:a16="http://schemas.microsoft.com/office/drawing/2014/main" id="{386CD70D-D0E5-0660-F15C-7AB4E55CE726}"/>
              </a:ext>
            </a:extLst>
          </p:cNvPr>
          <p:cNvSpPr/>
          <p:nvPr/>
        </p:nvSpPr>
        <p:spPr>
          <a:xfrm>
            <a:off x="933609" y="4124520"/>
            <a:ext cx="6419529" cy="644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36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</a:t>
            </a:r>
            <a:endParaRPr sz="3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" name="Google Shape;107;p1">
            <a:extLst>
              <a:ext uri="{FF2B5EF4-FFF2-40B4-BE49-F238E27FC236}">
                <a16:creationId xmlns:a16="http://schemas.microsoft.com/office/drawing/2014/main" id="{8D4289FC-8E3D-1E2B-4BA6-57659365FC3B}"/>
              </a:ext>
            </a:extLst>
          </p:cNvPr>
          <p:cNvCxnSpPr/>
          <p:nvPr/>
        </p:nvCxnSpPr>
        <p:spPr>
          <a:xfrm flipH="1">
            <a:off x="3722400" y="8696520"/>
            <a:ext cx="2822040" cy="792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33" name="Google Shape;109;p1">
            <a:extLst>
              <a:ext uri="{FF2B5EF4-FFF2-40B4-BE49-F238E27FC236}">
                <a16:creationId xmlns:a16="http://schemas.microsoft.com/office/drawing/2014/main" id="{B9BDEDC7-5E34-4134-DB89-CD7F73E4B84C}"/>
              </a:ext>
            </a:extLst>
          </p:cNvPr>
          <p:cNvSpPr/>
          <p:nvPr/>
        </p:nvSpPr>
        <p:spPr>
          <a:xfrm>
            <a:off x="933609" y="6433920"/>
            <a:ext cx="6419529" cy="583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32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110;p1">
            <a:extLst>
              <a:ext uri="{FF2B5EF4-FFF2-40B4-BE49-F238E27FC236}">
                <a16:creationId xmlns:a16="http://schemas.microsoft.com/office/drawing/2014/main" id="{62ED799B-8242-4147-9861-B8389134A8A1}"/>
              </a:ext>
            </a:extLst>
          </p:cNvPr>
          <p:cNvSpPr/>
          <p:nvPr/>
        </p:nvSpPr>
        <p:spPr>
          <a:xfrm>
            <a:off x="933609" y="7119720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the rank of </a:t>
            </a:r>
            <a:r>
              <a:rPr lang="en-AU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Corporal 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 effect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dateNumber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r>
              <a:rPr lang="en-GB" sz="2000" b="0" i="1" u="none" strike="noStrike" cap="none" baseline="30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{suffix}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{date}.</a:t>
            </a:r>
            <a:endParaRPr lang="en-GB"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111;p1">
            <a:extLst>
              <a:ext uri="{FF2B5EF4-FFF2-40B4-BE49-F238E27FC236}">
                <a16:creationId xmlns:a16="http://schemas.microsoft.com/office/drawing/2014/main" id="{E8357805-4A33-82FD-16B3-2BC5D6D93426}"/>
              </a:ext>
            </a:extLst>
          </p:cNvPr>
          <p:cNvSpPr/>
          <p:nvPr/>
        </p:nvSpPr>
        <p:spPr>
          <a:xfrm>
            <a:off x="933609" y="4820400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 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has completed all necessary trainings and been deemed suitable in all areas required for promotion.</a:t>
            </a:r>
          </a:p>
        </p:txBody>
      </p:sp>
      <p:sp>
        <p:nvSpPr>
          <p:cNvPr id="37" name="Google Shape;113;p1">
            <a:extLst>
              <a:ext uri="{FF2B5EF4-FFF2-40B4-BE49-F238E27FC236}">
                <a16:creationId xmlns:a16="http://schemas.microsoft.com/office/drawing/2014/main" id="{2085427B-043B-9A23-E7F3-DF9F27D751B6}"/>
              </a:ext>
            </a:extLst>
          </p:cNvPr>
          <p:cNvSpPr/>
          <p:nvPr/>
        </p:nvSpPr>
        <p:spPr>
          <a:xfrm>
            <a:off x="2985840" y="8685000"/>
            <a:ext cx="4277880" cy="598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{signaturerRankShort} {signaturer}</a:t>
            </a:r>
            <a:br>
              <a:rPr lang="en-AU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Officer Commanding</a:t>
            </a:r>
            <a:br>
              <a:rPr lang="en-AU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Australian Special Operations Taskforce HQ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" name="Google Shape;104;p1">
            <a:extLst>
              <a:ext uri="{FF2B5EF4-FFF2-40B4-BE49-F238E27FC236}">
                <a16:creationId xmlns:a16="http://schemas.microsoft.com/office/drawing/2014/main" id="{D9DD9D35-55A9-D802-D393-E02AADFDAABE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14400" y="8354520"/>
            <a:ext cx="1436400" cy="125244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11;p1">
            <a:extLst>
              <a:ext uri="{FF2B5EF4-FFF2-40B4-BE49-F238E27FC236}">
                <a16:creationId xmlns:a16="http://schemas.microsoft.com/office/drawing/2014/main" id="{C1A26CD9-DDE8-B1A9-8876-D12362F30172}"/>
              </a:ext>
            </a:extLst>
          </p:cNvPr>
          <p:cNvSpPr/>
          <p:nvPr/>
        </p:nvSpPr>
        <p:spPr>
          <a:xfrm>
            <a:off x="934292" y="5735481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algn="ctr"/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I,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signaturerRankFull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signaturer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},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Officer Commanding, Australian Special Operations Taskforce, hereby promote</a:t>
            </a:r>
            <a:endParaRPr lang="en-GB"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Google Shape;974;p49">
            <a:extLst>
              <a:ext uri="{FF2B5EF4-FFF2-40B4-BE49-F238E27FC236}">
                <a16:creationId xmlns:a16="http://schemas.microsoft.com/office/drawing/2014/main" id="{5D558C7C-48A1-BCEC-7CAC-3E3C59CA3861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126060" y="1637524"/>
            <a:ext cx="2010960" cy="1712631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14;p1">
            <a:extLst>
              <a:ext uri="{FF2B5EF4-FFF2-40B4-BE49-F238E27FC236}">
                <a16:creationId xmlns:a16="http://schemas.microsoft.com/office/drawing/2014/main" id="{0854ABC1-5C23-AB2B-F8E6-F02DE4671A38}"/>
              </a:ext>
            </a:extLst>
          </p:cNvPr>
          <p:cNvSpPr/>
          <p:nvPr/>
        </p:nvSpPr>
        <p:spPr>
          <a:xfrm>
            <a:off x="2932650" y="8215616"/>
            <a:ext cx="4539420" cy="521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{</a:t>
            </a:r>
            <a:r>
              <a:rPr lang="en-AU" sz="2800" b="0" i="1" u="none" strike="noStrike" cap="none" dirty="0" err="1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signaturerRankShort</a:t>
            </a: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} {</a:t>
            </a:r>
            <a:r>
              <a:rPr lang="en-AU" sz="2800" b="0" i="1" u="none" strike="noStrike" cap="none" dirty="0" err="1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signaturer</a:t>
            </a: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}</a:t>
            </a:r>
            <a:endParaRPr sz="2800" b="0" i="0" u="none" strike="noStrike" cap="none" dirty="0">
              <a:solidFill>
                <a:srgbClr val="000000"/>
              </a:solidFill>
              <a:latin typeface="Brush Script MT" panose="03060802040406070304" pitchFamily="66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7800570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5976798E-357D-0B7E-09B8-9C5EE852F3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">
            <a:extLst>
              <a:ext uri="{FF2B5EF4-FFF2-40B4-BE49-F238E27FC236}">
                <a16:creationId xmlns:a16="http://schemas.microsoft.com/office/drawing/2014/main" id="{40325699-0321-FD03-7894-541C4F41CE7C}"/>
              </a:ext>
            </a:extLst>
          </p:cNvPr>
          <p:cNvSpPr/>
          <p:nvPr/>
        </p:nvSpPr>
        <p:spPr>
          <a:xfrm rot="5400000">
            <a:off x="-1500189" y="1487486"/>
            <a:ext cx="11268076" cy="8293101"/>
          </a:xfrm>
          <a:prstGeom prst="rect">
            <a:avLst/>
          </a:prstGeom>
          <a:blipFill rotWithShape="0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0000" tIns="45000" rIns="90000" bIns="45000" anchor="t" anchorCtr="1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Google Shape;102;p1">
            <a:extLst>
              <a:ext uri="{FF2B5EF4-FFF2-40B4-BE49-F238E27FC236}">
                <a16:creationId xmlns:a16="http://schemas.microsoft.com/office/drawing/2014/main" id="{DF17A58B-303D-D7CF-A656-3B9FFB2C877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10028" t="12535" r="10465" b="20264"/>
          <a:stretch/>
        </p:blipFill>
        <p:spPr>
          <a:xfrm rot="5400000">
            <a:off x="-1521845" y="1469005"/>
            <a:ext cx="11419340" cy="8401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103;p1">
            <a:extLst>
              <a:ext uri="{FF2B5EF4-FFF2-40B4-BE49-F238E27FC236}">
                <a16:creationId xmlns:a16="http://schemas.microsoft.com/office/drawing/2014/main" id="{FFFE1FCD-47D3-C320-9713-479EDF509FE9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29378" y="738891"/>
            <a:ext cx="6821645" cy="9877373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105;p1">
            <a:extLst>
              <a:ext uri="{FF2B5EF4-FFF2-40B4-BE49-F238E27FC236}">
                <a16:creationId xmlns:a16="http://schemas.microsoft.com/office/drawing/2014/main" id="{A6E1F298-F32A-A5CD-F263-DCA4F36513F6}"/>
              </a:ext>
            </a:extLst>
          </p:cNvPr>
          <p:cNvSpPr/>
          <p:nvPr/>
        </p:nvSpPr>
        <p:spPr>
          <a:xfrm>
            <a:off x="933609" y="3422520"/>
            <a:ext cx="6419529" cy="737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4200" b="0" i="0" u="none" strike="noStrike" cap="none" dirty="0">
                <a:solidFill>
                  <a:schemeClr val="dk1"/>
                </a:solidFill>
                <a:latin typeface="Old English Text MT" panose="03040902040508030806" pitchFamily="66" charset="0"/>
                <a:sym typeface="Arial"/>
              </a:rPr>
              <a:t>Certificate Of Promotion</a:t>
            </a:r>
            <a:endParaRPr sz="4200" b="0" i="0" u="none" strike="noStrike" cap="none" dirty="0">
              <a:solidFill>
                <a:srgbClr val="000000"/>
              </a:solidFill>
              <a:latin typeface="Old English Text MT" panose="03040902040508030806" pitchFamily="66" charset="0"/>
              <a:sym typeface="Arial"/>
            </a:endParaRPr>
          </a:p>
        </p:txBody>
      </p:sp>
      <p:sp>
        <p:nvSpPr>
          <p:cNvPr id="30" name="Google Shape;106;p1">
            <a:extLst>
              <a:ext uri="{FF2B5EF4-FFF2-40B4-BE49-F238E27FC236}">
                <a16:creationId xmlns:a16="http://schemas.microsoft.com/office/drawing/2014/main" id="{4586CD5F-330E-291D-D797-F7A2AD30DF2F}"/>
              </a:ext>
            </a:extLst>
          </p:cNvPr>
          <p:cNvSpPr/>
          <p:nvPr/>
        </p:nvSpPr>
        <p:spPr>
          <a:xfrm>
            <a:off x="933609" y="4124520"/>
            <a:ext cx="6419529" cy="644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36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</a:t>
            </a:r>
            <a:endParaRPr sz="3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" name="Google Shape;107;p1">
            <a:extLst>
              <a:ext uri="{FF2B5EF4-FFF2-40B4-BE49-F238E27FC236}">
                <a16:creationId xmlns:a16="http://schemas.microsoft.com/office/drawing/2014/main" id="{06D9CA25-642E-B487-7A34-D52BFA1D6882}"/>
              </a:ext>
            </a:extLst>
          </p:cNvPr>
          <p:cNvCxnSpPr/>
          <p:nvPr/>
        </p:nvCxnSpPr>
        <p:spPr>
          <a:xfrm flipH="1">
            <a:off x="3722400" y="8696520"/>
            <a:ext cx="2822040" cy="792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33" name="Google Shape;109;p1">
            <a:extLst>
              <a:ext uri="{FF2B5EF4-FFF2-40B4-BE49-F238E27FC236}">
                <a16:creationId xmlns:a16="http://schemas.microsoft.com/office/drawing/2014/main" id="{73173029-448F-03E4-2DFF-DA46E5CC489F}"/>
              </a:ext>
            </a:extLst>
          </p:cNvPr>
          <p:cNvSpPr/>
          <p:nvPr/>
        </p:nvSpPr>
        <p:spPr>
          <a:xfrm>
            <a:off x="933609" y="6433920"/>
            <a:ext cx="6419529" cy="583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32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110;p1">
            <a:extLst>
              <a:ext uri="{FF2B5EF4-FFF2-40B4-BE49-F238E27FC236}">
                <a16:creationId xmlns:a16="http://schemas.microsoft.com/office/drawing/2014/main" id="{538D03BC-C9CE-2AF5-CD3F-81CC533A5FDE}"/>
              </a:ext>
            </a:extLst>
          </p:cNvPr>
          <p:cNvSpPr/>
          <p:nvPr/>
        </p:nvSpPr>
        <p:spPr>
          <a:xfrm>
            <a:off x="933609" y="7119720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the rank of </a:t>
            </a:r>
            <a:r>
              <a:rPr lang="en-AU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Corporal Proficient 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 effect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dateNumber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r>
              <a:rPr lang="en-GB" sz="2000" b="0" i="1" u="none" strike="noStrike" cap="none" baseline="30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{suffix}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{date}.</a:t>
            </a:r>
            <a:endParaRPr lang="en-GB"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111;p1">
            <a:extLst>
              <a:ext uri="{FF2B5EF4-FFF2-40B4-BE49-F238E27FC236}">
                <a16:creationId xmlns:a16="http://schemas.microsoft.com/office/drawing/2014/main" id="{090D7E81-7B16-D6EA-E958-9D49D7588CEE}"/>
              </a:ext>
            </a:extLst>
          </p:cNvPr>
          <p:cNvSpPr/>
          <p:nvPr/>
        </p:nvSpPr>
        <p:spPr>
          <a:xfrm>
            <a:off x="933609" y="4820400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 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has completed all necessary trainings and been deemed suitable in all areas required for promotion.</a:t>
            </a:r>
          </a:p>
        </p:txBody>
      </p:sp>
      <p:sp>
        <p:nvSpPr>
          <p:cNvPr id="37" name="Google Shape;113;p1">
            <a:extLst>
              <a:ext uri="{FF2B5EF4-FFF2-40B4-BE49-F238E27FC236}">
                <a16:creationId xmlns:a16="http://schemas.microsoft.com/office/drawing/2014/main" id="{B6F53963-5F9D-21B1-3AA1-1D751009AD31}"/>
              </a:ext>
            </a:extLst>
          </p:cNvPr>
          <p:cNvSpPr/>
          <p:nvPr/>
        </p:nvSpPr>
        <p:spPr>
          <a:xfrm>
            <a:off x="2985840" y="8685000"/>
            <a:ext cx="4277880" cy="598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{signaturerRankShort} {signaturer}</a:t>
            </a:r>
            <a:br>
              <a:rPr lang="en-AU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Officer Commanding</a:t>
            </a:r>
            <a:br>
              <a:rPr lang="en-AU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Australian Special Operations Taskforce HQ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" name="Google Shape;104;p1">
            <a:extLst>
              <a:ext uri="{FF2B5EF4-FFF2-40B4-BE49-F238E27FC236}">
                <a16:creationId xmlns:a16="http://schemas.microsoft.com/office/drawing/2014/main" id="{67DFF2FA-B52D-CE11-33F2-66E967282EFD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14400" y="8354520"/>
            <a:ext cx="1436400" cy="125244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11;p1">
            <a:extLst>
              <a:ext uri="{FF2B5EF4-FFF2-40B4-BE49-F238E27FC236}">
                <a16:creationId xmlns:a16="http://schemas.microsoft.com/office/drawing/2014/main" id="{3844A201-FA02-4373-9F7D-0AE0B137FA9C}"/>
              </a:ext>
            </a:extLst>
          </p:cNvPr>
          <p:cNvSpPr/>
          <p:nvPr/>
        </p:nvSpPr>
        <p:spPr>
          <a:xfrm>
            <a:off x="934292" y="5735481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algn="ctr"/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I,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signaturerRankFull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signaturer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},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Officer Commanding, Australian Special Operations Taskforce, hereby promote</a:t>
            </a:r>
            <a:endParaRPr lang="en-GB"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Google Shape;992;p50">
            <a:extLst>
              <a:ext uri="{FF2B5EF4-FFF2-40B4-BE49-F238E27FC236}">
                <a16:creationId xmlns:a16="http://schemas.microsoft.com/office/drawing/2014/main" id="{95280E00-6E50-F249-699B-C3974D08E25B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212160" y="978081"/>
            <a:ext cx="1905000" cy="25241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14;p1">
            <a:extLst>
              <a:ext uri="{FF2B5EF4-FFF2-40B4-BE49-F238E27FC236}">
                <a16:creationId xmlns:a16="http://schemas.microsoft.com/office/drawing/2014/main" id="{DA82ED6D-9254-7E8B-31F6-E3EB42D31FF5}"/>
              </a:ext>
            </a:extLst>
          </p:cNvPr>
          <p:cNvSpPr/>
          <p:nvPr/>
        </p:nvSpPr>
        <p:spPr>
          <a:xfrm>
            <a:off x="2932650" y="8215616"/>
            <a:ext cx="4539420" cy="521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{</a:t>
            </a:r>
            <a:r>
              <a:rPr lang="en-AU" sz="2800" b="0" i="1" u="none" strike="noStrike" cap="none" dirty="0" err="1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signaturerRankShort</a:t>
            </a: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} {</a:t>
            </a:r>
            <a:r>
              <a:rPr lang="en-AU" sz="2800" b="0" i="1" u="none" strike="noStrike" cap="none" dirty="0" err="1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signaturer</a:t>
            </a: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}</a:t>
            </a:r>
            <a:endParaRPr sz="2800" b="0" i="0" u="none" strike="noStrike" cap="none" dirty="0">
              <a:solidFill>
                <a:srgbClr val="000000"/>
              </a:solidFill>
              <a:latin typeface="Brush Script MT" panose="03060802040406070304" pitchFamily="66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9288579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193A990A-BC93-EBAE-555A-2E5A9E2EB6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">
            <a:extLst>
              <a:ext uri="{FF2B5EF4-FFF2-40B4-BE49-F238E27FC236}">
                <a16:creationId xmlns:a16="http://schemas.microsoft.com/office/drawing/2014/main" id="{57368055-FA1F-73C8-4C0C-AB6ADEC676AB}"/>
              </a:ext>
            </a:extLst>
          </p:cNvPr>
          <p:cNvSpPr/>
          <p:nvPr/>
        </p:nvSpPr>
        <p:spPr>
          <a:xfrm rot="5400000">
            <a:off x="-1500189" y="1487486"/>
            <a:ext cx="11268076" cy="8293101"/>
          </a:xfrm>
          <a:prstGeom prst="rect">
            <a:avLst/>
          </a:prstGeom>
          <a:blipFill rotWithShape="0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0000" tIns="45000" rIns="90000" bIns="45000" anchor="t" anchorCtr="1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Google Shape;102;p1">
            <a:extLst>
              <a:ext uri="{FF2B5EF4-FFF2-40B4-BE49-F238E27FC236}">
                <a16:creationId xmlns:a16="http://schemas.microsoft.com/office/drawing/2014/main" id="{3A624E3D-4E71-6B56-FCDF-9B49F5551CD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10028" t="12535" r="10465" b="20264"/>
          <a:stretch/>
        </p:blipFill>
        <p:spPr>
          <a:xfrm rot="5400000">
            <a:off x="-1521845" y="1469005"/>
            <a:ext cx="11419340" cy="8401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103;p1">
            <a:extLst>
              <a:ext uri="{FF2B5EF4-FFF2-40B4-BE49-F238E27FC236}">
                <a16:creationId xmlns:a16="http://schemas.microsoft.com/office/drawing/2014/main" id="{8F727674-077E-EF10-A191-38339A8BA395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29378" y="738891"/>
            <a:ext cx="6821645" cy="9877373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105;p1">
            <a:extLst>
              <a:ext uri="{FF2B5EF4-FFF2-40B4-BE49-F238E27FC236}">
                <a16:creationId xmlns:a16="http://schemas.microsoft.com/office/drawing/2014/main" id="{2501F5EA-B6F5-E8AE-1778-04A74F0BA6FC}"/>
              </a:ext>
            </a:extLst>
          </p:cNvPr>
          <p:cNvSpPr/>
          <p:nvPr/>
        </p:nvSpPr>
        <p:spPr>
          <a:xfrm>
            <a:off x="933609" y="3422520"/>
            <a:ext cx="6419529" cy="737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4200" b="0" i="0" u="none" strike="noStrike" cap="none" dirty="0">
                <a:solidFill>
                  <a:schemeClr val="dk1"/>
                </a:solidFill>
                <a:latin typeface="Old English Text MT" panose="03040902040508030806" pitchFamily="66" charset="0"/>
                <a:sym typeface="Arial"/>
              </a:rPr>
              <a:t>Certificate Of Promotion</a:t>
            </a:r>
            <a:endParaRPr sz="4200" b="0" i="0" u="none" strike="noStrike" cap="none" dirty="0">
              <a:solidFill>
                <a:srgbClr val="000000"/>
              </a:solidFill>
              <a:latin typeface="Old English Text MT" panose="03040902040508030806" pitchFamily="66" charset="0"/>
              <a:sym typeface="Arial"/>
            </a:endParaRPr>
          </a:p>
        </p:txBody>
      </p:sp>
      <p:sp>
        <p:nvSpPr>
          <p:cNvPr id="30" name="Google Shape;106;p1">
            <a:extLst>
              <a:ext uri="{FF2B5EF4-FFF2-40B4-BE49-F238E27FC236}">
                <a16:creationId xmlns:a16="http://schemas.microsoft.com/office/drawing/2014/main" id="{3B9306F7-47A8-B2DF-AD29-A1BEC18A41CE}"/>
              </a:ext>
            </a:extLst>
          </p:cNvPr>
          <p:cNvSpPr/>
          <p:nvPr/>
        </p:nvSpPr>
        <p:spPr>
          <a:xfrm>
            <a:off x="933609" y="4124520"/>
            <a:ext cx="6419529" cy="644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36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</a:t>
            </a:r>
            <a:endParaRPr sz="3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" name="Google Shape;107;p1">
            <a:extLst>
              <a:ext uri="{FF2B5EF4-FFF2-40B4-BE49-F238E27FC236}">
                <a16:creationId xmlns:a16="http://schemas.microsoft.com/office/drawing/2014/main" id="{DFAFF73F-E9E9-E14A-7E95-D72251464141}"/>
              </a:ext>
            </a:extLst>
          </p:cNvPr>
          <p:cNvCxnSpPr/>
          <p:nvPr/>
        </p:nvCxnSpPr>
        <p:spPr>
          <a:xfrm flipH="1">
            <a:off x="3722400" y="8696520"/>
            <a:ext cx="2822040" cy="792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33" name="Google Shape;109;p1">
            <a:extLst>
              <a:ext uri="{FF2B5EF4-FFF2-40B4-BE49-F238E27FC236}">
                <a16:creationId xmlns:a16="http://schemas.microsoft.com/office/drawing/2014/main" id="{BBC1AE72-7808-B19F-55EA-C92042328BB2}"/>
              </a:ext>
            </a:extLst>
          </p:cNvPr>
          <p:cNvSpPr/>
          <p:nvPr/>
        </p:nvSpPr>
        <p:spPr>
          <a:xfrm>
            <a:off x="933609" y="6433920"/>
            <a:ext cx="6419529" cy="583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32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110;p1">
            <a:extLst>
              <a:ext uri="{FF2B5EF4-FFF2-40B4-BE49-F238E27FC236}">
                <a16:creationId xmlns:a16="http://schemas.microsoft.com/office/drawing/2014/main" id="{7B57852F-0F32-E80A-0AD1-AD6E1E7D0EBF}"/>
              </a:ext>
            </a:extLst>
          </p:cNvPr>
          <p:cNvSpPr/>
          <p:nvPr/>
        </p:nvSpPr>
        <p:spPr>
          <a:xfrm>
            <a:off x="933609" y="7119720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the rank of </a:t>
            </a:r>
            <a:r>
              <a:rPr lang="en-AU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Leading Corporal 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 effect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dateNumber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r>
              <a:rPr lang="en-GB" sz="2000" b="0" i="1" u="none" strike="noStrike" cap="none" baseline="30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{suffix}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{date}.</a:t>
            </a:r>
            <a:endParaRPr lang="en-GB"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111;p1">
            <a:extLst>
              <a:ext uri="{FF2B5EF4-FFF2-40B4-BE49-F238E27FC236}">
                <a16:creationId xmlns:a16="http://schemas.microsoft.com/office/drawing/2014/main" id="{7628942A-E270-1375-4CA5-BB1F3838860D}"/>
              </a:ext>
            </a:extLst>
          </p:cNvPr>
          <p:cNvSpPr/>
          <p:nvPr/>
        </p:nvSpPr>
        <p:spPr>
          <a:xfrm>
            <a:off x="933609" y="4820400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 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has completed all necessary trainings and been deemed suitable in all areas required for promotion.</a:t>
            </a:r>
          </a:p>
        </p:txBody>
      </p:sp>
      <p:sp>
        <p:nvSpPr>
          <p:cNvPr id="37" name="Google Shape;113;p1">
            <a:extLst>
              <a:ext uri="{FF2B5EF4-FFF2-40B4-BE49-F238E27FC236}">
                <a16:creationId xmlns:a16="http://schemas.microsoft.com/office/drawing/2014/main" id="{8469FEBC-56AD-DE69-1BB2-AAF2E9FE420A}"/>
              </a:ext>
            </a:extLst>
          </p:cNvPr>
          <p:cNvSpPr/>
          <p:nvPr/>
        </p:nvSpPr>
        <p:spPr>
          <a:xfrm>
            <a:off x="2985840" y="8685000"/>
            <a:ext cx="4277880" cy="598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{signaturerRankShort} {signaturer}</a:t>
            </a:r>
            <a:br>
              <a:rPr lang="en-AU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Officer Commanding</a:t>
            </a:r>
            <a:br>
              <a:rPr lang="en-AU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Australian Special Operations Taskforce HQ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" name="Google Shape;104;p1">
            <a:extLst>
              <a:ext uri="{FF2B5EF4-FFF2-40B4-BE49-F238E27FC236}">
                <a16:creationId xmlns:a16="http://schemas.microsoft.com/office/drawing/2014/main" id="{7E3FFC8A-7D12-AF21-1C21-A07E4EF7A98C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14400" y="8354520"/>
            <a:ext cx="1436400" cy="125244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11;p1">
            <a:extLst>
              <a:ext uri="{FF2B5EF4-FFF2-40B4-BE49-F238E27FC236}">
                <a16:creationId xmlns:a16="http://schemas.microsoft.com/office/drawing/2014/main" id="{95F712C2-70A9-FAD9-FC1A-E55DBC3E23EC}"/>
              </a:ext>
            </a:extLst>
          </p:cNvPr>
          <p:cNvSpPr/>
          <p:nvPr/>
        </p:nvSpPr>
        <p:spPr>
          <a:xfrm>
            <a:off x="934292" y="5735481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algn="ctr"/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I,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signaturerRankFull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signaturer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},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Officer Commanding, Australian Special Operations Taskforce, hereby promote</a:t>
            </a:r>
            <a:endParaRPr lang="en-GB"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Google Shape;1010;p51">
            <a:extLst>
              <a:ext uri="{FF2B5EF4-FFF2-40B4-BE49-F238E27FC236}">
                <a16:creationId xmlns:a16="http://schemas.microsoft.com/office/drawing/2014/main" id="{7392A3EE-494E-36A4-8072-E2249A7EC5BC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268550" y="984471"/>
            <a:ext cx="1924050" cy="25146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14;p1">
            <a:extLst>
              <a:ext uri="{FF2B5EF4-FFF2-40B4-BE49-F238E27FC236}">
                <a16:creationId xmlns:a16="http://schemas.microsoft.com/office/drawing/2014/main" id="{6458707F-54BD-52E1-2D6D-755FAA7FD958}"/>
              </a:ext>
            </a:extLst>
          </p:cNvPr>
          <p:cNvSpPr/>
          <p:nvPr/>
        </p:nvSpPr>
        <p:spPr>
          <a:xfrm>
            <a:off x="2932650" y="8215616"/>
            <a:ext cx="4539420" cy="521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{</a:t>
            </a:r>
            <a:r>
              <a:rPr lang="en-AU" sz="2800" b="0" i="1" u="none" strike="noStrike" cap="none" dirty="0" err="1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signaturerRankShort</a:t>
            </a: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} {</a:t>
            </a:r>
            <a:r>
              <a:rPr lang="en-AU" sz="2800" b="0" i="1" u="none" strike="noStrike" cap="none" dirty="0" err="1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signaturer</a:t>
            </a: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}</a:t>
            </a:r>
            <a:endParaRPr sz="2800" b="0" i="0" u="none" strike="noStrike" cap="none" dirty="0">
              <a:solidFill>
                <a:srgbClr val="000000"/>
              </a:solidFill>
              <a:latin typeface="Brush Script MT" panose="03060802040406070304" pitchFamily="66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804603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3AAE99A2-CB2E-0144-48B7-47137B5914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">
            <a:extLst>
              <a:ext uri="{FF2B5EF4-FFF2-40B4-BE49-F238E27FC236}">
                <a16:creationId xmlns:a16="http://schemas.microsoft.com/office/drawing/2014/main" id="{E6A2DD9F-F254-8420-FE59-A3362DF0D7E0}"/>
              </a:ext>
            </a:extLst>
          </p:cNvPr>
          <p:cNvSpPr/>
          <p:nvPr/>
        </p:nvSpPr>
        <p:spPr>
          <a:xfrm rot="5400000">
            <a:off x="-1500189" y="1487486"/>
            <a:ext cx="11268076" cy="8293101"/>
          </a:xfrm>
          <a:prstGeom prst="rect">
            <a:avLst/>
          </a:prstGeom>
          <a:blipFill rotWithShape="0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0000" tIns="45000" rIns="90000" bIns="45000" anchor="t" anchorCtr="1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Google Shape;102;p1">
            <a:extLst>
              <a:ext uri="{FF2B5EF4-FFF2-40B4-BE49-F238E27FC236}">
                <a16:creationId xmlns:a16="http://schemas.microsoft.com/office/drawing/2014/main" id="{B2CBCFB2-0439-1C8F-D5CA-78580761206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10028" t="12535" r="10465" b="20264"/>
          <a:stretch/>
        </p:blipFill>
        <p:spPr>
          <a:xfrm rot="5400000">
            <a:off x="-1521845" y="1469005"/>
            <a:ext cx="11419340" cy="8401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103;p1">
            <a:extLst>
              <a:ext uri="{FF2B5EF4-FFF2-40B4-BE49-F238E27FC236}">
                <a16:creationId xmlns:a16="http://schemas.microsoft.com/office/drawing/2014/main" id="{2963E12A-053F-7740-37D1-C20BF27EB566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29378" y="738891"/>
            <a:ext cx="6821645" cy="9877373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105;p1">
            <a:extLst>
              <a:ext uri="{FF2B5EF4-FFF2-40B4-BE49-F238E27FC236}">
                <a16:creationId xmlns:a16="http://schemas.microsoft.com/office/drawing/2014/main" id="{A6D2BAF2-8E30-4450-240C-1A57CE94B188}"/>
              </a:ext>
            </a:extLst>
          </p:cNvPr>
          <p:cNvSpPr/>
          <p:nvPr/>
        </p:nvSpPr>
        <p:spPr>
          <a:xfrm>
            <a:off x="933609" y="3422520"/>
            <a:ext cx="6419529" cy="737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4200" b="0" i="0" u="none" strike="noStrike" cap="none" dirty="0">
                <a:solidFill>
                  <a:schemeClr val="dk1"/>
                </a:solidFill>
                <a:latin typeface="Old English Text MT" panose="03040902040508030806" pitchFamily="66" charset="0"/>
                <a:sym typeface="Arial"/>
              </a:rPr>
              <a:t>Certificate Of Promotion</a:t>
            </a:r>
            <a:endParaRPr sz="4200" b="0" i="0" u="none" strike="noStrike" cap="none" dirty="0">
              <a:solidFill>
                <a:srgbClr val="000000"/>
              </a:solidFill>
              <a:latin typeface="Old English Text MT" panose="03040902040508030806" pitchFamily="66" charset="0"/>
              <a:sym typeface="Arial"/>
            </a:endParaRPr>
          </a:p>
        </p:txBody>
      </p:sp>
      <p:sp>
        <p:nvSpPr>
          <p:cNvPr id="30" name="Google Shape;106;p1">
            <a:extLst>
              <a:ext uri="{FF2B5EF4-FFF2-40B4-BE49-F238E27FC236}">
                <a16:creationId xmlns:a16="http://schemas.microsoft.com/office/drawing/2014/main" id="{7682B1C1-7368-3935-B635-A2300979D45B}"/>
              </a:ext>
            </a:extLst>
          </p:cNvPr>
          <p:cNvSpPr/>
          <p:nvPr/>
        </p:nvSpPr>
        <p:spPr>
          <a:xfrm>
            <a:off x="933609" y="4124520"/>
            <a:ext cx="6419529" cy="644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36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</a:t>
            </a:r>
            <a:endParaRPr sz="3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" name="Google Shape;107;p1">
            <a:extLst>
              <a:ext uri="{FF2B5EF4-FFF2-40B4-BE49-F238E27FC236}">
                <a16:creationId xmlns:a16="http://schemas.microsoft.com/office/drawing/2014/main" id="{66A0B6B4-6A5A-4F79-5FF2-9384AE52A101}"/>
              </a:ext>
            </a:extLst>
          </p:cNvPr>
          <p:cNvCxnSpPr/>
          <p:nvPr/>
        </p:nvCxnSpPr>
        <p:spPr>
          <a:xfrm flipH="1">
            <a:off x="3722400" y="8696520"/>
            <a:ext cx="2822040" cy="792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33" name="Google Shape;109;p1">
            <a:extLst>
              <a:ext uri="{FF2B5EF4-FFF2-40B4-BE49-F238E27FC236}">
                <a16:creationId xmlns:a16="http://schemas.microsoft.com/office/drawing/2014/main" id="{8D7A47FD-8298-EEF1-4529-8AFAEB9307DB}"/>
              </a:ext>
            </a:extLst>
          </p:cNvPr>
          <p:cNvSpPr/>
          <p:nvPr/>
        </p:nvSpPr>
        <p:spPr>
          <a:xfrm>
            <a:off x="933609" y="6433920"/>
            <a:ext cx="6419529" cy="583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32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110;p1">
            <a:extLst>
              <a:ext uri="{FF2B5EF4-FFF2-40B4-BE49-F238E27FC236}">
                <a16:creationId xmlns:a16="http://schemas.microsoft.com/office/drawing/2014/main" id="{64FF2BD3-EADF-12A7-E0C7-38FC955EA779}"/>
              </a:ext>
            </a:extLst>
          </p:cNvPr>
          <p:cNvSpPr/>
          <p:nvPr/>
        </p:nvSpPr>
        <p:spPr>
          <a:xfrm>
            <a:off x="933609" y="7119720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the rank of </a:t>
            </a:r>
            <a:r>
              <a:rPr lang="en-AU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Senior Corporal 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 effect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dateNumber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r>
              <a:rPr lang="en-GB" sz="2000" b="0" i="1" u="none" strike="noStrike" cap="none" baseline="30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{suffix}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{date}.</a:t>
            </a:r>
            <a:endParaRPr lang="en-GB"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111;p1">
            <a:extLst>
              <a:ext uri="{FF2B5EF4-FFF2-40B4-BE49-F238E27FC236}">
                <a16:creationId xmlns:a16="http://schemas.microsoft.com/office/drawing/2014/main" id="{8F0588A3-E70E-BCB0-DE28-0A1E1FAC7BBB}"/>
              </a:ext>
            </a:extLst>
          </p:cNvPr>
          <p:cNvSpPr/>
          <p:nvPr/>
        </p:nvSpPr>
        <p:spPr>
          <a:xfrm>
            <a:off x="933609" y="4820400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 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has completed all necessary trainings and been deemed suitable in all areas required for promotion.</a:t>
            </a:r>
          </a:p>
        </p:txBody>
      </p:sp>
      <p:sp>
        <p:nvSpPr>
          <p:cNvPr id="37" name="Google Shape;113;p1">
            <a:extLst>
              <a:ext uri="{FF2B5EF4-FFF2-40B4-BE49-F238E27FC236}">
                <a16:creationId xmlns:a16="http://schemas.microsoft.com/office/drawing/2014/main" id="{4DBE7090-BFB8-8723-BE1C-40F6351A3F7A}"/>
              </a:ext>
            </a:extLst>
          </p:cNvPr>
          <p:cNvSpPr/>
          <p:nvPr/>
        </p:nvSpPr>
        <p:spPr>
          <a:xfrm>
            <a:off x="2985840" y="8685000"/>
            <a:ext cx="4277880" cy="598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{signaturerRankShort} {signaturer}</a:t>
            </a:r>
            <a:br>
              <a:rPr lang="en-AU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Officer Commanding</a:t>
            </a:r>
            <a:br>
              <a:rPr lang="en-AU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Australian Special Operations Taskforce HQ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" name="Google Shape;104;p1">
            <a:extLst>
              <a:ext uri="{FF2B5EF4-FFF2-40B4-BE49-F238E27FC236}">
                <a16:creationId xmlns:a16="http://schemas.microsoft.com/office/drawing/2014/main" id="{4C13F03F-1A3F-9CAC-1F16-E3BE1CBD82CC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14400" y="8354520"/>
            <a:ext cx="1436400" cy="125244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11;p1">
            <a:extLst>
              <a:ext uri="{FF2B5EF4-FFF2-40B4-BE49-F238E27FC236}">
                <a16:creationId xmlns:a16="http://schemas.microsoft.com/office/drawing/2014/main" id="{2C6183EA-6407-7E9D-15C7-2A90BFF4C451}"/>
              </a:ext>
            </a:extLst>
          </p:cNvPr>
          <p:cNvSpPr/>
          <p:nvPr/>
        </p:nvSpPr>
        <p:spPr>
          <a:xfrm>
            <a:off x="934292" y="5735481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algn="ctr"/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I,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signaturerRankFull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signaturer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},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Officer Commanding, Australian Special Operations Taskforce, hereby promote</a:t>
            </a:r>
            <a:endParaRPr lang="en-GB"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Google Shape;1028;p52">
            <a:extLst>
              <a:ext uri="{FF2B5EF4-FFF2-40B4-BE49-F238E27FC236}">
                <a16:creationId xmlns:a16="http://schemas.microsoft.com/office/drawing/2014/main" id="{04496E76-A89C-906C-EFE7-78772A29492D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210560" y="955668"/>
            <a:ext cx="1905000" cy="254317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114;p1">
            <a:extLst>
              <a:ext uri="{FF2B5EF4-FFF2-40B4-BE49-F238E27FC236}">
                <a16:creationId xmlns:a16="http://schemas.microsoft.com/office/drawing/2014/main" id="{1B12A49A-40F9-B725-870A-D61DD0F30F18}"/>
              </a:ext>
            </a:extLst>
          </p:cNvPr>
          <p:cNvSpPr/>
          <p:nvPr/>
        </p:nvSpPr>
        <p:spPr>
          <a:xfrm>
            <a:off x="2932650" y="8215616"/>
            <a:ext cx="4539420" cy="521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{</a:t>
            </a:r>
            <a:r>
              <a:rPr lang="en-AU" sz="2800" b="0" i="1" u="none" strike="noStrike" cap="none" dirty="0" err="1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signaturerRankShort</a:t>
            </a: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} {</a:t>
            </a:r>
            <a:r>
              <a:rPr lang="en-AU" sz="2800" b="0" i="1" u="none" strike="noStrike" cap="none" dirty="0" err="1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signaturer</a:t>
            </a: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}</a:t>
            </a:r>
            <a:endParaRPr sz="2800" b="0" i="0" u="none" strike="noStrike" cap="none" dirty="0">
              <a:solidFill>
                <a:srgbClr val="000000"/>
              </a:solidFill>
              <a:latin typeface="Brush Script MT" panose="03060802040406070304" pitchFamily="66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1273961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7035F38A-FCE2-478C-11AF-4769788C72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">
            <a:extLst>
              <a:ext uri="{FF2B5EF4-FFF2-40B4-BE49-F238E27FC236}">
                <a16:creationId xmlns:a16="http://schemas.microsoft.com/office/drawing/2014/main" id="{388B7D8B-0C5C-5454-E50B-3F2BC54F4042}"/>
              </a:ext>
            </a:extLst>
          </p:cNvPr>
          <p:cNvSpPr/>
          <p:nvPr/>
        </p:nvSpPr>
        <p:spPr>
          <a:xfrm rot="5400000">
            <a:off x="-1500189" y="1487486"/>
            <a:ext cx="11268076" cy="8293101"/>
          </a:xfrm>
          <a:prstGeom prst="rect">
            <a:avLst/>
          </a:prstGeom>
          <a:blipFill rotWithShape="0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0000" tIns="45000" rIns="90000" bIns="45000" anchor="t" anchorCtr="1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Google Shape;102;p1">
            <a:extLst>
              <a:ext uri="{FF2B5EF4-FFF2-40B4-BE49-F238E27FC236}">
                <a16:creationId xmlns:a16="http://schemas.microsoft.com/office/drawing/2014/main" id="{C8FEAA83-0459-0184-403E-0A47126E15FA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10028" t="12535" r="10465" b="20264"/>
          <a:stretch/>
        </p:blipFill>
        <p:spPr>
          <a:xfrm rot="5400000">
            <a:off x="-1521845" y="1469005"/>
            <a:ext cx="11419340" cy="8401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103;p1">
            <a:extLst>
              <a:ext uri="{FF2B5EF4-FFF2-40B4-BE49-F238E27FC236}">
                <a16:creationId xmlns:a16="http://schemas.microsoft.com/office/drawing/2014/main" id="{AD04BD22-0018-4F34-02CC-B24272F75A1C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29378" y="738891"/>
            <a:ext cx="6821645" cy="9877373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105;p1">
            <a:extLst>
              <a:ext uri="{FF2B5EF4-FFF2-40B4-BE49-F238E27FC236}">
                <a16:creationId xmlns:a16="http://schemas.microsoft.com/office/drawing/2014/main" id="{ED35BEF4-543D-42A0-8120-BEA8A97C9819}"/>
              </a:ext>
            </a:extLst>
          </p:cNvPr>
          <p:cNvSpPr/>
          <p:nvPr/>
        </p:nvSpPr>
        <p:spPr>
          <a:xfrm>
            <a:off x="933609" y="3422520"/>
            <a:ext cx="6419529" cy="737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4200" b="0" i="0" u="none" strike="noStrike" cap="none" dirty="0">
                <a:solidFill>
                  <a:schemeClr val="dk1"/>
                </a:solidFill>
                <a:latin typeface="Old English Text MT" panose="03040902040508030806" pitchFamily="66" charset="0"/>
                <a:sym typeface="Arial"/>
              </a:rPr>
              <a:t>Certificate Of Promotion</a:t>
            </a:r>
            <a:endParaRPr sz="4200" b="0" i="0" u="none" strike="noStrike" cap="none" dirty="0">
              <a:solidFill>
                <a:srgbClr val="000000"/>
              </a:solidFill>
              <a:latin typeface="Old English Text MT" panose="03040902040508030806" pitchFamily="66" charset="0"/>
              <a:sym typeface="Arial"/>
            </a:endParaRPr>
          </a:p>
        </p:txBody>
      </p:sp>
      <p:sp>
        <p:nvSpPr>
          <p:cNvPr id="30" name="Google Shape;106;p1">
            <a:extLst>
              <a:ext uri="{FF2B5EF4-FFF2-40B4-BE49-F238E27FC236}">
                <a16:creationId xmlns:a16="http://schemas.microsoft.com/office/drawing/2014/main" id="{D0F44284-2A14-04D7-6CDD-294E9D512773}"/>
              </a:ext>
            </a:extLst>
          </p:cNvPr>
          <p:cNvSpPr/>
          <p:nvPr/>
        </p:nvSpPr>
        <p:spPr>
          <a:xfrm>
            <a:off x="933609" y="4124520"/>
            <a:ext cx="6419529" cy="644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lvl="0" algn="ctr"/>
            <a:r>
              <a:rPr lang="en-AU" sz="3600" i="1" dirty="0">
                <a:latin typeface="Times New Roman"/>
                <a:ea typeface="Times New Roman"/>
                <a:cs typeface="Times New Roman"/>
                <a:sym typeface="Times New Roman"/>
              </a:rPr>
              <a:t>{name}</a:t>
            </a:r>
            <a:endParaRPr lang="en-AU" sz="3600" dirty="0"/>
          </a:p>
        </p:txBody>
      </p:sp>
      <p:cxnSp>
        <p:nvCxnSpPr>
          <p:cNvPr id="31" name="Google Shape;107;p1">
            <a:extLst>
              <a:ext uri="{FF2B5EF4-FFF2-40B4-BE49-F238E27FC236}">
                <a16:creationId xmlns:a16="http://schemas.microsoft.com/office/drawing/2014/main" id="{617E2B15-EC35-6AD9-E440-37E025A854CA}"/>
              </a:ext>
            </a:extLst>
          </p:cNvPr>
          <p:cNvCxnSpPr/>
          <p:nvPr/>
        </p:nvCxnSpPr>
        <p:spPr>
          <a:xfrm flipH="1">
            <a:off x="3722400" y="8696520"/>
            <a:ext cx="2822040" cy="792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33" name="Google Shape;109;p1">
            <a:extLst>
              <a:ext uri="{FF2B5EF4-FFF2-40B4-BE49-F238E27FC236}">
                <a16:creationId xmlns:a16="http://schemas.microsoft.com/office/drawing/2014/main" id="{ABD758AB-6EF9-CF49-B2D4-10DD29AFF777}"/>
              </a:ext>
            </a:extLst>
          </p:cNvPr>
          <p:cNvSpPr/>
          <p:nvPr/>
        </p:nvSpPr>
        <p:spPr>
          <a:xfrm>
            <a:off x="933609" y="6433920"/>
            <a:ext cx="6419529" cy="583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lvl="0" algn="ctr"/>
            <a:r>
              <a:rPr lang="en-AU" sz="3200" i="1" dirty="0">
                <a:latin typeface="Times New Roman"/>
                <a:ea typeface="Times New Roman"/>
                <a:cs typeface="Times New Roman"/>
                <a:sym typeface="Times New Roman"/>
              </a:rPr>
              <a:t>{name}</a:t>
            </a:r>
            <a:endParaRPr lang="en-AU" sz="3200" dirty="0"/>
          </a:p>
        </p:txBody>
      </p:sp>
      <p:sp>
        <p:nvSpPr>
          <p:cNvPr id="34" name="Google Shape;110;p1">
            <a:extLst>
              <a:ext uri="{FF2B5EF4-FFF2-40B4-BE49-F238E27FC236}">
                <a16:creationId xmlns:a16="http://schemas.microsoft.com/office/drawing/2014/main" id="{63670769-D16E-D57A-37CD-6CA6EB752359}"/>
              </a:ext>
            </a:extLst>
          </p:cNvPr>
          <p:cNvSpPr/>
          <p:nvPr/>
        </p:nvSpPr>
        <p:spPr>
          <a:xfrm>
            <a:off x="933609" y="7119720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lvl="0" algn="ctr"/>
            <a:r>
              <a:rPr lang="en-GB" sz="2000" dirty="0">
                <a:latin typeface="Times New Roman"/>
                <a:ea typeface="Times New Roman"/>
                <a:cs typeface="Times New Roman"/>
                <a:sym typeface="Times New Roman"/>
              </a:rPr>
              <a:t>to the rank of </a:t>
            </a:r>
            <a:r>
              <a:rPr lang="en-AU" sz="2000" i="1" dirty="0">
                <a:latin typeface="Times New Roman"/>
                <a:ea typeface="Times New Roman"/>
                <a:cs typeface="Times New Roman"/>
                <a:sym typeface="Times New Roman"/>
              </a:rPr>
              <a:t>Sergeant </a:t>
            </a:r>
            <a:r>
              <a:rPr lang="en-GB" sz="2000" dirty="0">
                <a:latin typeface="Times New Roman"/>
                <a:ea typeface="Times New Roman"/>
                <a:cs typeface="Times New Roman"/>
                <a:sym typeface="Times New Roman"/>
              </a:rPr>
              <a:t>with effect </a:t>
            </a:r>
            <a:r>
              <a:rPr lang="en-GB" sz="2000" i="1" dirty="0"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i="1" dirty="0" err="1">
                <a:latin typeface="Times New Roman"/>
                <a:ea typeface="Times New Roman"/>
                <a:cs typeface="Times New Roman"/>
                <a:sym typeface="Times New Roman"/>
              </a:rPr>
              <a:t>dateNumber</a:t>
            </a:r>
            <a:r>
              <a:rPr lang="en-GB" sz="2000" i="1" dirty="0"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r>
              <a:rPr lang="en-GB" sz="2000" i="1" baseline="30000" dirty="0">
                <a:latin typeface="Times New Roman"/>
                <a:ea typeface="Times New Roman"/>
                <a:cs typeface="Times New Roman"/>
                <a:sym typeface="Times New Roman"/>
              </a:rPr>
              <a:t>{suffix}</a:t>
            </a:r>
            <a:r>
              <a:rPr lang="en-GB" sz="2000" i="1" dirty="0">
                <a:latin typeface="Times New Roman"/>
                <a:ea typeface="Times New Roman"/>
                <a:cs typeface="Times New Roman"/>
                <a:sym typeface="Times New Roman"/>
              </a:rPr>
              <a:t> {date}.</a:t>
            </a:r>
            <a:endParaRPr lang="en-GB" sz="2000" dirty="0"/>
          </a:p>
        </p:txBody>
      </p:sp>
      <p:sp>
        <p:nvSpPr>
          <p:cNvPr id="35" name="Google Shape;111;p1">
            <a:extLst>
              <a:ext uri="{FF2B5EF4-FFF2-40B4-BE49-F238E27FC236}">
                <a16:creationId xmlns:a16="http://schemas.microsoft.com/office/drawing/2014/main" id="{9979C1E9-38E3-98CE-27C5-BDA0512DF105}"/>
              </a:ext>
            </a:extLst>
          </p:cNvPr>
          <p:cNvSpPr/>
          <p:nvPr/>
        </p:nvSpPr>
        <p:spPr>
          <a:xfrm>
            <a:off x="933609" y="4820400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lvl="0" algn="ctr"/>
            <a:r>
              <a:rPr lang="en-GB" sz="2000" i="1" dirty="0">
                <a:latin typeface="Times New Roman"/>
                <a:ea typeface="Times New Roman"/>
                <a:cs typeface="Times New Roman"/>
                <a:sym typeface="Times New Roman"/>
              </a:rPr>
              <a:t>{name} </a:t>
            </a:r>
            <a:r>
              <a:rPr lang="en-GB" sz="2000" dirty="0">
                <a:latin typeface="Times New Roman"/>
                <a:ea typeface="Times New Roman"/>
                <a:cs typeface="Times New Roman"/>
                <a:sym typeface="Times New Roman"/>
              </a:rPr>
              <a:t>has completed all necessary trainings and been deemed suitable in all areas required for promotion.</a:t>
            </a:r>
          </a:p>
        </p:txBody>
      </p:sp>
      <p:sp>
        <p:nvSpPr>
          <p:cNvPr id="37" name="Google Shape;113;p1">
            <a:extLst>
              <a:ext uri="{FF2B5EF4-FFF2-40B4-BE49-F238E27FC236}">
                <a16:creationId xmlns:a16="http://schemas.microsoft.com/office/drawing/2014/main" id="{46A4AA24-16D2-37BA-B312-576CB5D79493}"/>
              </a:ext>
            </a:extLst>
          </p:cNvPr>
          <p:cNvSpPr/>
          <p:nvPr/>
        </p:nvSpPr>
        <p:spPr>
          <a:xfrm>
            <a:off x="2985840" y="8685000"/>
            <a:ext cx="4277880" cy="598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1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AU" sz="1100" b="1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signaturerRankShort</a:t>
            </a:r>
            <a:r>
              <a:rPr lang="en-AU" sz="11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 {</a:t>
            </a:r>
            <a:r>
              <a:rPr lang="en-AU" sz="1100" b="1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signaturer</a:t>
            </a:r>
            <a:r>
              <a:rPr lang="en-AU" sz="11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br>
              <a:rPr lang="en-AU" sz="11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Officer Commanding</a:t>
            </a:r>
            <a:br>
              <a:rPr lang="en-AU" sz="11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Australian Special Operations Taskforce HQ</a:t>
            </a:r>
            <a:endParaRPr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" name="Google Shape;104;p1">
            <a:extLst>
              <a:ext uri="{FF2B5EF4-FFF2-40B4-BE49-F238E27FC236}">
                <a16:creationId xmlns:a16="http://schemas.microsoft.com/office/drawing/2014/main" id="{08D00F58-86B0-9103-2F34-AD8AE69DEE7B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14400" y="8354520"/>
            <a:ext cx="1436400" cy="125244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11;p1">
            <a:extLst>
              <a:ext uri="{FF2B5EF4-FFF2-40B4-BE49-F238E27FC236}">
                <a16:creationId xmlns:a16="http://schemas.microsoft.com/office/drawing/2014/main" id="{A86C8A89-784B-B32A-A8F7-6806ACD35608}"/>
              </a:ext>
            </a:extLst>
          </p:cNvPr>
          <p:cNvSpPr/>
          <p:nvPr/>
        </p:nvSpPr>
        <p:spPr>
          <a:xfrm>
            <a:off x="934292" y="5735481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algn="ctr"/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I,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signaturerRankFull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signaturer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},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Officer Commanding, Australian Special Operations Taskforce, hereby promote</a:t>
            </a:r>
            <a:endParaRPr lang="en-GB"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Google Shape;1046;p53">
            <a:extLst>
              <a:ext uri="{FF2B5EF4-FFF2-40B4-BE49-F238E27FC236}">
                <a16:creationId xmlns:a16="http://schemas.microsoft.com/office/drawing/2014/main" id="{CE1FB1D8-EB8F-1B9D-AF3F-572978A3807F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307305" y="1719510"/>
            <a:ext cx="1657350" cy="16573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14;p1">
            <a:extLst>
              <a:ext uri="{FF2B5EF4-FFF2-40B4-BE49-F238E27FC236}">
                <a16:creationId xmlns:a16="http://schemas.microsoft.com/office/drawing/2014/main" id="{A5490FD9-315B-D91A-6D0E-7099B5EF4315}"/>
              </a:ext>
            </a:extLst>
          </p:cNvPr>
          <p:cNvSpPr/>
          <p:nvPr/>
        </p:nvSpPr>
        <p:spPr>
          <a:xfrm>
            <a:off x="2932650" y="8215616"/>
            <a:ext cx="4539420" cy="521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{</a:t>
            </a:r>
            <a:r>
              <a:rPr lang="en-AU" sz="2800" b="0" i="1" u="none" strike="noStrike" cap="none" dirty="0" err="1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signaturerRankShort</a:t>
            </a: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} {</a:t>
            </a:r>
            <a:r>
              <a:rPr lang="en-AU" sz="2800" b="0" i="1" u="none" strike="noStrike" cap="none" dirty="0" err="1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signaturer</a:t>
            </a: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}</a:t>
            </a:r>
            <a:endParaRPr sz="2800" b="0" i="0" u="none" strike="noStrike" cap="none" dirty="0">
              <a:solidFill>
                <a:srgbClr val="000000"/>
              </a:solidFill>
              <a:latin typeface="Brush Script MT" panose="03060802040406070304" pitchFamily="66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508182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B22E3EAD-3CE2-616C-89CB-E02A60EEFA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">
            <a:extLst>
              <a:ext uri="{FF2B5EF4-FFF2-40B4-BE49-F238E27FC236}">
                <a16:creationId xmlns:a16="http://schemas.microsoft.com/office/drawing/2014/main" id="{E3AD9375-16A4-A8B9-B90F-C34AB70EFA55}"/>
              </a:ext>
            </a:extLst>
          </p:cNvPr>
          <p:cNvSpPr/>
          <p:nvPr/>
        </p:nvSpPr>
        <p:spPr>
          <a:xfrm rot="5400000">
            <a:off x="-1500189" y="1487486"/>
            <a:ext cx="11268076" cy="8293101"/>
          </a:xfrm>
          <a:prstGeom prst="rect">
            <a:avLst/>
          </a:prstGeom>
          <a:blipFill rotWithShape="0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0000" tIns="45000" rIns="90000" bIns="45000" anchor="t" anchorCtr="1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Google Shape;102;p1">
            <a:extLst>
              <a:ext uri="{FF2B5EF4-FFF2-40B4-BE49-F238E27FC236}">
                <a16:creationId xmlns:a16="http://schemas.microsoft.com/office/drawing/2014/main" id="{2401FC8F-2ADE-243A-A51D-B7544000B7BB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10028" t="12535" r="10465" b="20264"/>
          <a:stretch/>
        </p:blipFill>
        <p:spPr>
          <a:xfrm rot="5400000">
            <a:off x="-1521845" y="1469005"/>
            <a:ext cx="11419340" cy="8401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103;p1">
            <a:extLst>
              <a:ext uri="{FF2B5EF4-FFF2-40B4-BE49-F238E27FC236}">
                <a16:creationId xmlns:a16="http://schemas.microsoft.com/office/drawing/2014/main" id="{E119210A-5415-C30F-D0BE-985AC79CA01D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29378" y="738891"/>
            <a:ext cx="6821645" cy="9877373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105;p1">
            <a:extLst>
              <a:ext uri="{FF2B5EF4-FFF2-40B4-BE49-F238E27FC236}">
                <a16:creationId xmlns:a16="http://schemas.microsoft.com/office/drawing/2014/main" id="{FE427EE7-CC11-51D4-7107-8F2DF3A4012C}"/>
              </a:ext>
            </a:extLst>
          </p:cNvPr>
          <p:cNvSpPr/>
          <p:nvPr/>
        </p:nvSpPr>
        <p:spPr>
          <a:xfrm>
            <a:off x="933609" y="3422520"/>
            <a:ext cx="6419529" cy="737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4200" b="0" i="0" u="none" strike="noStrike" cap="none" dirty="0">
                <a:solidFill>
                  <a:schemeClr val="dk1"/>
                </a:solidFill>
                <a:latin typeface="Old English Text MT" panose="03040902040508030806" pitchFamily="66" charset="0"/>
                <a:sym typeface="Arial"/>
              </a:rPr>
              <a:t>Certificate Of Promotion</a:t>
            </a:r>
            <a:endParaRPr sz="4200" b="0" i="0" u="none" strike="noStrike" cap="none" dirty="0">
              <a:solidFill>
                <a:srgbClr val="000000"/>
              </a:solidFill>
              <a:latin typeface="Old English Text MT" panose="03040902040508030806" pitchFamily="66" charset="0"/>
              <a:sym typeface="Arial"/>
            </a:endParaRPr>
          </a:p>
        </p:txBody>
      </p:sp>
      <p:sp>
        <p:nvSpPr>
          <p:cNvPr id="30" name="Google Shape;106;p1">
            <a:extLst>
              <a:ext uri="{FF2B5EF4-FFF2-40B4-BE49-F238E27FC236}">
                <a16:creationId xmlns:a16="http://schemas.microsoft.com/office/drawing/2014/main" id="{F4C0D8D7-BCCC-6E11-C5A7-CC25D9E4B3C9}"/>
              </a:ext>
            </a:extLst>
          </p:cNvPr>
          <p:cNvSpPr/>
          <p:nvPr/>
        </p:nvSpPr>
        <p:spPr>
          <a:xfrm>
            <a:off x="933609" y="4124520"/>
            <a:ext cx="6419529" cy="644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36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</a:t>
            </a:r>
            <a:endParaRPr sz="3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" name="Google Shape;107;p1">
            <a:extLst>
              <a:ext uri="{FF2B5EF4-FFF2-40B4-BE49-F238E27FC236}">
                <a16:creationId xmlns:a16="http://schemas.microsoft.com/office/drawing/2014/main" id="{B913C4B1-EEF5-F021-E67B-15AC58155095}"/>
              </a:ext>
            </a:extLst>
          </p:cNvPr>
          <p:cNvCxnSpPr/>
          <p:nvPr/>
        </p:nvCxnSpPr>
        <p:spPr>
          <a:xfrm flipH="1">
            <a:off x="3722400" y="8696520"/>
            <a:ext cx="2822040" cy="792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33" name="Google Shape;109;p1">
            <a:extLst>
              <a:ext uri="{FF2B5EF4-FFF2-40B4-BE49-F238E27FC236}">
                <a16:creationId xmlns:a16="http://schemas.microsoft.com/office/drawing/2014/main" id="{44F7AF8D-9509-04DE-A7E8-E2C2075E2BD0}"/>
              </a:ext>
            </a:extLst>
          </p:cNvPr>
          <p:cNvSpPr/>
          <p:nvPr/>
        </p:nvSpPr>
        <p:spPr>
          <a:xfrm>
            <a:off x="933609" y="6433920"/>
            <a:ext cx="6419529" cy="583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32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110;p1">
            <a:extLst>
              <a:ext uri="{FF2B5EF4-FFF2-40B4-BE49-F238E27FC236}">
                <a16:creationId xmlns:a16="http://schemas.microsoft.com/office/drawing/2014/main" id="{6247F389-547E-D349-9902-BB5342F87E70}"/>
              </a:ext>
            </a:extLst>
          </p:cNvPr>
          <p:cNvSpPr/>
          <p:nvPr/>
        </p:nvSpPr>
        <p:spPr>
          <a:xfrm>
            <a:off x="933609" y="7119720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the rank of </a:t>
            </a:r>
            <a:r>
              <a:rPr lang="en-AU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Staff Sergeant 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 effect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dateNumber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r>
              <a:rPr lang="en-GB" sz="2000" b="0" i="1" u="none" strike="noStrike" cap="none" baseline="30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{suffix}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{date}.</a:t>
            </a:r>
            <a:endParaRPr lang="en-GB"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111;p1">
            <a:extLst>
              <a:ext uri="{FF2B5EF4-FFF2-40B4-BE49-F238E27FC236}">
                <a16:creationId xmlns:a16="http://schemas.microsoft.com/office/drawing/2014/main" id="{DC2FFDFA-FD8F-ED48-B521-432F20BC761C}"/>
              </a:ext>
            </a:extLst>
          </p:cNvPr>
          <p:cNvSpPr/>
          <p:nvPr/>
        </p:nvSpPr>
        <p:spPr>
          <a:xfrm>
            <a:off x="933609" y="4820400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 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has completed all necessary trainings and been deemed suitable in all areas required for promotion.</a:t>
            </a:r>
          </a:p>
        </p:txBody>
      </p:sp>
      <p:sp>
        <p:nvSpPr>
          <p:cNvPr id="37" name="Google Shape;113;p1">
            <a:extLst>
              <a:ext uri="{FF2B5EF4-FFF2-40B4-BE49-F238E27FC236}">
                <a16:creationId xmlns:a16="http://schemas.microsoft.com/office/drawing/2014/main" id="{DD9315C5-B724-7848-7549-295B38526022}"/>
              </a:ext>
            </a:extLst>
          </p:cNvPr>
          <p:cNvSpPr/>
          <p:nvPr/>
        </p:nvSpPr>
        <p:spPr>
          <a:xfrm>
            <a:off x="2985840" y="8685000"/>
            <a:ext cx="4277880" cy="598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{signaturerRankShort} {signaturer}</a:t>
            </a:r>
            <a:br>
              <a:rPr lang="en-AU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Officer Commanding</a:t>
            </a:r>
            <a:br>
              <a:rPr lang="en-AU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Australian Special Operations Taskforce HQ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" name="Google Shape;104;p1">
            <a:extLst>
              <a:ext uri="{FF2B5EF4-FFF2-40B4-BE49-F238E27FC236}">
                <a16:creationId xmlns:a16="http://schemas.microsoft.com/office/drawing/2014/main" id="{FD849FAB-3430-90A7-5EF2-AB8141146F00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14400" y="8354520"/>
            <a:ext cx="1436400" cy="125244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11;p1">
            <a:extLst>
              <a:ext uri="{FF2B5EF4-FFF2-40B4-BE49-F238E27FC236}">
                <a16:creationId xmlns:a16="http://schemas.microsoft.com/office/drawing/2014/main" id="{7E7E4D72-AAC8-0E1E-8DB7-F7793D593A4D}"/>
              </a:ext>
            </a:extLst>
          </p:cNvPr>
          <p:cNvSpPr/>
          <p:nvPr/>
        </p:nvSpPr>
        <p:spPr>
          <a:xfrm>
            <a:off x="934292" y="5735481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algn="ctr"/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I,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signaturerRankFull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signaturer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},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Officer Commanding, Australian Special Operations Taskforce, hereby promote</a:t>
            </a:r>
            <a:endParaRPr lang="en-GB"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" name="Google Shape;1064;p54">
            <a:extLst>
              <a:ext uri="{FF2B5EF4-FFF2-40B4-BE49-F238E27FC236}">
                <a16:creationId xmlns:a16="http://schemas.microsoft.com/office/drawing/2014/main" id="{E47094C6-D482-10A8-05F9-EB4716E5743B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315970" y="1443687"/>
            <a:ext cx="1657350" cy="19526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14;p1">
            <a:extLst>
              <a:ext uri="{FF2B5EF4-FFF2-40B4-BE49-F238E27FC236}">
                <a16:creationId xmlns:a16="http://schemas.microsoft.com/office/drawing/2014/main" id="{B97EE222-6086-6829-02D8-A810E2E1F679}"/>
              </a:ext>
            </a:extLst>
          </p:cNvPr>
          <p:cNvSpPr/>
          <p:nvPr/>
        </p:nvSpPr>
        <p:spPr>
          <a:xfrm>
            <a:off x="2932650" y="8215616"/>
            <a:ext cx="4539420" cy="521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{</a:t>
            </a:r>
            <a:r>
              <a:rPr lang="en-AU" sz="2800" b="0" i="1" u="none" strike="noStrike" cap="none" dirty="0" err="1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signaturerRankShort</a:t>
            </a: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} {</a:t>
            </a:r>
            <a:r>
              <a:rPr lang="en-AU" sz="2800" b="0" i="1" u="none" strike="noStrike" cap="none" dirty="0" err="1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signaturer</a:t>
            </a: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}</a:t>
            </a:r>
            <a:endParaRPr sz="2800" b="0" i="0" u="none" strike="noStrike" cap="none" dirty="0">
              <a:solidFill>
                <a:srgbClr val="000000"/>
              </a:solidFill>
              <a:latin typeface="Brush Script MT" panose="03060802040406070304" pitchFamily="66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1204913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FDCA3887-573C-5E38-3366-E05E6CA63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">
            <a:extLst>
              <a:ext uri="{FF2B5EF4-FFF2-40B4-BE49-F238E27FC236}">
                <a16:creationId xmlns:a16="http://schemas.microsoft.com/office/drawing/2014/main" id="{A77F05C4-E8EB-CA2B-A25B-5E4C4EFAD1A5}"/>
              </a:ext>
            </a:extLst>
          </p:cNvPr>
          <p:cNvSpPr/>
          <p:nvPr/>
        </p:nvSpPr>
        <p:spPr>
          <a:xfrm rot="5400000">
            <a:off x="-1500189" y="1487486"/>
            <a:ext cx="11268076" cy="8293101"/>
          </a:xfrm>
          <a:prstGeom prst="rect">
            <a:avLst/>
          </a:prstGeom>
          <a:blipFill rotWithShape="0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0000" tIns="45000" rIns="90000" bIns="45000" anchor="t" anchorCtr="1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Google Shape;102;p1">
            <a:extLst>
              <a:ext uri="{FF2B5EF4-FFF2-40B4-BE49-F238E27FC236}">
                <a16:creationId xmlns:a16="http://schemas.microsoft.com/office/drawing/2014/main" id="{6EBA9F83-C1B8-F087-87D1-2749AEACD03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10028" t="12535" r="10465" b="20264"/>
          <a:stretch/>
        </p:blipFill>
        <p:spPr>
          <a:xfrm rot="5400000">
            <a:off x="-1521845" y="1469005"/>
            <a:ext cx="11419340" cy="8401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103;p1">
            <a:extLst>
              <a:ext uri="{FF2B5EF4-FFF2-40B4-BE49-F238E27FC236}">
                <a16:creationId xmlns:a16="http://schemas.microsoft.com/office/drawing/2014/main" id="{39479DA7-E95F-E0A2-C27E-6DC214F463D2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29378" y="738891"/>
            <a:ext cx="6821645" cy="9877373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105;p1">
            <a:extLst>
              <a:ext uri="{FF2B5EF4-FFF2-40B4-BE49-F238E27FC236}">
                <a16:creationId xmlns:a16="http://schemas.microsoft.com/office/drawing/2014/main" id="{6C772A42-3789-C45C-5A0E-9D85525C156C}"/>
              </a:ext>
            </a:extLst>
          </p:cNvPr>
          <p:cNvSpPr/>
          <p:nvPr/>
        </p:nvSpPr>
        <p:spPr>
          <a:xfrm>
            <a:off x="933609" y="3422520"/>
            <a:ext cx="6419529" cy="737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4200" b="0" i="0" u="none" strike="noStrike" cap="none" dirty="0">
                <a:solidFill>
                  <a:schemeClr val="dk1"/>
                </a:solidFill>
                <a:latin typeface="Old English Text MT" panose="03040902040508030806" pitchFamily="66" charset="0"/>
                <a:sym typeface="Arial"/>
              </a:rPr>
              <a:t>Certificate Of Promotion</a:t>
            </a:r>
            <a:endParaRPr sz="4200" b="0" i="0" u="none" strike="noStrike" cap="none" dirty="0">
              <a:solidFill>
                <a:srgbClr val="000000"/>
              </a:solidFill>
              <a:latin typeface="Old English Text MT" panose="03040902040508030806" pitchFamily="66" charset="0"/>
              <a:sym typeface="Arial"/>
            </a:endParaRPr>
          </a:p>
        </p:txBody>
      </p:sp>
      <p:sp>
        <p:nvSpPr>
          <p:cNvPr id="30" name="Google Shape;106;p1">
            <a:extLst>
              <a:ext uri="{FF2B5EF4-FFF2-40B4-BE49-F238E27FC236}">
                <a16:creationId xmlns:a16="http://schemas.microsoft.com/office/drawing/2014/main" id="{4841135A-FCF4-AC9E-EF41-0CF449A8C0E7}"/>
              </a:ext>
            </a:extLst>
          </p:cNvPr>
          <p:cNvSpPr/>
          <p:nvPr/>
        </p:nvSpPr>
        <p:spPr>
          <a:xfrm>
            <a:off x="933609" y="4124520"/>
            <a:ext cx="6419529" cy="644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36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</a:t>
            </a:r>
            <a:endParaRPr sz="3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" name="Google Shape;107;p1">
            <a:extLst>
              <a:ext uri="{FF2B5EF4-FFF2-40B4-BE49-F238E27FC236}">
                <a16:creationId xmlns:a16="http://schemas.microsoft.com/office/drawing/2014/main" id="{A89E0CA8-A81B-9822-D66C-865A6C8EBEB6}"/>
              </a:ext>
            </a:extLst>
          </p:cNvPr>
          <p:cNvCxnSpPr/>
          <p:nvPr/>
        </p:nvCxnSpPr>
        <p:spPr>
          <a:xfrm flipH="1">
            <a:off x="3722400" y="8696520"/>
            <a:ext cx="2822040" cy="792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33" name="Google Shape;109;p1">
            <a:extLst>
              <a:ext uri="{FF2B5EF4-FFF2-40B4-BE49-F238E27FC236}">
                <a16:creationId xmlns:a16="http://schemas.microsoft.com/office/drawing/2014/main" id="{D84A62B7-19B1-D51D-0D7F-5653302B6EC9}"/>
              </a:ext>
            </a:extLst>
          </p:cNvPr>
          <p:cNvSpPr/>
          <p:nvPr/>
        </p:nvSpPr>
        <p:spPr>
          <a:xfrm>
            <a:off x="933609" y="6433920"/>
            <a:ext cx="6419529" cy="583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32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110;p1">
            <a:extLst>
              <a:ext uri="{FF2B5EF4-FFF2-40B4-BE49-F238E27FC236}">
                <a16:creationId xmlns:a16="http://schemas.microsoft.com/office/drawing/2014/main" id="{8AB4519D-179E-1562-17FC-EA8BD57B737D}"/>
              </a:ext>
            </a:extLst>
          </p:cNvPr>
          <p:cNvSpPr/>
          <p:nvPr/>
        </p:nvSpPr>
        <p:spPr>
          <a:xfrm>
            <a:off x="933609" y="7119720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the rank of </a:t>
            </a:r>
            <a:r>
              <a:rPr lang="en-AU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Sergeant-at-Arms 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 effect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dateNumber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r>
              <a:rPr lang="en-GB" sz="2000" b="0" i="1" u="none" strike="noStrike" cap="none" baseline="30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{suffix}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{date}.</a:t>
            </a:r>
            <a:endParaRPr lang="en-GB"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111;p1">
            <a:extLst>
              <a:ext uri="{FF2B5EF4-FFF2-40B4-BE49-F238E27FC236}">
                <a16:creationId xmlns:a16="http://schemas.microsoft.com/office/drawing/2014/main" id="{90A5108B-30FD-464E-C515-483A34159CAD}"/>
              </a:ext>
            </a:extLst>
          </p:cNvPr>
          <p:cNvSpPr/>
          <p:nvPr/>
        </p:nvSpPr>
        <p:spPr>
          <a:xfrm>
            <a:off x="933609" y="4820400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 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has completed all necessary trainings and been deemed suitable in all areas required for promotion.</a:t>
            </a:r>
          </a:p>
        </p:txBody>
      </p:sp>
      <p:sp>
        <p:nvSpPr>
          <p:cNvPr id="37" name="Google Shape;113;p1">
            <a:extLst>
              <a:ext uri="{FF2B5EF4-FFF2-40B4-BE49-F238E27FC236}">
                <a16:creationId xmlns:a16="http://schemas.microsoft.com/office/drawing/2014/main" id="{6DA47C25-E6B1-0E5D-BC0A-72A524692A3D}"/>
              </a:ext>
            </a:extLst>
          </p:cNvPr>
          <p:cNvSpPr/>
          <p:nvPr/>
        </p:nvSpPr>
        <p:spPr>
          <a:xfrm>
            <a:off x="2985840" y="8685000"/>
            <a:ext cx="4277880" cy="598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{signaturerRankShort} {signaturer}</a:t>
            </a:r>
            <a:br>
              <a:rPr lang="en-AU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Officer Commanding</a:t>
            </a:r>
            <a:br>
              <a:rPr lang="en-AU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Australian Special Operations Taskforce HQ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" name="Google Shape;104;p1">
            <a:extLst>
              <a:ext uri="{FF2B5EF4-FFF2-40B4-BE49-F238E27FC236}">
                <a16:creationId xmlns:a16="http://schemas.microsoft.com/office/drawing/2014/main" id="{A8DE49D9-5749-959F-9F48-C5DF59F95D7C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14400" y="8354520"/>
            <a:ext cx="1436400" cy="125244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11;p1">
            <a:extLst>
              <a:ext uri="{FF2B5EF4-FFF2-40B4-BE49-F238E27FC236}">
                <a16:creationId xmlns:a16="http://schemas.microsoft.com/office/drawing/2014/main" id="{533629FA-9CE6-74BF-786D-1D232F1C7688}"/>
              </a:ext>
            </a:extLst>
          </p:cNvPr>
          <p:cNvSpPr/>
          <p:nvPr/>
        </p:nvSpPr>
        <p:spPr>
          <a:xfrm>
            <a:off x="934292" y="5735481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algn="ctr"/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I,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signaturerRankFull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signaturer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},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Officer Commanding, Australian Special Operations Taskforce, hereby promote</a:t>
            </a:r>
            <a:endParaRPr lang="en-GB"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Google Shape;1082;p55">
            <a:extLst>
              <a:ext uri="{FF2B5EF4-FFF2-40B4-BE49-F238E27FC236}">
                <a16:creationId xmlns:a16="http://schemas.microsoft.com/office/drawing/2014/main" id="{EF558E64-EFCC-DC9A-11E4-307A3708EB47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178877" y="738320"/>
            <a:ext cx="1933575" cy="265747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14;p1">
            <a:extLst>
              <a:ext uri="{FF2B5EF4-FFF2-40B4-BE49-F238E27FC236}">
                <a16:creationId xmlns:a16="http://schemas.microsoft.com/office/drawing/2014/main" id="{EF1883CF-5BC0-9DDF-B0C8-64AC3B305614}"/>
              </a:ext>
            </a:extLst>
          </p:cNvPr>
          <p:cNvSpPr/>
          <p:nvPr/>
        </p:nvSpPr>
        <p:spPr>
          <a:xfrm>
            <a:off x="2932650" y="8215616"/>
            <a:ext cx="4539420" cy="521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{</a:t>
            </a:r>
            <a:r>
              <a:rPr lang="en-AU" sz="2800" b="0" i="1" u="none" strike="noStrike" cap="none" dirty="0" err="1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signaturerRankShort</a:t>
            </a: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} {</a:t>
            </a:r>
            <a:r>
              <a:rPr lang="en-AU" sz="2800" b="0" i="1" u="none" strike="noStrike" cap="none" dirty="0" err="1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signaturer</a:t>
            </a: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}</a:t>
            </a:r>
            <a:endParaRPr sz="2800" b="0" i="0" u="none" strike="noStrike" cap="none" dirty="0">
              <a:solidFill>
                <a:srgbClr val="000000"/>
              </a:solidFill>
              <a:latin typeface="Brush Script MT" panose="03060802040406070304" pitchFamily="66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5610674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55CF7585-6498-85C3-C0A2-3E74E6C095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">
            <a:extLst>
              <a:ext uri="{FF2B5EF4-FFF2-40B4-BE49-F238E27FC236}">
                <a16:creationId xmlns:a16="http://schemas.microsoft.com/office/drawing/2014/main" id="{543B276B-46C3-20B5-0BE6-B3C7286C8AD4}"/>
              </a:ext>
            </a:extLst>
          </p:cNvPr>
          <p:cNvSpPr/>
          <p:nvPr/>
        </p:nvSpPr>
        <p:spPr>
          <a:xfrm rot="5400000">
            <a:off x="-1500189" y="1487486"/>
            <a:ext cx="11268076" cy="8293101"/>
          </a:xfrm>
          <a:prstGeom prst="rect">
            <a:avLst/>
          </a:prstGeom>
          <a:blipFill rotWithShape="0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0000" tIns="45000" rIns="90000" bIns="45000" anchor="t" anchorCtr="1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Google Shape;102;p1">
            <a:extLst>
              <a:ext uri="{FF2B5EF4-FFF2-40B4-BE49-F238E27FC236}">
                <a16:creationId xmlns:a16="http://schemas.microsoft.com/office/drawing/2014/main" id="{D8F11740-8F91-2220-EC5A-13ED6FE1561E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10028" t="12535" r="10465" b="20264"/>
          <a:stretch/>
        </p:blipFill>
        <p:spPr>
          <a:xfrm rot="5400000">
            <a:off x="-1521845" y="1469005"/>
            <a:ext cx="11419340" cy="8401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103;p1">
            <a:extLst>
              <a:ext uri="{FF2B5EF4-FFF2-40B4-BE49-F238E27FC236}">
                <a16:creationId xmlns:a16="http://schemas.microsoft.com/office/drawing/2014/main" id="{0495114A-EA1D-5CEB-AC9A-EA695F80C6D9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29378" y="738891"/>
            <a:ext cx="6821645" cy="9877373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105;p1">
            <a:extLst>
              <a:ext uri="{FF2B5EF4-FFF2-40B4-BE49-F238E27FC236}">
                <a16:creationId xmlns:a16="http://schemas.microsoft.com/office/drawing/2014/main" id="{AC6E1672-739E-16D9-8ACD-B5A884B2F329}"/>
              </a:ext>
            </a:extLst>
          </p:cNvPr>
          <p:cNvSpPr/>
          <p:nvPr/>
        </p:nvSpPr>
        <p:spPr>
          <a:xfrm>
            <a:off x="933609" y="3422520"/>
            <a:ext cx="6419529" cy="737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4200" b="0" i="0" u="none" strike="noStrike" cap="none" dirty="0">
                <a:solidFill>
                  <a:schemeClr val="dk1"/>
                </a:solidFill>
                <a:latin typeface="Old English Text MT" panose="03040902040508030806" pitchFamily="66" charset="0"/>
                <a:sym typeface="Arial"/>
              </a:rPr>
              <a:t>Certificate Of Promotion</a:t>
            </a:r>
            <a:endParaRPr sz="4200" b="0" i="0" u="none" strike="noStrike" cap="none" dirty="0">
              <a:solidFill>
                <a:srgbClr val="000000"/>
              </a:solidFill>
              <a:latin typeface="Old English Text MT" panose="03040902040508030806" pitchFamily="66" charset="0"/>
              <a:sym typeface="Arial"/>
            </a:endParaRPr>
          </a:p>
        </p:txBody>
      </p:sp>
      <p:sp>
        <p:nvSpPr>
          <p:cNvPr id="30" name="Google Shape;106;p1">
            <a:extLst>
              <a:ext uri="{FF2B5EF4-FFF2-40B4-BE49-F238E27FC236}">
                <a16:creationId xmlns:a16="http://schemas.microsoft.com/office/drawing/2014/main" id="{8B41A626-3997-E791-6313-CAC119A08AA3}"/>
              </a:ext>
            </a:extLst>
          </p:cNvPr>
          <p:cNvSpPr/>
          <p:nvPr/>
        </p:nvSpPr>
        <p:spPr>
          <a:xfrm>
            <a:off x="933609" y="4124520"/>
            <a:ext cx="6419529" cy="644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36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</a:t>
            </a:r>
            <a:endParaRPr sz="3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" name="Google Shape;107;p1">
            <a:extLst>
              <a:ext uri="{FF2B5EF4-FFF2-40B4-BE49-F238E27FC236}">
                <a16:creationId xmlns:a16="http://schemas.microsoft.com/office/drawing/2014/main" id="{4547E6A3-FB73-3764-E4D0-2D1827708335}"/>
              </a:ext>
            </a:extLst>
          </p:cNvPr>
          <p:cNvCxnSpPr/>
          <p:nvPr/>
        </p:nvCxnSpPr>
        <p:spPr>
          <a:xfrm flipH="1">
            <a:off x="3722400" y="8696520"/>
            <a:ext cx="2822040" cy="792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33" name="Google Shape;109;p1">
            <a:extLst>
              <a:ext uri="{FF2B5EF4-FFF2-40B4-BE49-F238E27FC236}">
                <a16:creationId xmlns:a16="http://schemas.microsoft.com/office/drawing/2014/main" id="{EB0C7E2C-A16D-B392-B86E-3AD59A668DD3}"/>
              </a:ext>
            </a:extLst>
          </p:cNvPr>
          <p:cNvSpPr/>
          <p:nvPr/>
        </p:nvSpPr>
        <p:spPr>
          <a:xfrm>
            <a:off x="933609" y="6433920"/>
            <a:ext cx="6419529" cy="583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32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110;p1">
            <a:extLst>
              <a:ext uri="{FF2B5EF4-FFF2-40B4-BE49-F238E27FC236}">
                <a16:creationId xmlns:a16="http://schemas.microsoft.com/office/drawing/2014/main" id="{129B5FA6-6ACD-2949-7A55-9C4B605CD50C}"/>
              </a:ext>
            </a:extLst>
          </p:cNvPr>
          <p:cNvSpPr/>
          <p:nvPr/>
        </p:nvSpPr>
        <p:spPr>
          <a:xfrm>
            <a:off x="933609" y="7119720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the rank of </a:t>
            </a:r>
            <a:r>
              <a:rPr lang="en-AU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Senior Sergeant-at-Arms 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 effect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dateNumber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r>
              <a:rPr lang="en-GB" sz="2000" b="0" i="1" u="none" strike="noStrike" cap="none" baseline="30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{suffix}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{date}.</a:t>
            </a:r>
            <a:endParaRPr lang="en-GB"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111;p1">
            <a:extLst>
              <a:ext uri="{FF2B5EF4-FFF2-40B4-BE49-F238E27FC236}">
                <a16:creationId xmlns:a16="http://schemas.microsoft.com/office/drawing/2014/main" id="{A91F8BB6-264C-890B-B963-E87E88DD5FDE}"/>
              </a:ext>
            </a:extLst>
          </p:cNvPr>
          <p:cNvSpPr/>
          <p:nvPr/>
        </p:nvSpPr>
        <p:spPr>
          <a:xfrm>
            <a:off x="933609" y="4820400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 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has completed all necessary trainings and been deemed suitable in all areas required for promotion.</a:t>
            </a:r>
          </a:p>
        </p:txBody>
      </p:sp>
      <p:sp>
        <p:nvSpPr>
          <p:cNvPr id="37" name="Google Shape;113;p1">
            <a:extLst>
              <a:ext uri="{FF2B5EF4-FFF2-40B4-BE49-F238E27FC236}">
                <a16:creationId xmlns:a16="http://schemas.microsoft.com/office/drawing/2014/main" id="{F7CC587A-12F8-3180-1D6D-4A409DA98AD0}"/>
              </a:ext>
            </a:extLst>
          </p:cNvPr>
          <p:cNvSpPr/>
          <p:nvPr/>
        </p:nvSpPr>
        <p:spPr>
          <a:xfrm>
            <a:off x="2985840" y="8685000"/>
            <a:ext cx="4277880" cy="598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{signaturerRankShort} {signaturer}</a:t>
            </a:r>
            <a:br>
              <a:rPr lang="en-AU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Officer Commanding</a:t>
            </a:r>
            <a:br>
              <a:rPr lang="en-AU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Australian Special Operations Taskforce HQ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" name="Google Shape;104;p1">
            <a:extLst>
              <a:ext uri="{FF2B5EF4-FFF2-40B4-BE49-F238E27FC236}">
                <a16:creationId xmlns:a16="http://schemas.microsoft.com/office/drawing/2014/main" id="{F9A5C060-C94D-D8E2-BD7F-026F0DBE7C7B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14400" y="8354520"/>
            <a:ext cx="1436400" cy="125244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11;p1">
            <a:extLst>
              <a:ext uri="{FF2B5EF4-FFF2-40B4-BE49-F238E27FC236}">
                <a16:creationId xmlns:a16="http://schemas.microsoft.com/office/drawing/2014/main" id="{046D2B43-3655-5942-B15E-6380669395FC}"/>
              </a:ext>
            </a:extLst>
          </p:cNvPr>
          <p:cNvSpPr/>
          <p:nvPr/>
        </p:nvSpPr>
        <p:spPr>
          <a:xfrm>
            <a:off x="934292" y="5735481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algn="ctr"/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I,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signaturerRankFull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signaturer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},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Officer Commanding, Australian Special Operations Taskforce, hereby promote</a:t>
            </a:r>
            <a:endParaRPr lang="en-GB"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Google Shape;1100;p56">
            <a:extLst>
              <a:ext uri="{FF2B5EF4-FFF2-40B4-BE49-F238E27FC236}">
                <a16:creationId xmlns:a16="http://schemas.microsoft.com/office/drawing/2014/main" id="{2A6B0073-9C4E-C208-A969-B77A0195362C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357648" y="1348025"/>
            <a:ext cx="1576581" cy="2166828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114;p1">
            <a:extLst>
              <a:ext uri="{FF2B5EF4-FFF2-40B4-BE49-F238E27FC236}">
                <a16:creationId xmlns:a16="http://schemas.microsoft.com/office/drawing/2014/main" id="{07FF5042-9A99-CE9F-A092-9F196E562B3F}"/>
              </a:ext>
            </a:extLst>
          </p:cNvPr>
          <p:cNvSpPr/>
          <p:nvPr/>
        </p:nvSpPr>
        <p:spPr>
          <a:xfrm>
            <a:off x="2932650" y="8215616"/>
            <a:ext cx="4539420" cy="521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{</a:t>
            </a:r>
            <a:r>
              <a:rPr lang="en-AU" sz="2800" b="0" i="1" u="none" strike="noStrike" cap="none" dirty="0" err="1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signaturerRankShort</a:t>
            </a: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} {</a:t>
            </a:r>
            <a:r>
              <a:rPr lang="en-AU" sz="2800" b="0" i="1" u="none" strike="noStrike" cap="none" dirty="0" err="1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signaturer</a:t>
            </a: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}</a:t>
            </a:r>
            <a:endParaRPr sz="2800" b="0" i="0" u="none" strike="noStrike" cap="none" dirty="0">
              <a:solidFill>
                <a:srgbClr val="000000"/>
              </a:solidFill>
              <a:latin typeface="Brush Script MT" panose="03060802040406070304" pitchFamily="66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3483552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8C118D9F-BB8E-1405-DB97-74DA872396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">
            <a:extLst>
              <a:ext uri="{FF2B5EF4-FFF2-40B4-BE49-F238E27FC236}">
                <a16:creationId xmlns:a16="http://schemas.microsoft.com/office/drawing/2014/main" id="{240E2B16-ADFD-AE56-BF00-1FB523F47692}"/>
              </a:ext>
            </a:extLst>
          </p:cNvPr>
          <p:cNvSpPr/>
          <p:nvPr/>
        </p:nvSpPr>
        <p:spPr>
          <a:xfrm rot="5400000">
            <a:off x="-1500189" y="1487486"/>
            <a:ext cx="11268076" cy="8293101"/>
          </a:xfrm>
          <a:prstGeom prst="rect">
            <a:avLst/>
          </a:prstGeom>
          <a:blipFill rotWithShape="0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0000" tIns="45000" rIns="90000" bIns="45000" anchor="t" anchorCtr="1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Google Shape;102;p1">
            <a:extLst>
              <a:ext uri="{FF2B5EF4-FFF2-40B4-BE49-F238E27FC236}">
                <a16:creationId xmlns:a16="http://schemas.microsoft.com/office/drawing/2014/main" id="{C4B0CAEF-07D6-5CE6-72AE-F69E6247CBB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10028" t="12535" r="10465" b="20264"/>
          <a:stretch/>
        </p:blipFill>
        <p:spPr>
          <a:xfrm rot="5400000">
            <a:off x="-1521845" y="1469005"/>
            <a:ext cx="11419340" cy="8401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103;p1">
            <a:extLst>
              <a:ext uri="{FF2B5EF4-FFF2-40B4-BE49-F238E27FC236}">
                <a16:creationId xmlns:a16="http://schemas.microsoft.com/office/drawing/2014/main" id="{BB94C436-99EB-5538-7557-3E6712C9FED7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29378" y="738891"/>
            <a:ext cx="6821645" cy="9877373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105;p1">
            <a:extLst>
              <a:ext uri="{FF2B5EF4-FFF2-40B4-BE49-F238E27FC236}">
                <a16:creationId xmlns:a16="http://schemas.microsoft.com/office/drawing/2014/main" id="{99C6A73D-E59F-7138-B206-F3B41568B16F}"/>
              </a:ext>
            </a:extLst>
          </p:cNvPr>
          <p:cNvSpPr/>
          <p:nvPr/>
        </p:nvSpPr>
        <p:spPr>
          <a:xfrm>
            <a:off x="933609" y="3422520"/>
            <a:ext cx="6419529" cy="737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4200" b="0" i="0" u="none" strike="noStrike" cap="none" dirty="0">
                <a:solidFill>
                  <a:schemeClr val="dk1"/>
                </a:solidFill>
                <a:latin typeface="Old English Text MT" panose="03040902040508030806" pitchFamily="66" charset="0"/>
                <a:sym typeface="Arial"/>
              </a:rPr>
              <a:t>Certificate Of Promotion</a:t>
            </a:r>
            <a:endParaRPr sz="4200" b="0" i="0" u="none" strike="noStrike" cap="none" dirty="0">
              <a:solidFill>
                <a:srgbClr val="000000"/>
              </a:solidFill>
              <a:latin typeface="Old English Text MT" panose="03040902040508030806" pitchFamily="66" charset="0"/>
              <a:sym typeface="Arial"/>
            </a:endParaRPr>
          </a:p>
        </p:txBody>
      </p:sp>
      <p:sp>
        <p:nvSpPr>
          <p:cNvPr id="30" name="Google Shape;106;p1">
            <a:extLst>
              <a:ext uri="{FF2B5EF4-FFF2-40B4-BE49-F238E27FC236}">
                <a16:creationId xmlns:a16="http://schemas.microsoft.com/office/drawing/2014/main" id="{FF420A5B-9D42-1797-0940-85597295D461}"/>
              </a:ext>
            </a:extLst>
          </p:cNvPr>
          <p:cNvSpPr/>
          <p:nvPr/>
        </p:nvSpPr>
        <p:spPr>
          <a:xfrm>
            <a:off x="933609" y="4124520"/>
            <a:ext cx="6419529" cy="644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36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</a:t>
            </a:r>
            <a:endParaRPr sz="3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" name="Google Shape;107;p1">
            <a:extLst>
              <a:ext uri="{FF2B5EF4-FFF2-40B4-BE49-F238E27FC236}">
                <a16:creationId xmlns:a16="http://schemas.microsoft.com/office/drawing/2014/main" id="{ECA5C334-323E-A476-CEE6-6BE40BD0B531}"/>
              </a:ext>
            </a:extLst>
          </p:cNvPr>
          <p:cNvCxnSpPr/>
          <p:nvPr/>
        </p:nvCxnSpPr>
        <p:spPr>
          <a:xfrm flipH="1">
            <a:off x="3722400" y="8696520"/>
            <a:ext cx="2822040" cy="792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33" name="Google Shape;109;p1">
            <a:extLst>
              <a:ext uri="{FF2B5EF4-FFF2-40B4-BE49-F238E27FC236}">
                <a16:creationId xmlns:a16="http://schemas.microsoft.com/office/drawing/2014/main" id="{C8C1B290-B637-7376-BD56-95565E31F1AF}"/>
              </a:ext>
            </a:extLst>
          </p:cNvPr>
          <p:cNvSpPr/>
          <p:nvPr/>
        </p:nvSpPr>
        <p:spPr>
          <a:xfrm>
            <a:off x="933609" y="6433920"/>
            <a:ext cx="6419529" cy="583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32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110;p1">
            <a:extLst>
              <a:ext uri="{FF2B5EF4-FFF2-40B4-BE49-F238E27FC236}">
                <a16:creationId xmlns:a16="http://schemas.microsoft.com/office/drawing/2014/main" id="{305FCA2D-F3F0-A889-CB9E-8EBC6B26039A}"/>
              </a:ext>
            </a:extLst>
          </p:cNvPr>
          <p:cNvSpPr/>
          <p:nvPr/>
        </p:nvSpPr>
        <p:spPr>
          <a:xfrm>
            <a:off x="933609" y="7119720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the rank of </a:t>
            </a:r>
            <a:r>
              <a:rPr lang="en-AU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Platoon Sergeant Major 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 effect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dateNumber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r>
              <a:rPr lang="en-GB" sz="2000" b="0" i="1" u="none" strike="noStrike" cap="none" baseline="30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{suffix}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{date}.</a:t>
            </a:r>
            <a:endParaRPr lang="en-GB"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111;p1">
            <a:extLst>
              <a:ext uri="{FF2B5EF4-FFF2-40B4-BE49-F238E27FC236}">
                <a16:creationId xmlns:a16="http://schemas.microsoft.com/office/drawing/2014/main" id="{AE78E0D0-75AE-275C-6E94-B4429BE8D0D8}"/>
              </a:ext>
            </a:extLst>
          </p:cNvPr>
          <p:cNvSpPr/>
          <p:nvPr/>
        </p:nvSpPr>
        <p:spPr>
          <a:xfrm>
            <a:off x="933609" y="4820400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 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has completed all necessary trainings and been deemed suitable in all areas required for promotion.</a:t>
            </a:r>
          </a:p>
        </p:txBody>
      </p:sp>
      <p:sp>
        <p:nvSpPr>
          <p:cNvPr id="37" name="Google Shape;113;p1">
            <a:extLst>
              <a:ext uri="{FF2B5EF4-FFF2-40B4-BE49-F238E27FC236}">
                <a16:creationId xmlns:a16="http://schemas.microsoft.com/office/drawing/2014/main" id="{80078F1E-6F95-F0C7-A06F-DA357F25FB1F}"/>
              </a:ext>
            </a:extLst>
          </p:cNvPr>
          <p:cNvSpPr/>
          <p:nvPr/>
        </p:nvSpPr>
        <p:spPr>
          <a:xfrm>
            <a:off x="2985840" y="8685000"/>
            <a:ext cx="4277880" cy="598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{signaturerRankShort} {signaturer}</a:t>
            </a:r>
            <a:br>
              <a:rPr lang="en-AU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Officer Commanding</a:t>
            </a:r>
            <a:br>
              <a:rPr lang="en-AU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Australian Special Operations Taskforce HQ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" name="Google Shape;104;p1">
            <a:extLst>
              <a:ext uri="{FF2B5EF4-FFF2-40B4-BE49-F238E27FC236}">
                <a16:creationId xmlns:a16="http://schemas.microsoft.com/office/drawing/2014/main" id="{D6C456B5-B750-BB20-3F86-0B11E747C145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14400" y="8354520"/>
            <a:ext cx="1436400" cy="125244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11;p1">
            <a:extLst>
              <a:ext uri="{FF2B5EF4-FFF2-40B4-BE49-F238E27FC236}">
                <a16:creationId xmlns:a16="http://schemas.microsoft.com/office/drawing/2014/main" id="{C9169179-26C5-735E-90FC-24CD3D762A1A}"/>
              </a:ext>
            </a:extLst>
          </p:cNvPr>
          <p:cNvSpPr/>
          <p:nvPr/>
        </p:nvSpPr>
        <p:spPr>
          <a:xfrm>
            <a:off x="934292" y="5735481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algn="ctr"/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I,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signaturerRankFull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signaturer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},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Officer Commanding, Australian Special Operations Taskforce, hereby promote</a:t>
            </a:r>
            <a:endParaRPr lang="en-GB"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Google Shape;1118;p57">
            <a:extLst>
              <a:ext uri="{FF2B5EF4-FFF2-40B4-BE49-F238E27FC236}">
                <a16:creationId xmlns:a16="http://schemas.microsoft.com/office/drawing/2014/main" id="{9DD61AEE-0800-5D0F-CC39-425F7C360E3D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 l="-1267" r="361"/>
          <a:stretch/>
        </p:blipFill>
        <p:spPr>
          <a:xfrm>
            <a:off x="3460749" y="1338769"/>
            <a:ext cx="1384301" cy="217608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14;p1">
            <a:extLst>
              <a:ext uri="{FF2B5EF4-FFF2-40B4-BE49-F238E27FC236}">
                <a16:creationId xmlns:a16="http://schemas.microsoft.com/office/drawing/2014/main" id="{CBF0D42C-51EC-C938-98F1-74DC23E8759F}"/>
              </a:ext>
            </a:extLst>
          </p:cNvPr>
          <p:cNvSpPr/>
          <p:nvPr/>
        </p:nvSpPr>
        <p:spPr>
          <a:xfrm>
            <a:off x="2932650" y="8215616"/>
            <a:ext cx="4539420" cy="521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{</a:t>
            </a:r>
            <a:r>
              <a:rPr lang="en-AU" sz="2800" b="0" i="1" u="none" strike="noStrike" cap="none" dirty="0" err="1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signaturerRankShort</a:t>
            </a: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} {</a:t>
            </a:r>
            <a:r>
              <a:rPr lang="en-AU" sz="2800" b="0" i="1" u="none" strike="noStrike" cap="none" dirty="0" err="1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signaturer</a:t>
            </a: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}</a:t>
            </a:r>
            <a:endParaRPr sz="2800" b="0" i="0" u="none" strike="noStrike" cap="none" dirty="0">
              <a:solidFill>
                <a:srgbClr val="000000"/>
              </a:solidFill>
              <a:latin typeface="Brush Script MT" panose="03060802040406070304" pitchFamily="66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3073597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28427B4A-D877-8CE1-2307-D60DF52B01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">
            <a:extLst>
              <a:ext uri="{FF2B5EF4-FFF2-40B4-BE49-F238E27FC236}">
                <a16:creationId xmlns:a16="http://schemas.microsoft.com/office/drawing/2014/main" id="{32809C96-B77F-9D55-03F0-DC7AA0004D00}"/>
              </a:ext>
            </a:extLst>
          </p:cNvPr>
          <p:cNvSpPr/>
          <p:nvPr/>
        </p:nvSpPr>
        <p:spPr>
          <a:xfrm rot="5400000">
            <a:off x="-1500189" y="1487486"/>
            <a:ext cx="11268076" cy="8293101"/>
          </a:xfrm>
          <a:prstGeom prst="rect">
            <a:avLst/>
          </a:prstGeom>
          <a:blipFill rotWithShape="0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0000" tIns="45000" rIns="90000" bIns="45000" anchor="t" anchorCtr="1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Google Shape;102;p1">
            <a:extLst>
              <a:ext uri="{FF2B5EF4-FFF2-40B4-BE49-F238E27FC236}">
                <a16:creationId xmlns:a16="http://schemas.microsoft.com/office/drawing/2014/main" id="{6D4F403A-EEB1-28C1-612D-0533E9D890A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10028" t="12535" r="10465" b="20264"/>
          <a:stretch/>
        </p:blipFill>
        <p:spPr>
          <a:xfrm rot="5400000">
            <a:off x="-1521845" y="1469005"/>
            <a:ext cx="11419340" cy="8401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103;p1">
            <a:extLst>
              <a:ext uri="{FF2B5EF4-FFF2-40B4-BE49-F238E27FC236}">
                <a16:creationId xmlns:a16="http://schemas.microsoft.com/office/drawing/2014/main" id="{0E524FC6-5467-A262-74DF-F4D2D1709CDF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29378" y="738891"/>
            <a:ext cx="6821645" cy="9877373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105;p1">
            <a:extLst>
              <a:ext uri="{FF2B5EF4-FFF2-40B4-BE49-F238E27FC236}">
                <a16:creationId xmlns:a16="http://schemas.microsoft.com/office/drawing/2014/main" id="{5687C6DB-F5A6-E914-DB85-4DDFA749C558}"/>
              </a:ext>
            </a:extLst>
          </p:cNvPr>
          <p:cNvSpPr/>
          <p:nvPr/>
        </p:nvSpPr>
        <p:spPr>
          <a:xfrm>
            <a:off x="933609" y="3422520"/>
            <a:ext cx="6419529" cy="737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4200" b="0" i="0" u="none" strike="noStrike" cap="none" dirty="0">
                <a:solidFill>
                  <a:schemeClr val="dk1"/>
                </a:solidFill>
                <a:latin typeface="Old English Text MT" panose="03040902040508030806" pitchFamily="66" charset="0"/>
                <a:sym typeface="Arial"/>
              </a:rPr>
              <a:t>Certificate Of Promotion</a:t>
            </a:r>
            <a:endParaRPr sz="4200" b="0" i="0" u="none" strike="noStrike" cap="none" dirty="0">
              <a:solidFill>
                <a:srgbClr val="000000"/>
              </a:solidFill>
              <a:latin typeface="Old English Text MT" panose="03040902040508030806" pitchFamily="66" charset="0"/>
              <a:sym typeface="Arial"/>
            </a:endParaRPr>
          </a:p>
        </p:txBody>
      </p:sp>
      <p:sp>
        <p:nvSpPr>
          <p:cNvPr id="30" name="Google Shape;106;p1">
            <a:extLst>
              <a:ext uri="{FF2B5EF4-FFF2-40B4-BE49-F238E27FC236}">
                <a16:creationId xmlns:a16="http://schemas.microsoft.com/office/drawing/2014/main" id="{41FC6BDB-3094-8F4E-60A1-EC71A2D0A71D}"/>
              </a:ext>
            </a:extLst>
          </p:cNvPr>
          <p:cNvSpPr/>
          <p:nvPr/>
        </p:nvSpPr>
        <p:spPr>
          <a:xfrm>
            <a:off x="933609" y="4124520"/>
            <a:ext cx="6419529" cy="644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36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</a:t>
            </a:r>
            <a:endParaRPr sz="3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" name="Google Shape;107;p1">
            <a:extLst>
              <a:ext uri="{FF2B5EF4-FFF2-40B4-BE49-F238E27FC236}">
                <a16:creationId xmlns:a16="http://schemas.microsoft.com/office/drawing/2014/main" id="{E3D22069-A3E6-8BFF-CB97-9CF72D480E5C}"/>
              </a:ext>
            </a:extLst>
          </p:cNvPr>
          <p:cNvCxnSpPr/>
          <p:nvPr/>
        </p:nvCxnSpPr>
        <p:spPr>
          <a:xfrm flipH="1">
            <a:off x="3722400" y="8696520"/>
            <a:ext cx="2822040" cy="792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33" name="Google Shape;109;p1">
            <a:extLst>
              <a:ext uri="{FF2B5EF4-FFF2-40B4-BE49-F238E27FC236}">
                <a16:creationId xmlns:a16="http://schemas.microsoft.com/office/drawing/2014/main" id="{EF0334E4-5FA1-33E3-C044-B752721C52DB}"/>
              </a:ext>
            </a:extLst>
          </p:cNvPr>
          <p:cNvSpPr/>
          <p:nvPr/>
        </p:nvSpPr>
        <p:spPr>
          <a:xfrm>
            <a:off x="933609" y="6433920"/>
            <a:ext cx="6419529" cy="583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32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110;p1">
            <a:extLst>
              <a:ext uri="{FF2B5EF4-FFF2-40B4-BE49-F238E27FC236}">
                <a16:creationId xmlns:a16="http://schemas.microsoft.com/office/drawing/2014/main" id="{76240B1C-E310-44AF-FC9C-26077BB12677}"/>
              </a:ext>
            </a:extLst>
          </p:cNvPr>
          <p:cNvSpPr/>
          <p:nvPr/>
        </p:nvSpPr>
        <p:spPr>
          <a:xfrm>
            <a:off x="933609" y="7119720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the rank of </a:t>
            </a:r>
            <a:r>
              <a:rPr lang="en-AU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Sergeant 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 effect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dateNumber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r>
              <a:rPr lang="en-GB" sz="2000" b="0" i="1" u="none" strike="noStrike" cap="none" baseline="30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{suffix}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{date}.</a:t>
            </a:r>
            <a:endParaRPr lang="en-GB"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111;p1">
            <a:extLst>
              <a:ext uri="{FF2B5EF4-FFF2-40B4-BE49-F238E27FC236}">
                <a16:creationId xmlns:a16="http://schemas.microsoft.com/office/drawing/2014/main" id="{4D50A721-915A-51BA-F756-723EC2BB7BB5}"/>
              </a:ext>
            </a:extLst>
          </p:cNvPr>
          <p:cNvSpPr/>
          <p:nvPr/>
        </p:nvSpPr>
        <p:spPr>
          <a:xfrm>
            <a:off x="933609" y="4820400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 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has completed all necessary trainings and been deemed suitable in all areas required for promotion.</a:t>
            </a:r>
          </a:p>
        </p:txBody>
      </p:sp>
      <p:sp>
        <p:nvSpPr>
          <p:cNvPr id="37" name="Google Shape;113;p1">
            <a:extLst>
              <a:ext uri="{FF2B5EF4-FFF2-40B4-BE49-F238E27FC236}">
                <a16:creationId xmlns:a16="http://schemas.microsoft.com/office/drawing/2014/main" id="{D8558C82-17A7-4653-D5CE-BFC1D9BA72E7}"/>
              </a:ext>
            </a:extLst>
          </p:cNvPr>
          <p:cNvSpPr/>
          <p:nvPr/>
        </p:nvSpPr>
        <p:spPr>
          <a:xfrm>
            <a:off x="2985840" y="8685000"/>
            <a:ext cx="4277880" cy="598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{signaturerRankShort} {signaturer}</a:t>
            </a:r>
            <a:br>
              <a:rPr lang="en-AU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Officer Commanding</a:t>
            </a:r>
            <a:br>
              <a:rPr lang="en-AU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Australian Special Operations Taskforce HQ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" name="Google Shape;104;p1">
            <a:extLst>
              <a:ext uri="{FF2B5EF4-FFF2-40B4-BE49-F238E27FC236}">
                <a16:creationId xmlns:a16="http://schemas.microsoft.com/office/drawing/2014/main" id="{AA41BE86-6837-6669-401D-572260DC5E37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14400" y="8354520"/>
            <a:ext cx="1436400" cy="125244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11;p1">
            <a:extLst>
              <a:ext uri="{FF2B5EF4-FFF2-40B4-BE49-F238E27FC236}">
                <a16:creationId xmlns:a16="http://schemas.microsoft.com/office/drawing/2014/main" id="{4DDF96C5-B3CE-3653-7229-3227A6BE06DC}"/>
              </a:ext>
            </a:extLst>
          </p:cNvPr>
          <p:cNvSpPr/>
          <p:nvPr/>
        </p:nvSpPr>
        <p:spPr>
          <a:xfrm>
            <a:off x="934292" y="5735481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algn="ctr"/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I,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signaturerRankFull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signaturer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},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Officer Commanding, Australian Special Operations Taskforce, hereby promote</a:t>
            </a:r>
            <a:endParaRPr lang="en-GB"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" name="Google Shape;1137;p58">
            <a:extLst>
              <a:ext uri="{FF2B5EF4-FFF2-40B4-BE49-F238E27FC236}">
                <a16:creationId xmlns:a16="http://schemas.microsoft.com/office/drawing/2014/main" id="{582A7BF0-BA86-B122-4FFC-461619FA81A0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149190" y="1314280"/>
            <a:ext cx="1943100" cy="20764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14;p1">
            <a:extLst>
              <a:ext uri="{FF2B5EF4-FFF2-40B4-BE49-F238E27FC236}">
                <a16:creationId xmlns:a16="http://schemas.microsoft.com/office/drawing/2014/main" id="{51C3BD49-B03A-8F3E-93AD-8877D79FE1B6}"/>
              </a:ext>
            </a:extLst>
          </p:cNvPr>
          <p:cNvSpPr/>
          <p:nvPr/>
        </p:nvSpPr>
        <p:spPr>
          <a:xfrm>
            <a:off x="2932650" y="8215616"/>
            <a:ext cx="4539420" cy="521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{</a:t>
            </a:r>
            <a:r>
              <a:rPr lang="en-AU" sz="2800" b="0" i="1" u="none" strike="noStrike" cap="none" dirty="0" err="1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signaturerRankShort</a:t>
            </a: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} {</a:t>
            </a:r>
            <a:r>
              <a:rPr lang="en-AU" sz="2800" b="0" i="1" u="none" strike="noStrike" cap="none" dirty="0" err="1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signaturer</a:t>
            </a: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}</a:t>
            </a:r>
            <a:endParaRPr sz="2800" b="0" i="0" u="none" strike="noStrike" cap="none" dirty="0">
              <a:solidFill>
                <a:srgbClr val="000000"/>
              </a:solidFill>
              <a:latin typeface="Brush Script MT" panose="03060802040406070304" pitchFamily="66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0163096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D914B2BC-BDC8-2807-9B79-CD833C536F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">
            <a:extLst>
              <a:ext uri="{FF2B5EF4-FFF2-40B4-BE49-F238E27FC236}">
                <a16:creationId xmlns:a16="http://schemas.microsoft.com/office/drawing/2014/main" id="{3568041C-19CF-F5D0-7024-FA963E60B0E7}"/>
              </a:ext>
            </a:extLst>
          </p:cNvPr>
          <p:cNvSpPr/>
          <p:nvPr/>
        </p:nvSpPr>
        <p:spPr>
          <a:xfrm rot="5400000">
            <a:off x="-1500189" y="1487486"/>
            <a:ext cx="11268076" cy="8293101"/>
          </a:xfrm>
          <a:prstGeom prst="rect">
            <a:avLst/>
          </a:prstGeom>
          <a:blipFill rotWithShape="0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0000" tIns="45000" rIns="90000" bIns="45000" anchor="t" anchorCtr="1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Google Shape;102;p1">
            <a:extLst>
              <a:ext uri="{FF2B5EF4-FFF2-40B4-BE49-F238E27FC236}">
                <a16:creationId xmlns:a16="http://schemas.microsoft.com/office/drawing/2014/main" id="{1BA22EA7-2CCE-90B1-C0EF-0117725E857D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10028" t="12535" r="10465" b="20264"/>
          <a:stretch/>
        </p:blipFill>
        <p:spPr>
          <a:xfrm rot="5400000">
            <a:off x="-1521845" y="1469005"/>
            <a:ext cx="11419340" cy="8401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103;p1">
            <a:extLst>
              <a:ext uri="{FF2B5EF4-FFF2-40B4-BE49-F238E27FC236}">
                <a16:creationId xmlns:a16="http://schemas.microsoft.com/office/drawing/2014/main" id="{29473E6C-DCED-FCF2-5963-3C1D99BE58F5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29378" y="738891"/>
            <a:ext cx="6821645" cy="9877373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105;p1">
            <a:extLst>
              <a:ext uri="{FF2B5EF4-FFF2-40B4-BE49-F238E27FC236}">
                <a16:creationId xmlns:a16="http://schemas.microsoft.com/office/drawing/2014/main" id="{1EA961FB-D12B-6F51-7D15-9DF64A57A7CB}"/>
              </a:ext>
            </a:extLst>
          </p:cNvPr>
          <p:cNvSpPr/>
          <p:nvPr/>
        </p:nvSpPr>
        <p:spPr>
          <a:xfrm>
            <a:off x="933609" y="3422520"/>
            <a:ext cx="6419529" cy="737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4200" b="0" i="0" u="none" strike="noStrike" cap="none" dirty="0">
                <a:solidFill>
                  <a:schemeClr val="dk1"/>
                </a:solidFill>
                <a:latin typeface="Old English Text MT" panose="03040902040508030806" pitchFamily="66" charset="0"/>
                <a:sym typeface="Arial"/>
              </a:rPr>
              <a:t>Certificate Of Promotion</a:t>
            </a:r>
            <a:endParaRPr sz="4200" b="0" i="0" u="none" strike="noStrike" cap="none" dirty="0">
              <a:solidFill>
                <a:srgbClr val="000000"/>
              </a:solidFill>
              <a:latin typeface="Old English Text MT" panose="03040902040508030806" pitchFamily="66" charset="0"/>
              <a:sym typeface="Arial"/>
            </a:endParaRPr>
          </a:p>
        </p:txBody>
      </p:sp>
      <p:sp>
        <p:nvSpPr>
          <p:cNvPr id="30" name="Google Shape;106;p1">
            <a:extLst>
              <a:ext uri="{FF2B5EF4-FFF2-40B4-BE49-F238E27FC236}">
                <a16:creationId xmlns:a16="http://schemas.microsoft.com/office/drawing/2014/main" id="{D7E927CC-A276-0180-C3C2-840A137D0299}"/>
              </a:ext>
            </a:extLst>
          </p:cNvPr>
          <p:cNvSpPr/>
          <p:nvPr/>
        </p:nvSpPr>
        <p:spPr>
          <a:xfrm>
            <a:off x="933609" y="4124520"/>
            <a:ext cx="6419529" cy="644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36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</a:t>
            </a:r>
            <a:endParaRPr sz="3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" name="Google Shape;107;p1">
            <a:extLst>
              <a:ext uri="{FF2B5EF4-FFF2-40B4-BE49-F238E27FC236}">
                <a16:creationId xmlns:a16="http://schemas.microsoft.com/office/drawing/2014/main" id="{D6FD5AFB-AC18-4D80-EEE2-6EB90A59F2DE}"/>
              </a:ext>
            </a:extLst>
          </p:cNvPr>
          <p:cNvCxnSpPr/>
          <p:nvPr/>
        </p:nvCxnSpPr>
        <p:spPr>
          <a:xfrm flipH="1">
            <a:off x="3722400" y="8696520"/>
            <a:ext cx="2822040" cy="792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33" name="Google Shape;109;p1">
            <a:extLst>
              <a:ext uri="{FF2B5EF4-FFF2-40B4-BE49-F238E27FC236}">
                <a16:creationId xmlns:a16="http://schemas.microsoft.com/office/drawing/2014/main" id="{14AA2EBA-70D6-83EC-8BE3-F476D04FBC3B}"/>
              </a:ext>
            </a:extLst>
          </p:cNvPr>
          <p:cNvSpPr/>
          <p:nvPr/>
        </p:nvSpPr>
        <p:spPr>
          <a:xfrm>
            <a:off x="933609" y="6433920"/>
            <a:ext cx="6419529" cy="583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32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110;p1">
            <a:extLst>
              <a:ext uri="{FF2B5EF4-FFF2-40B4-BE49-F238E27FC236}">
                <a16:creationId xmlns:a16="http://schemas.microsoft.com/office/drawing/2014/main" id="{ED4EDC5B-9912-0269-DFC6-B37BD57A80DF}"/>
              </a:ext>
            </a:extLst>
          </p:cNvPr>
          <p:cNvSpPr/>
          <p:nvPr/>
        </p:nvSpPr>
        <p:spPr>
          <a:xfrm>
            <a:off x="933609" y="7119720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the rank of </a:t>
            </a:r>
            <a:r>
              <a:rPr lang="en-AU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Staff Sergeant 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 effect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dateNumber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r>
              <a:rPr lang="en-GB" sz="2000" b="0" i="1" u="none" strike="noStrike" cap="none" baseline="30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{suffix}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{date}.</a:t>
            </a:r>
            <a:endParaRPr lang="en-GB"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111;p1">
            <a:extLst>
              <a:ext uri="{FF2B5EF4-FFF2-40B4-BE49-F238E27FC236}">
                <a16:creationId xmlns:a16="http://schemas.microsoft.com/office/drawing/2014/main" id="{9E08119C-87E7-0B28-A9E0-BE0356DFF2B7}"/>
              </a:ext>
            </a:extLst>
          </p:cNvPr>
          <p:cNvSpPr/>
          <p:nvPr/>
        </p:nvSpPr>
        <p:spPr>
          <a:xfrm>
            <a:off x="933609" y="4820400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 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has completed all necessary trainings and been deemed suitable in all areas required for promotion.</a:t>
            </a:r>
          </a:p>
        </p:txBody>
      </p:sp>
      <p:sp>
        <p:nvSpPr>
          <p:cNvPr id="37" name="Google Shape;113;p1">
            <a:extLst>
              <a:ext uri="{FF2B5EF4-FFF2-40B4-BE49-F238E27FC236}">
                <a16:creationId xmlns:a16="http://schemas.microsoft.com/office/drawing/2014/main" id="{5E40912A-89DB-58C0-B4B2-DE4690C09B63}"/>
              </a:ext>
            </a:extLst>
          </p:cNvPr>
          <p:cNvSpPr/>
          <p:nvPr/>
        </p:nvSpPr>
        <p:spPr>
          <a:xfrm>
            <a:off x="2985840" y="8685000"/>
            <a:ext cx="4277880" cy="598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{signaturerRankShort} {signaturer}</a:t>
            </a:r>
            <a:br>
              <a:rPr lang="en-AU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Officer Commanding</a:t>
            </a:r>
            <a:br>
              <a:rPr lang="en-AU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Australian Special Operations Taskforce HQ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" name="Google Shape;104;p1">
            <a:extLst>
              <a:ext uri="{FF2B5EF4-FFF2-40B4-BE49-F238E27FC236}">
                <a16:creationId xmlns:a16="http://schemas.microsoft.com/office/drawing/2014/main" id="{B40941FC-33A3-5769-AE02-FE9D0A18F02B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14400" y="8354520"/>
            <a:ext cx="1436400" cy="125244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11;p1">
            <a:extLst>
              <a:ext uri="{FF2B5EF4-FFF2-40B4-BE49-F238E27FC236}">
                <a16:creationId xmlns:a16="http://schemas.microsoft.com/office/drawing/2014/main" id="{D5BC8134-CDDA-46B6-C293-DD964FF8F7C2}"/>
              </a:ext>
            </a:extLst>
          </p:cNvPr>
          <p:cNvSpPr/>
          <p:nvPr/>
        </p:nvSpPr>
        <p:spPr>
          <a:xfrm>
            <a:off x="934292" y="5735481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algn="ctr"/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I,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signaturerRankFull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signaturer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},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Officer Commanding, Australian Special Operations Taskforce, hereby promote</a:t>
            </a:r>
            <a:endParaRPr lang="en-GB"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Google Shape;1156;p59">
            <a:extLst>
              <a:ext uri="{FF2B5EF4-FFF2-40B4-BE49-F238E27FC236}">
                <a16:creationId xmlns:a16="http://schemas.microsoft.com/office/drawing/2014/main" id="{4CF3AD85-5C90-45F4-A569-0F26A4A699F4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243195" y="1392407"/>
            <a:ext cx="1771650" cy="20193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14;p1">
            <a:extLst>
              <a:ext uri="{FF2B5EF4-FFF2-40B4-BE49-F238E27FC236}">
                <a16:creationId xmlns:a16="http://schemas.microsoft.com/office/drawing/2014/main" id="{F7F93609-6D97-0E03-0946-9A82ACEBA38C}"/>
              </a:ext>
            </a:extLst>
          </p:cNvPr>
          <p:cNvSpPr/>
          <p:nvPr/>
        </p:nvSpPr>
        <p:spPr>
          <a:xfrm>
            <a:off x="2932650" y="8215616"/>
            <a:ext cx="4539420" cy="521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{</a:t>
            </a:r>
            <a:r>
              <a:rPr lang="en-AU" sz="2800" b="0" i="1" u="none" strike="noStrike" cap="none" dirty="0" err="1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signaturerRankShort</a:t>
            </a: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} {</a:t>
            </a:r>
            <a:r>
              <a:rPr lang="en-AU" sz="2800" b="0" i="1" u="none" strike="noStrike" cap="none" dirty="0" err="1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signaturer</a:t>
            </a: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}</a:t>
            </a:r>
            <a:endParaRPr sz="2800" b="0" i="0" u="none" strike="noStrike" cap="none" dirty="0">
              <a:solidFill>
                <a:srgbClr val="000000"/>
              </a:solidFill>
              <a:latin typeface="Brush Script MT" panose="03060802040406070304" pitchFamily="66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5767031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8C585372-3297-E098-687D-297A33CA85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">
            <a:extLst>
              <a:ext uri="{FF2B5EF4-FFF2-40B4-BE49-F238E27FC236}">
                <a16:creationId xmlns:a16="http://schemas.microsoft.com/office/drawing/2014/main" id="{EBF48B78-DAFE-364F-E07E-77463FE18A15}"/>
              </a:ext>
            </a:extLst>
          </p:cNvPr>
          <p:cNvSpPr/>
          <p:nvPr/>
        </p:nvSpPr>
        <p:spPr>
          <a:xfrm rot="5400000">
            <a:off x="-1500189" y="1487486"/>
            <a:ext cx="11268076" cy="8293101"/>
          </a:xfrm>
          <a:prstGeom prst="rect">
            <a:avLst/>
          </a:prstGeom>
          <a:blipFill rotWithShape="0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0000" tIns="45000" rIns="90000" bIns="45000" anchor="t" anchorCtr="1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Google Shape;102;p1">
            <a:extLst>
              <a:ext uri="{FF2B5EF4-FFF2-40B4-BE49-F238E27FC236}">
                <a16:creationId xmlns:a16="http://schemas.microsoft.com/office/drawing/2014/main" id="{67123E20-9548-8E2C-8288-BC76FCCD46D3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10028" t="12535" r="10465" b="20264"/>
          <a:stretch/>
        </p:blipFill>
        <p:spPr>
          <a:xfrm rot="5400000">
            <a:off x="-1521845" y="1469005"/>
            <a:ext cx="11419340" cy="8401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103;p1">
            <a:extLst>
              <a:ext uri="{FF2B5EF4-FFF2-40B4-BE49-F238E27FC236}">
                <a16:creationId xmlns:a16="http://schemas.microsoft.com/office/drawing/2014/main" id="{ADC24297-A139-DCB6-C018-B50CE494E135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29378" y="738891"/>
            <a:ext cx="6821645" cy="9877373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105;p1">
            <a:extLst>
              <a:ext uri="{FF2B5EF4-FFF2-40B4-BE49-F238E27FC236}">
                <a16:creationId xmlns:a16="http://schemas.microsoft.com/office/drawing/2014/main" id="{A93240B3-E41C-EE12-2E3A-A7B180B7DE67}"/>
              </a:ext>
            </a:extLst>
          </p:cNvPr>
          <p:cNvSpPr/>
          <p:nvPr/>
        </p:nvSpPr>
        <p:spPr>
          <a:xfrm>
            <a:off x="933609" y="3422520"/>
            <a:ext cx="6419529" cy="737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4200" b="0" i="0" u="none" strike="noStrike" cap="none" dirty="0">
                <a:solidFill>
                  <a:schemeClr val="dk1"/>
                </a:solidFill>
                <a:latin typeface="Old English Text MT" panose="03040902040508030806" pitchFamily="66" charset="0"/>
                <a:sym typeface="Arial"/>
              </a:rPr>
              <a:t>Certificate Of Promotion</a:t>
            </a:r>
            <a:endParaRPr sz="4200" b="0" i="0" u="none" strike="noStrike" cap="none" dirty="0">
              <a:solidFill>
                <a:srgbClr val="000000"/>
              </a:solidFill>
              <a:latin typeface="Old English Text MT" panose="03040902040508030806" pitchFamily="66" charset="0"/>
              <a:sym typeface="Arial"/>
            </a:endParaRPr>
          </a:p>
        </p:txBody>
      </p:sp>
      <p:sp>
        <p:nvSpPr>
          <p:cNvPr id="30" name="Google Shape;106;p1">
            <a:extLst>
              <a:ext uri="{FF2B5EF4-FFF2-40B4-BE49-F238E27FC236}">
                <a16:creationId xmlns:a16="http://schemas.microsoft.com/office/drawing/2014/main" id="{8C9DC835-5DC7-531D-CA1F-E2F588248A40}"/>
              </a:ext>
            </a:extLst>
          </p:cNvPr>
          <p:cNvSpPr/>
          <p:nvPr/>
        </p:nvSpPr>
        <p:spPr>
          <a:xfrm>
            <a:off x="933609" y="4124520"/>
            <a:ext cx="6419529" cy="644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36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</a:t>
            </a:r>
            <a:endParaRPr sz="3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" name="Google Shape;107;p1">
            <a:extLst>
              <a:ext uri="{FF2B5EF4-FFF2-40B4-BE49-F238E27FC236}">
                <a16:creationId xmlns:a16="http://schemas.microsoft.com/office/drawing/2014/main" id="{6A2E7611-4E44-DA79-D9AB-184124D5E87D}"/>
              </a:ext>
            </a:extLst>
          </p:cNvPr>
          <p:cNvCxnSpPr/>
          <p:nvPr/>
        </p:nvCxnSpPr>
        <p:spPr>
          <a:xfrm flipH="1">
            <a:off x="3722400" y="8696520"/>
            <a:ext cx="2822040" cy="792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33" name="Google Shape;109;p1">
            <a:extLst>
              <a:ext uri="{FF2B5EF4-FFF2-40B4-BE49-F238E27FC236}">
                <a16:creationId xmlns:a16="http://schemas.microsoft.com/office/drawing/2014/main" id="{520A94F9-779C-BA70-66D0-C59C904AFD2F}"/>
              </a:ext>
            </a:extLst>
          </p:cNvPr>
          <p:cNvSpPr/>
          <p:nvPr/>
        </p:nvSpPr>
        <p:spPr>
          <a:xfrm>
            <a:off x="933609" y="6433920"/>
            <a:ext cx="6419529" cy="583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32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110;p1">
            <a:extLst>
              <a:ext uri="{FF2B5EF4-FFF2-40B4-BE49-F238E27FC236}">
                <a16:creationId xmlns:a16="http://schemas.microsoft.com/office/drawing/2014/main" id="{7AA09071-11F3-6183-D94C-84892822601E}"/>
              </a:ext>
            </a:extLst>
          </p:cNvPr>
          <p:cNvSpPr/>
          <p:nvPr/>
        </p:nvSpPr>
        <p:spPr>
          <a:xfrm>
            <a:off x="933609" y="7119720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the rank of </a:t>
            </a:r>
            <a:r>
              <a:rPr lang="en-AU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Sergeant-at-Arms 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 effect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dateNumber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r>
              <a:rPr lang="en-GB" sz="2000" b="0" i="1" u="none" strike="noStrike" cap="none" baseline="30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{suffix}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{date}.</a:t>
            </a:r>
            <a:endParaRPr lang="en-GB"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111;p1">
            <a:extLst>
              <a:ext uri="{FF2B5EF4-FFF2-40B4-BE49-F238E27FC236}">
                <a16:creationId xmlns:a16="http://schemas.microsoft.com/office/drawing/2014/main" id="{CEECA272-3137-89E7-E793-953C190E6FF2}"/>
              </a:ext>
            </a:extLst>
          </p:cNvPr>
          <p:cNvSpPr/>
          <p:nvPr/>
        </p:nvSpPr>
        <p:spPr>
          <a:xfrm>
            <a:off x="933609" y="4820400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 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has completed all necessary trainings and been deemed suitable in all areas required for promotion.</a:t>
            </a:r>
          </a:p>
        </p:txBody>
      </p:sp>
      <p:sp>
        <p:nvSpPr>
          <p:cNvPr id="37" name="Google Shape;113;p1">
            <a:extLst>
              <a:ext uri="{FF2B5EF4-FFF2-40B4-BE49-F238E27FC236}">
                <a16:creationId xmlns:a16="http://schemas.microsoft.com/office/drawing/2014/main" id="{2AEBB6C2-7171-3888-D24E-A1660D1B6FDE}"/>
              </a:ext>
            </a:extLst>
          </p:cNvPr>
          <p:cNvSpPr/>
          <p:nvPr/>
        </p:nvSpPr>
        <p:spPr>
          <a:xfrm>
            <a:off x="2985840" y="8685000"/>
            <a:ext cx="4277880" cy="598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{signaturerRankShort} {signaturer}</a:t>
            </a:r>
            <a:br>
              <a:rPr lang="en-AU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Officer Commanding</a:t>
            </a:r>
            <a:br>
              <a:rPr lang="en-AU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Australian Special Operations Taskforce HQ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" name="Google Shape;104;p1">
            <a:extLst>
              <a:ext uri="{FF2B5EF4-FFF2-40B4-BE49-F238E27FC236}">
                <a16:creationId xmlns:a16="http://schemas.microsoft.com/office/drawing/2014/main" id="{895802C6-51A8-5C56-BB32-FDB316DFB7A2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14400" y="8354520"/>
            <a:ext cx="1436400" cy="125244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11;p1">
            <a:extLst>
              <a:ext uri="{FF2B5EF4-FFF2-40B4-BE49-F238E27FC236}">
                <a16:creationId xmlns:a16="http://schemas.microsoft.com/office/drawing/2014/main" id="{7D09917A-E179-87C1-0800-A87F9542EA54}"/>
              </a:ext>
            </a:extLst>
          </p:cNvPr>
          <p:cNvSpPr/>
          <p:nvPr/>
        </p:nvSpPr>
        <p:spPr>
          <a:xfrm>
            <a:off x="934292" y="5735481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algn="ctr"/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I,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signaturerRankFull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signaturer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},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Officer Commanding, Australian Special Operations Taskforce, hereby promote</a:t>
            </a:r>
            <a:endParaRPr lang="en-GB"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" name="Google Shape;1174;p60">
            <a:extLst>
              <a:ext uri="{FF2B5EF4-FFF2-40B4-BE49-F238E27FC236}">
                <a16:creationId xmlns:a16="http://schemas.microsoft.com/office/drawing/2014/main" id="{97681EC3-F830-2286-BC15-9F8E42A3A8AF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173412" y="737983"/>
            <a:ext cx="1933575" cy="26860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14;p1">
            <a:extLst>
              <a:ext uri="{FF2B5EF4-FFF2-40B4-BE49-F238E27FC236}">
                <a16:creationId xmlns:a16="http://schemas.microsoft.com/office/drawing/2014/main" id="{962A0849-DCC4-7AF6-DE47-BFAC56624A4C}"/>
              </a:ext>
            </a:extLst>
          </p:cNvPr>
          <p:cNvSpPr/>
          <p:nvPr/>
        </p:nvSpPr>
        <p:spPr>
          <a:xfrm>
            <a:off x="2932650" y="8215616"/>
            <a:ext cx="4539420" cy="521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{</a:t>
            </a:r>
            <a:r>
              <a:rPr lang="en-AU" sz="2800" b="0" i="1" u="none" strike="noStrike" cap="none" dirty="0" err="1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signaturerRankShort</a:t>
            </a: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} {</a:t>
            </a:r>
            <a:r>
              <a:rPr lang="en-AU" sz="2800" b="0" i="1" u="none" strike="noStrike" cap="none" dirty="0" err="1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signaturer</a:t>
            </a: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}</a:t>
            </a:r>
            <a:endParaRPr sz="2800" b="0" i="0" u="none" strike="noStrike" cap="none" dirty="0">
              <a:solidFill>
                <a:srgbClr val="000000"/>
              </a:solidFill>
              <a:latin typeface="Brush Script MT" panose="03060802040406070304" pitchFamily="66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951032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FA9BAF68-91F0-B34F-C9E2-E61D4A9A4E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">
            <a:extLst>
              <a:ext uri="{FF2B5EF4-FFF2-40B4-BE49-F238E27FC236}">
                <a16:creationId xmlns:a16="http://schemas.microsoft.com/office/drawing/2014/main" id="{1A79ECC7-1CA4-D2D7-B458-AFFDB2241486}"/>
              </a:ext>
            </a:extLst>
          </p:cNvPr>
          <p:cNvSpPr/>
          <p:nvPr/>
        </p:nvSpPr>
        <p:spPr>
          <a:xfrm rot="5400000">
            <a:off x="-1500189" y="1487486"/>
            <a:ext cx="11268076" cy="8293101"/>
          </a:xfrm>
          <a:prstGeom prst="rect">
            <a:avLst/>
          </a:prstGeom>
          <a:blipFill rotWithShape="0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0000" tIns="45000" rIns="90000" bIns="45000" anchor="t" anchorCtr="1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Google Shape;102;p1">
            <a:extLst>
              <a:ext uri="{FF2B5EF4-FFF2-40B4-BE49-F238E27FC236}">
                <a16:creationId xmlns:a16="http://schemas.microsoft.com/office/drawing/2014/main" id="{F9AFB79A-3D6F-CEED-B11A-274F94A0C8F3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10028" t="12535" r="10465" b="20264"/>
          <a:stretch/>
        </p:blipFill>
        <p:spPr>
          <a:xfrm rot="5400000">
            <a:off x="-1521845" y="1469005"/>
            <a:ext cx="11419340" cy="8401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103;p1">
            <a:extLst>
              <a:ext uri="{FF2B5EF4-FFF2-40B4-BE49-F238E27FC236}">
                <a16:creationId xmlns:a16="http://schemas.microsoft.com/office/drawing/2014/main" id="{6C34DCE7-1B47-77E4-276E-8FD38357725D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29378" y="738891"/>
            <a:ext cx="6821645" cy="9877373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105;p1">
            <a:extLst>
              <a:ext uri="{FF2B5EF4-FFF2-40B4-BE49-F238E27FC236}">
                <a16:creationId xmlns:a16="http://schemas.microsoft.com/office/drawing/2014/main" id="{A74144C3-737A-2D67-9FB2-AC03274FE90C}"/>
              </a:ext>
            </a:extLst>
          </p:cNvPr>
          <p:cNvSpPr/>
          <p:nvPr/>
        </p:nvSpPr>
        <p:spPr>
          <a:xfrm>
            <a:off x="933609" y="3422520"/>
            <a:ext cx="6419529" cy="737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4200" b="0" i="0" u="none" strike="noStrike" cap="none" dirty="0">
                <a:solidFill>
                  <a:schemeClr val="dk1"/>
                </a:solidFill>
                <a:latin typeface="Old English Text MT" panose="03040902040508030806" pitchFamily="66" charset="0"/>
                <a:sym typeface="Arial"/>
              </a:rPr>
              <a:t>Certificate Of Promotion</a:t>
            </a:r>
            <a:endParaRPr sz="4200" b="0" i="0" u="none" strike="noStrike" cap="none" dirty="0">
              <a:solidFill>
                <a:srgbClr val="000000"/>
              </a:solidFill>
              <a:latin typeface="Old English Text MT" panose="03040902040508030806" pitchFamily="66" charset="0"/>
              <a:sym typeface="Arial"/>
            </a:endParaRPr>
          </a:p>
        </p:txBody>
      </p:sp>
      <p:sp>
        <p:nvSpPr>
          <p:cNvPr id="30" name="Google Shape;106;p1">
            <a:extLst>
              <a:ext uri="{FF2B5EF4-FFF2-40B4-BE49-F238E27FC236}">
                <a16:creationId xmlns:a16="http://schemas.microsoft.com/office/drawing/2014/main" id="{F9F076D9-610A-F9B9-A229-EB36189CECE7}"/>
              </a:ext>
            </a:extLst>
          </p:cNvPr>
          <p:cNvSpPr/>
          <p:nvPr/>
        </p:nvSpPr>
        <p:spPr>
          <a:xfrm>
            <a:off x="933609" y="4124520"/>
            <a:ext cx="6419529" cy="644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36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</a:t>
            </a:r>
            <a:endParaRPr sz="3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" name="Google Shape;107;p1">
            <a:extLst>
              <a:ext uri="{FF2B5EF4-FFF2-40B4-BE49-F238E27FC236}">
                <a16:creationId xmlns:a16="http://schemas.microsoft.com/office/drawing/2014/main" id="{F7DE5061-55F8-A27B-E568-059CF07A67F1}"/>
              </a:ext>
            </a:extLst>
          </p:cNvPr>
          <p:cNvCxnSpPr/>
          <p:nvPr/>
        </p:nvCxnSpPr>
        <p:spPr>
          <a:xfrm flipH="1">
            <a:off x="3722400" y="8696520"/>
            <a:ext cx="2822040" cy="792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33" name="Google Shape;109;p1">
            <a:extLst>
              <a:ext uri="{FF2B5EF4-FFF2-40B4-BE49-F238E27FC236}">
                <a16:creationId xmlns:a16="http://schemas.microsoft.com/office/drawing/2014/main" id="{203A8888-6413-3C4A-3A01-34DB54718F6F}"/>
              </a:ext>
            </a:extLst>
          </p:cNvPr>
          <p:cNvSpPr/>
          <p:nvPr/>
        </p:nvSpPr>
        <p:spPr>
          <a:xfrm>
            <a:off x="933609" y="6433920"/>
            <a:ext cx="6419529" cy="583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32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110;p1">
            <a:extLst>
              <a:ext uri="{FF2B5EF4-FFF2-40B4-BE49-F238E27FC236}">
                <a16:creationId xmlns:a16="http://schemas.microsoft.com/office/drawing/2014/main" id="{CB0C3158-FB20-FDCB-E0A5-3D49CCBE08B9}"/>
              </a:ext>
            </a:extLst>
          </p:cNvPr>
          <p:cNvSpPr/>
          <p:nvPr/>
        </p:nvSpPr>
        <p:spPr>
          <a:xfrm>
            <a:off x="933609" y="7119720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the rank of </a:t>
            </a:r>
            <a:r>
              <a:rPr lang="en-AU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Senior Sergeant-at-Arms 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 effect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dateNumber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r>
              <a:rPr lang="en-GB" sz="2000" b="0" i="1" u="none" strike="noStrike" cap="none" baseline="30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{suffix}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{date}.</a:t>
            </a:r>
            <a:endParaRPr lang="en-GB"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111;p1">
            <a:extLst>
              <a:ext uri="{FF2B5EF4-FFF2-40B4-BE49-F238E27FC236}">
                <a16:creationId xmlns:a16="http://schemas.microsoft.com/office/drawing/2014/main" id="{621D372F-B5DE-3496-A523-98CD8024A760}"/>
              </a:ext>
            </a:extLst>
          </p:cNvPr>
          <p:cNvSpPr/>
          <p:nvPr/>
        </p:nvSpPr>
        <p:spPr>
          <a:xfrm>
            <a:off x="933609" y="4820400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 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has completed all necessary trainings and been deemed suitable in all areas required for promotion.</a:t>
            </a:r>
          </a:p>
        </p:txBody>
      </p:sp>
      <p:sp>
        <p:nvSpPr>
          <p:cNvPr id="37" name="Google Shape;113;p1">
            <a:extLst>
              <a:ext uri="{FF2B5EF4-FFF2-40B4-BE49-F238E27FC236}">
                <a16:creationId xmlns:a16="http://schemas.microsoft.com/office/drawing/2014/main" id="{D0512CB0-AB50-76D0-E477-D4E0AC1F3787}"/>
              </a:ext>
            </a:extLst>
          </p:cNvPr>
          <p:cNvSpPr/>
          <p:nvPr/>
        </p:nvSpPr>
        <p:spPr>
          <a:xfrm>
            <a:off x="2985840" y="8685000"/>
            <a:ext cx="4277880" cy="598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{signaturerRankShort} {signaturer}</a:t>
            </a:r>
            <a:br>
              <a:rPr lang="en-AU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Officer Commanding</a:t>
            </a:r>
            <a:br>
              <a:rPr lang="en-AU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Australian Special Operations Taskforce HQ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" name="Google Shape;104;p1">
            <a:extLst>
              <a:ext uri="{FF2B5EF4-FFF2-40B4-BE49-F238E27FC236}">
                <a16:creationId xmlns:a16="http://schemas.microsoft.com/office/drawing/2014/main" id="{B8D50BF9-41C1-5200-A6A1-BFEC49411A0A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14400" y="8354520"/>
            <a:ext cx="1436400" cy="125244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11;p1">
            <a:extLst>
              <a:ext uri="{FF2B5EF4-FFF2-40B4-BE49-F238E27FC236}">
                <a16:creationId xmlns:a16="http://schemas.microsoft.com/office/drawing/2014/main" id="{D90DF53E-1D5B-7D58-88FC-BBC19B750988}"/>
              </a:ext>
            </a:extLst>
          </p:cNvPr>
          <p:cNvSpPr/>
          <p:nvPr/>
        </p:nvSpPr>
        <p:spPr>
          <a:xfrm>
            <a:off x="934292" y="5735481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algn="ctr"/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I,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signaturerRankFull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signaturer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},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Officer Commanding, Australian Special Operations Taskforce, hereby promote</a:t>
            </a:r>
            <a:endParaRPr lang="en-GB"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" name="Google Shape;1192;p61">
            <a:extLst>
              <a:ext uri="{FF2B5EF4-FFF2-40B4-BE49-F238E27FC236}">
                <a16:creationId xmlns:a16="http://schemas.microsoft.com/office/drawing/2014/main" id="{1AA4EE39-7494-FCB3-3904-7E9F13721542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371533" y="1366162"/>
            <a:ext cx="1554986" cy="216012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14;p1">
            <a:extLst>
              <a:ext uri="{FF2B5EF4-FFF2-40B4-BE49-F238E27FC236}">
                <a16:creationId xmlns:a16="http://schemas.microsoft.com/office/drawing/2014/main" id="{B65AE5FD-DF57-A1DF-082F-315C5147F7B6}"/>
              </a:ext>
            </a:extLst>
          </p:cNvPr>
          <p:cNvSpPr/>
          <p:nvPr/>
        </p:nvSpPr>
        <p:spPr>
          <a:xfrm>
            <a:off x="2932650" y="8215616"/>
            <a:ext cx="4539420" cy="521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{</a:t>
            </a:r>
            <a:r>
              <a:rPr lang="en-AU" sz="2800" b="0" i="1" u="none" strike="noStrike" cap="none" dirty="0" err="1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signaturerRankShort</a:t>
            </a: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} {</a:t>
            </a:r>
            <a:r>
              <a:rPr lang="en-AU" sz="2800" b="0" i="1" u="none" strike="noStrike" cap="none" dirty="0" err="1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signaturer</a:t>
            </a: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}</a:t>
            </a:r>
            <a:endParaRPr sz="2800" b="0" i="0" u="none" strike="noStrike" cap="none" dirty="0">
              <a:solidFill>
                <a:srgbClr val="000000"/>
              </a:solidFill>
              <a:latin typeface="Brush Script MT" panose="03060802040406070304" pitchFamily="66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8385023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C010E887-502E-E933-7B4E-9006E78C08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">
            <a:extLst>
              <a:ext uri="{FF2B5EF4-FFF2-40B4-BE49-F238E27FC236}">
                <a16:creationId xmlns:a16="http://schemas.microsoft.com/office/drawing/2014/main" id="{BB98A6BF-CD06-9E32-99CD-E310918AD857}"/>
              </a:ext>
            </a:extLst>
          </p:cNvPr>
          <p:cNvSpPr/>
          <p:nvPr/>
        </p:nvSpPr>
        <p:spPr>
          <a:xfrm rot="5400000">
            <a:off x="-1500189" y="1487486"/>
            <a:ext cx="11268076" cy="8293101"/>
          </a:xfrm>
          <a:prstGeom prst="rect">
            <a:avLst/>
          </a:prstGeom>
          <a:blipFill rotWithShape="0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0000" tIns="45000" rIns="90000" bIns="45000" anchor="t" anchorCtr="1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Google Shape;102;p1">
            <a:extLst>
              <a:ext uri="{FF2B5EF4-FFF2-40B4-BE49-F238E27FC236}">
                <a16:creationId xmlns:a16="http://schemas.microsoft.com/office/drawing/2014/main" id="{060007E4-65FC-CBB0-1AED-3E900D5DA07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10028" t="12535" r="10465" b="20264"/>
          <a:stretch/>
        </p:blipFill>
        <p:spPr>
          <a:xfrm rot="5400000">
            <a:off x="-1521845" y="1469005"/>
            <a:ext cx="11419340" cy="8401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103;p1">
            <a:extLst>
              <a:ext uri="{FF2B5EF4-FFF2-40B4-BE49-F238E27FC236}">
                <a16:creationId xmlns:a16="http://schemas.microsoft.com/office/drawing/2014/main" id="{70531EB8-57FB-1EC5-D01B-AA450ADDFDEC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29378" y="738891"/>
            <a:ext cx="6821645" cy="9877373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105;p1">
            <a:extLst>
              <a:ext uri="{FF2B5EF4-FFF2-40B4-BE49-F238E27FC236}">
                <a16:creationId xmlns:a16="http://schemas.microsoft.com/office/drawing/2014/main" id="{B8A180AF-1F3D-5D76-7F49-7C3F773615CF}"/>
              </a:ext>
            </a:extLst>
          </p:cNvPr>
          <p:cNvSpPr/>
          <p:nvPr/>
        </p:nvSpPr>
        <p:spPr>
          <a:xfrm>
            <a:off x="933609" y="3422520"/>
            <a:ext cx="6419529" cy="737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4200" b="0" i="0" u="none" strike="noStrike" cap="none" dirty="0">
                <a:solidFill>
                  <a:schemeClr val="dk1"/>
                </a:solidFill>
                <a:latin typeface="Old English Text MT" panose="03040902040508030806" pitchFamily="66" charset="0"/>
                <a:sym typeface="Arial"/>
              </a:rPr>
              <a:t>Certificate Of Promotion</a:t>
            </a:r>
            <a:endParaRPr sz="4200" b="0" i="0" u="none" strike="noStrike" cap="none" dirty="0">
              <a:solidFill>
                <a:srgbClr val="000000"/>
              </a:solidFill>
              <a:latin typeface="Old English Text MT" panose="03040902040508030806" pitchFamily="66" charset="0"/>
              <a:sym typeface="Arial"/>
            </a:endParaRPr>
          </a:p>
        </p:txBody>
      </p:sp>
      <p:sp>
        <p:nvSpPr>
          <p:cNvPr id="30" name="Google Shape;106;p1">
            <a:extLst>
              <a:ext uri="{FF2B5EF4-FFF2-40B4-BE49-F238E27FC236}">
                <a16:creationId xmlns:a16="http://schemas.microsoft.com/office/drawing/2014/main" id="{B3A59271-91F0-23D5-B9F8-5BF277A5CD1C}"/>
              </a:ext>
            </a:extLst>
          </p:cNvPr>
          <p:cNvSpPr/>
          <p:nvPr/>
        </p:nvSpPr>
        <p:spPr>
          <a:xfrm>
            <a:off x="933609" y="4124520"/>
            <a:ext cx="6419529" cy="644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36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</a:t>
            </a:r>
            <a:endParaRPr sz="3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" name="Google Shape;107;p1">
            <a:extLst>
              <a:ext uri="{FF2B5EF4-FFF2-40B4-BE49-F238E27FC236}">
                <a16:creationId xmlns:a16="http://schemas.microsoft.com/office/drawing/2014/main" id="{65F9E2FF-7B06-5C0F-27C3-96C2566A724C}"/>
              </a:ext>
            </a:extLst>
          </p:cNvPr>
          <p:cNvCxnSpPr/>
          <p:nvPr/>
        </p:nvCxnSpPr>
        <p:spPr>
          <a:xfrm flipH="1">
            <a:off x="3722400" y="8696520"/>
            <a:ext cx="2822040" cy="792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33" name="Google Shape;109;p1">
            <a:extLst>
              <a:ext uri="{FF2B5EF4-FFF2-40B4-BE49-F238E27FC236}">
                <a16:creationId xmlns:a16="http://schemas.microsoft.com/office/drawing/2014/main" id="{5098F7F5-49E0-EAD6-F341-CE0F2003AE94}"/>
              </a:ext>
            </a:extLst>
          </p:cNvPr>
          <p:cNvSpPr/>
          <p:nvPr/>
        </p:nvSpPr>
        <p:spPr>
          <a:xfrm>
            <a:off x="933609" y="6433920"/>
            <a:ext cx="6419529" cy="583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32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110;p1">
            <a:extLst>
              <a:ext uri="{FF2B5EF4-FFF2-40B4-BE49-F238E27FC236}">
                <a16:creationId xmlns:a16="http://schemas.microsoft.com/office/drawing/2014/main" id="{37B9A097-2A94-ED30-95FC-65AF7EA090A9}"/>
              </a:ext>
            </a:extLst>
          </p:cNvPr>
          <p:cNvSpPr/>
          <p:nvPr/>
        </p:nvSpPr>
        <p:spPr>
          <a:xfrm>
            <a:off x="933609" y="7119720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the rank of </a:t>
            </a:r>
            <a:r>
              <a:rPr lang="en-AU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Troop Sergeant Major 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 effect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dateNumber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r>
              <a:rPr lang="en-GB" sz="2000" b="0" i="1" u="none" strike="noStrike" cap="none" baseline="30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{suffix}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{date}.</a:t>
            </a:r>
            <a:endParaRPr lang="en-GB"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111;p1">
            <a:extLst>
              <a:ext uri="{FF2B5EF4-FFF2-40B4-BE49-F238E27FC236}">
                <a16:creationId xmlns:a16="http://schemas.microsoft.com/office/drawing/2014/main" id="{0F25E286-B958-C927-AA03-4FDD05D75561}"/>
              </a:ext>
            </a:extLst>
          </p:cNvPr>
          <p:cNvSpPr/>
          <p:nvPr/>
        </p:nvSpPr>
        <p:spPr>
          <a:xfrm>
            <a:off x="933609" y="4820400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 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has completed all necessary trainings and been deemed suitable in all areas required for promotion.</a:t>
            </a:r>
          </a:p>
        </p:txBody>
      </p:sp>
      <p:sp>
        <p:nvSpPr>
          <p:cNvPr id="37" name="Google Shape;113;p1">
            <a:extLst>
              <a:ext uri="{FF2B5EF4-FFF2-40B4-BE49-F238E27FC236}">
                <a16:creationId xmlns:a16="http://schemas.microsoft.com/office/drawing/2014/main" id="{4E188D51-19C5-4A09-6393-10E784CB9C48}"/>
              </a:ext>
            </a:extLst>
          </p:cNvPr>
          <p:cNvSpPr/>
          <p:nvPr/>
        </p:nvSpPr>
        <p:spPr>
          <a:xfrm>
            <a:off x="2985840" y="8685000"/>
            <a:ext cx="4277880" cy="598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{signaturerRankShort} {signaturer}</a:t>
            </a:r>
            <a:br>
              <a:rPr lang="en-AU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Officer Commanding</a:t>
            </a:r>
            <a:br>
              <a:rPr lang="en-AU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Australian Special Operations Taskforce HQ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" name="Google Shape;104;p1">
            <a:extLst>
              <a:ext uri="{FF2B5EF4-FFF2-40B4-BE49-F238E27FC236}">
                <a16:creationId xmlns:a16="http://schemas.microsoft.com/office/drawing/2014/main" id="{C475240E-54ED-7981-E4E7-715782F6780C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14400" y="8354520"/>
            <a:ext cx="1436400" cy="125244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11;p1">
            <a:extLst>
              <a:ext uri="{FF2B5EF4-FFF2-40B4-BE49-F238E27FC236}">
                <a16:creationId xmlns:a16="http://schemas.microsoft.com/office/drawing/2014/main" id="{6F76ED73-7D13-5DF1-849F-309DAF02F8B9}"/>
              </a:ext>
            </a:extLst>
          </p:cNvPr>
          <p:cNvSpPr/>
          <p:nvPr/>
        </p:nvSpPr>
        <p:spPr>
          <a:xfrm>
            <a:off x="934292" y="5735481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algn="ctr"/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I,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signaturerRankFull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signaturer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},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Officer Commanding, Australian Special Operations Taskforce, hereby promote</a:t>
            </a:r>
            <a:endParaRPr lang="en-GB"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" name="Google Shape;1210;p62">
            <a:extLst>
              <a:ext uri="{FF2B5EF4-FFF2-40B4-BE49-F238E27FC236}">
                <a16:creationId xmlns:a16="http://schemas.microsoft.com/office/drawing/2014/main" id="{7989C854-FB72-1743-C48E-E8FC113E54BF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336940" y="1342029"/>
            <a:ext cx="1600461" cy="224378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14;p1">
            <a:extLst>
              <a:ext uri="{FF2B5EF4-FFF2-40B4-BE49-F238E27FC236}">
                <a16:creationId xmlns:a16="http://schemas.microsoft.com/office/drawing/2014/main" id="{C9C67637-5674-FE2F-E829-9F939F89E020}"/>
              </a:ext>
            </a:extLst>
          </p:cNvPr>
          <p:cNvSpPr/>
          <p:nvPr/>
        </p:nvSpPr>
        <p:spPr>
          <a:xfrm>
            <a:off x="2932650" y="8215616"/>
            <a:ext cx="4539420" cy="521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{</a:t>
            </a:r>
            <a:r>
              <a:rPr lang="en-AU" sz="2800" b="0" i="1" u="none" strike="noStrike" cap="none" dirty="0" err="1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signaturerRankShort</a:t>
            </a: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} {</a:t>
            </a:r>
            <a:r>
              <a:rPr lang="en-AU" sz="2800" b="0" i="1" u="none" strike="noStrike" cap="none" dirty="0" err="1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signaturer</a:t>
            </a: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}</a:t>
            </a:r>
            <a:endParaRPr sz="2800" b="0" i="0" u="none" strike="noStrike" cap="none" dirty="0">
              <a:solidFill>
                <a:srgbClr val="000000"/>
              </a:solidFill>
              <a:latin typeface="Brush Script MT" panose="03060802040406070304" pitchFamily="66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4467353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FD36E444-72FB-06B1-309F-D996A80D6C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">
            <a:extLst>
              <a:ext uri="{FF2B5EF4-FFF2-40B4-BE49-F238E27FC236}">
                <a16:creationId xmlns:a16="http://schemas.microsoft.com/office/drawing/2014/main" id="{633CF6A0-DF1A-49A9-5A41-6FF1FBDE9002}"/>
              </a:ext>
            </a:extLst>
          </p:cNvPr>
          <p:cNvSpPr/>
          <p:nvPr/>
        </p:nvSpPr>
        <p:spPr>
          <a:xfrm rot="5400000">
            <a:off x="-1500189" y="1487486"/>
            <a:ext cx="11268076" cy="8293101"/>
          </a:xfrm>
          <a:prstGeom prst="rect">
            <a:avLst/>
          </a:prstGeom>
          <a:blipFill rotWithShape="0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0000" tIns="45000" rIns="90000" bIns="45000" anchor="t" anchorCtr="1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Google Shape;102;p1">
            <a:extLst>
              <a:ext uri="{FF2B5EF4-FFF2-40B4-BE49-F238E27FC236}">
                <a16:creationId xmlns:a16="http://schemas.microsoft.com/office/drawing/2014/main" id="{0E29A529-D4E4-C913-6F6B-BED603691C8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10028" t="12535" r="10465" b="20264"/>
          <a:stretch/>
        </p:blipFill>
        <p:spPr>
          <a:xfrm rot="5400000">
            <a:off x="-1521845" y="1469005"/>
            <a:ext cx="11419340" cy="8401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103;p1">
            <a:extLst>
              <a:ext uri="{FF2B5EF4-FFF2-40B4-BE49-F238E27FC236}">
                <a16:creationId xmlns:a16="http://schemas.microsoft.com/office/drawing/2014/main" id="{C2FFE52B-7E6C-7FF9-5717-389C340B77EC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29378" y="738891"/>
            <a:ext cx="6821645" cy="9877373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105;p1">
            <a:extLst>
              <a:ext uri="{FF2B5EF4-FFF2-40B4-BE49-F238E27FC236}">
                <a16:creationId xmlns:a16="http://schemas.microsoft.com/office/drawing/2014/main" id="{D95E24DC-E875-6574-B064-79BC9840F87E}"/>
              </a:ext>
            </a:extLst>
          </p:cNvPr>
          <p:cNvSpPr/>
          <p:nvPr/>
        </p:nvSpPr>
        <p:spPr>
          <a:xfrm>
            <a:off x="933609" y="3422520"/>
            <a:ext cx="6419529" cy="737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4200" b="0" i="0" u="none" strike="noStrike" cap="none" dirty="0">
                <a:solidFill>
                  <a:schemeClr val="dk1"/>
                </a:solidFill>
                <a:latin typeface="Old English Text MT" panose="03040902040508030806" pitchFamily="66" charset="0"/>
                <a:sym typeface="Arial"/>
              </a:rPr>
              <a:t>Certificate Of Promotion</a:t>
            </a:r>
            <a:endParaRPr sz="4200" b="0" i="0" u="none" strike="noStrike" cap="none" dirty="0">
              <a:solidFill>
                <a:srgbClr val="000000"/>
              </a:solidFill>
              <a:latin typeface="Old English Text MT" panose="03040902040508030806" pitchFamily="66" charset="0"/>
              <a:sym typeface="Arial"/>
            </a:endParaRPr>
          </a:p>
        </p:txBody>
      </p:sp>
      <p:sp>
        <p:nvSpPr>
          <p:cNvPr id="30" name="Google Shape;106;p1">
            <a:extLst>
              <a:ext uri="{FF2B5EF4-FFF2-40B4-BE49-F238E27FC236}">
                <a16:creationId xmlns:a16="http://schemas.microsoft.com/office/drawing/2014/main" id="{2CA7077D-4D63-D9A3-4DE7-3B673D0352CE}"/>
              </a:ext>
            </a:extLst>
          </p:cNvPr>
          <p:cNvSpPr/>
          <p:nvPr/>
        </p:nvSpPr>
        <p:spPr>
          <a:xfrm>
            <a:off x="933609" y="4124520"/>
            <a:ext cx="6419529" cy="644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36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</a:t>
            </a:r>
            <a:endParaRPr sz="3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" name="Google Shape;107;p1">
            <a:extLst>
              <a:ext uri="{FF2B5EF4-FFF2-40B4-BE49-F238E27FC236}">
                <a16:creationId xmlns:a16="http://schemas.microsoft.com/office/drawing/2014/main" id="{0926B9CA-2C72-CF34-FC03-D312A75A5749}"/>
              </a:ext>
            </a:extLst>
          </p:cNvPr>
          <p:cNvCxnSpPr/>
          <p:nvPr/>
        </p:nvCxnSpPr>
        <p:spPr>
          <a:xfrm flipH="1">
            <a:off x="3722400" y="8696520"/>
            <a:ext cx="2822040" cy="792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33" name="Google Shape;109;p1">
            <a:extLst>
              <a:ext uri="{FF2B5EF4-FFF2-40B4-BE49-F238E27FC236}">
                <a16:creationId xmlns:a16="http://schemas.microsoft.com/office/drawing/2014/main" id="{91437838-F5A4-4A02-88B9-847AB9CEF8A6}"/>
              </a:ext>
            </a:extLst>
          </p:cNvPr>
          <p:cNvSpPr/>
          <p:nvPr/>
        </p:nvSpPr>
        <p:spPr>
          <a:xfrm>
            <a:off x="933609" y="6433920"/>
            <a:ext cx="6419529" cy="583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32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110;p1">
            <a:extLst>
              <a:ext uri="{FF2B5EF4-FFF2-40B4-BE49-F238E27FC236}">
                <a16:creationId xmlns:a16="http://schemas.microsoft.com/office/drawing/2014/main" id="{593F74B3-070B-5D69-AB49-ED226E4B1F12}"/>
              </a:ext>
            </a:extLst>
          </p:cNvPr>
          <p:cNvSpPr/>
          <p:nvPr/>
        </p:nvSpPr>
        <p:spPr>
          <a:xfrm>
            <a:off x="933609" y="7119720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the rank of </a:t>
            </a:r>
            <a:r>
              <a:rPr lang="en-AU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Officer Cadet 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 effect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dateNumber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r>
              <a:rPr lang="en-GB" sz="2000" b="0" i="1" u="none" strike="noStrike" cap="none" baseline="30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{suffix}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{date}.</a:t>
            </a:r>
            <a:endParaRPr lang="en-GB"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111;p1">
            <a:extLst>
              <a:ext uri="{FF2B5EF4-FFF2-40B4-BE49-F238E27FC236}">
                <a16:creationId xmlns:a16="http://schemas.microsoft.com/office/drawing/2014/main" id="{7F4D7D38-8313-976B-4A68-750148C1E26D}"/>
              </a:ext>
            </a:extLst>
          </p:cNvPr>
          <p:cNvSpPr/>
          <p:nvPr/>
        </p:nvSpPr>
        <p:spPr>
          <a:xfrm>
            <a:off x="933609" y="4820400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 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has completed all necessary trainings and been deemed suitable in all areas required for promotion.</a:t>
            </a:r>
          </a:p>
        </p:txBody>
      </p:sp>
      <p:sp>
        <p:nvSpPr>
          <p:cNvPr id="37" name="Google Shape;113;p1">
            <a:extLst>
              <a:ext uri="{FF2B5EF4-FFF2-40B4-BE49-F238E27FC236}">
                <a16:creationId xmlns:a16="http://schemas.microsoft.com/office/drawing/2014/main" id="{B23DAA50-7961-C3A1-AF97-E3BC74A3D799}"/>
              </a:ext>
            </a:extLst>
          </p:cNvPr>
          <p:cNvSpPr/>
          <p:nvPr/>
        </p:nvSpPr>
        <p:spPr>
          <a:xfrm>
            <a:off x="2985840" y="8685000"/>
            <a:ext cx="4277880" cy="598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{signaturerRankShort} {signaturer}</a:t>
            </a:r>
            <a:br>
              <a:rPr lang="en-AU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Officer Commanding</a:t>
            </a:r>
            <a:br>
              <a:rPr lang="en-AU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Australian Special Operations Taskforce HQ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" name="Google Shape;104;p1">
            <a:extLst>
              <a:ext uri="{FF2B5EF4-FFF2-40B4-BE49-F238E27FC236}">
                <a16:creationId xmlns:a16="http://schemas.microsoft.com/office/drawing/2014/main" id="{D5681C26-13D9-7AEE-0AB1-B8D1E2F3D38A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14400" y="8354520"/>
            <a:ext cx="1436400" cy="125244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11;p1">
            <a:extLst>
              <a:ext uri="{FF2B5EF4-FFF2-40B4-BE49-F238E27FC236}">
                <a16:creationId xmlns:a16="http://schemas.microsoft.com/office/drawing/2014/main" id="{79FBD77E-C0A0-33AD-91E1-5B4C49B9E0B1}"/>
              </a:ext>
            </a:extLst>
          </p:cNvPr>
          <p:cNvSpPr/>
          <p:nvPr/>
        </p:nvSpPr>
        <p:spPr>
          <a:xfrm>
            <a:off x="934292" y="5735481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algn="ctr"/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I,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signaturerRankFull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signaturer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},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Officer Commanding, Australian Special Operations Taskforce, hereby promote</a:t>
            </a:r>
            <a:endParaRPr lang="en-GB"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Google Shape;1228;p63">
            <a:extLst>
              <a:ext uri="{FF2B5EF4-FFF2-40B4-BE49-F238E27FC236}">
                <a16:creationId xmlns:a16="http://schemas.microsoft.com/office/drawing/2014/main" id="{18C99B7A-68D7-85D1-1982-3AC1615C5117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 l="26175" t="5484" r="2587" b="33214"/>
          <a:stretch/>
        </p:blipFill>
        <p:spPr>
          <a:xfrm rot="3880673">
            <a:off x="3399005" y="1641647"/>
            <a:ext cx="1469686" cy="210782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114;p1">
            <a:extLst>
              <a:ext uri="{FF2B5EF4-FFF2-40B4-BE49-F238E27FC236}">
                <a16:creationId xmlns:a16="http://schemas.microsoft.com/office/drawing/2014/main" id="{48F1C35F-4153-2B03-08B8-34D3A3F19B25}"/>
              </a:ext>
            </a:extLst>
          </p:cNvPr>
          <p:cNvSpPr/>
          <p:nvPr/>
        </p:nvSpPr>
        <p:spPr>
          <a:xfrm>
            <a:off x="2932650" y="8215616"/>
            <a:ext cx="4539420" cy="521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{</a:t>
            </a:r>
            <a:r>
              <a:rPr lang="en-AU" sz="2800" b="0" i="1" u="none" strike="noStrike" cap="none" dirty="0" err="1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signaturerRankShort</a:t>
            </a: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} {</a:t>
            </a:r>
            <a:r>
              <a:rPr lang="en-AU" sz="2800" b="0" i="1" u="none" strike="noStrike" cap="none" dirty="0" err="1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signaturer</a:t>
            </a: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}</a:t>
            </a:r>
            <a:endParaRPr sz="2800" b="0" i="0" u="none" strike="noStrike" cap="none" dirty="0">
              <a:solidFill>
                <a:srgbClr val="000000"/>
              </a:solidFill>
              <a:latin typeface="Brush Script MT" panose="03060802040406070304" pitchFamily="66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5892790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7E591CAC-EFA6-79BA-88E6-04B46C349E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">
            <a:extLst>
              <a:ext uri="{FF2B5EF4-FFF2-40B4-BE49-F238E27FC236}">
                <a16:creationId xmlns:a16="http://schemas.microsoft.com/office/drawing/2014/main" id="{4E2145AC-90FF-142D-3A67-FF982B4BB30F}"/>
              </a:ext>
            </a:extLst>
          </p:cNvPr>
          <p:cNvSpPr/>
          <p:nvPr/>
        </p:nvSpPr>
        <p:spPr>
          <a:xfrm rot="5400000">
            <a:off x="-1500189" y="1487486"/>
            <a:ext cx="11268076" cy="8293101"/>
          </a:xfrm>
          <a:prstGeom prst="rect">
            <a:avLst/>
          </a:prstGeom>
          <a:blipFill rotWithShape="0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0000" tIns="45000" rIns="90000" bIns="45000" anchor="t" anchorCtr="1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Google Shape;102;p1">
            <a:extLst>
              <a:ext uri="{FF2B5EF4-FFF2-40B4-BE49-F238E27FC236}">
                <a16:creationId xmlns:a16="http://schemas.microsoft.com/office/drawing/2014/main" id="{60A1525E-35D3-1886-5FEA-82742DFECD9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10028" t="12535" r="10465" b="20264"/>
          <a:stretch/>
        </p:blipFill>
        <p:spPr>
          <a:xfrm rot="5400000">
            <a:off x="-1521845" y="1469005"/>
            <a:ext cx="11419340" cy="8401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103;p1">
            <a:extLst>
              <a:ext uri="{FF2B5EF4-FFF2-40B4-BE49-F238E27FC236}">
                <a16:creationId xmlns:a16="http://schemas.microsoft.com/office/drawing/2014/main" id="{41A17EC9-CA41-7A61-51DC-340681C3C8FF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29378" y="738891"/>
            <a:ext cx="6821645" cy="9877373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105;p1">
            <a:extLst>
              <a:ext uri="{FF2B5EF4-FFF2-40B4-BE49-F238E27FC236}">
                <a16:creationId xmlns:a16="http://schemas.microsoft.com/office/drawing/2014/main" id="{6FACE299-3256-EAAE-7DFB-526D3AF1C282}"/>
              </a:ext>
            </a:extLst>
          </p:cNvPr>
          <p:cNvSpPr/>
          <p:nvPr/>
        </p:nvSpPr>
        <p:spPr>
          <a:xfrm>
            <a:off x="933609" y="3422520"/>
            <a:ext cx="6419529" cy="737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4200" b="0" i="0" u="none" strike="noStrike" cap="none" dirty="0">
                <a:solidFill>
                  <a:schemeClr val="dk1"/>
                </a:solidFill>
                <a:latin typeface="Old English Text MT" panose="03040902040508030806" pitchFamily="66" charset="0"/>
                <a:sym typeface="Arial"/>
              </a:rPr>
              <a:t>Certificate Of Promotion</a:t>
            </a:r>
            <a:endParaRPr sz="4200" b="0" i="0" u="none" strike="noStrike" cap="none" dirty="0">
              <a:solidFill>
                <a:srgbClr val="000000"/>
              </a:solidFill>
              <a:latin typeface="Old English Text MT" panose="03040902040508030806" pitchFamily="66" charset="0"/>
              <a:sym typeface="Arial"/>
            </a:endParaRPr>
          </a:p>
        </p:txBody>
      </p:sp>
      <p:sp>
        <p:nvSpPr>
          <p:cNvPr id="30" name="Google Shape;106;p1">
            <a:extLst>
              <a:ext uri="{FF2B5EF4-FFF2-40B4-BE49-F238E27FC236}">
                <a16:creationId xmlns:a16="http://schemas.microsoft.com/office/drawing/2014/main" id="{CAEE15F2-99D1-A6FB-D6B9-4B2141EAD9F4}"/>
              </a:ext>
            </a:extLst>
          </p:cNvPr>
          <p:cNvSpPr/>
          <p:nvPr/>
        </p:nvSpPr>
        <p:spPr>
          <a:xfrm>
            <a:off x="933609" y="4124520"/>
            <a:ext cx="6419529" cy="644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36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</a:t>
            </a:r>
            <a:endParaRPr sz="3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" name="Google Shape;107;p1">
            <a:extLst>
              <a:ext uri="{FF2B5EF4-FFF2-40B4-BE49-F238E27FC236}">
                <a16:creationId xmlns:a16="http://schemas.microsoft.com/office/drawing/2014/main" id="{BF68FFCE-1EB8-ACD3-1112-5D1D0553FE4D}"/>
              </a:ext>
            </a:extLst>
          </p:cNvPr>
          <p:cNvCxnSpPr/>
          <p:nvPr/>
        </p:nvCxnSpPr>
        <p:spPr>
          <a:xfrm flipH="1">
            <a:off x="3722400" y="8696520"/>
            <a:ext cx="2822040" cy="792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33" name="Google Shape;109;p1">
            <a:extLst>
              <a:ext uri="{FF2B5EF4-FFF2-40B4-BE49-F238E27FC236}">
                <a16:creationId xmlns:a16="http://schemas.microsoft.com/office/drawing/2014/main" id="{A6897205-18A6-E999-E038-0C1E14894DE5}"/>
              </a:ext>
            </a:extLst>
          </p:cNvPr>
          <p:cNvSpPr/>
          <p:nvPr/>
        </p:nvSpPr>
        <p:spPr>
          <a:xfrm>
            <a:off x="933609" y="6433920"/>
            <a:ext cx="6419529" cy="583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32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110;p1">
            <a:extLst>
              <a:ext uri="{FF2B5EF4-FFF2-40B4-BE49-F238E27FC236}">
                <a16:creationId xmlns:a16="http://schemas.microsoft.com/office/drawing/2014/main" id="{9B13F02A-4133-48B2-6C3C-C3A87C9C599F}"/>
              </a:ext>
            </a:extLst>
          </p:cNvPr>
          <p:cNvSpPr/>
          <p:nvPr/>
        </p:nvSpPr>
        <p:spPr>
          <a:xfrm>
            <a:off x="933609" y="7119720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the rank of </a:t>
            </a:r>
            <a:r>
              <a:rPr lang="en-AU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Second Lieutenant 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 effect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dateNumber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r>
              <a:rPr lang="en-GB" sz="2000" b="0" i="1" u="none" strike="noStrike" cap="none" baseline="30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{suffix}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{date}.</a:t>
            </a:r>
            <a:endParaRPr lang="en-GB"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111;p1">
            <a:extLst>
              <a:ext uri="{FF2B5EF4-FFF2-40B4-BE49-F238E27FC236}">
                <a16:creationId xmlns:a16="http://schemas.microsoft.com/office/drawing/2014/main" id="{5ADA7940-497E-2F69-2F6D-6F0B5F921E6C}"/>
              </a:ext>
            </a:extLst>
          </p:cNvPr>
          <p:cNvSpPr/>
          <p:nvPr/>
        </p:nvSpPr>
        <p:spPr>
          <a:xfrm>
            <a:off x="933609" y="4820400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 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has completed all necessary trainings and been deemed suitable in all areas required for promotion.</a:t>
            </a:r>
          </a:p>
        </p:txBody>
      </p:sp>
      <p:sp>
        <p:nvSpPr>
          <p:cNvPr id="37" name="Google Shape;113;p1">
            <a:extLst>
              <a:ext uri="{FF2B5EF4-FFF2-40B4-BE49-F238E27FC236}">
                <a16:creationId xmlns:a16="http://schemas.microsoft.com/office/drawing/2014/main" id="{ED55544A-3C2B-C521-B593-487F67D632E5}"/>
              </a:ext>
            </a:extLst>
          </p:cNvPr>
          <p:cNvSpPr/>
          <p:nvPr/>
        </p:nvSpPr>
        <p:spPr>
          <a:xfrm>
            <a:off x="2985840" y="8685000"/>
            <a:ext cx="4277880" cy="598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{signaturerRankShort} {signaturer}</a:t>
            </a:r>
            <a:br>
              <a:rPr lang="en-AU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Officer Commanding</a:t>
            </a:r>
            <a:br>
              <a:rPr lang="en-AU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Australian Special Operations Taskforce HQ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" name="Google Shape;104;p1">
            <a:extLst>
              <a:ext uri="{FF2B5EF4-FFF2-40B4-BE49-F238E27FC236}">
                <a16:creationId xmlns:a16="http://schemas.microsoft.com/office/drawing/2014/main" id="{E12AAC07-B743-BCA5-7059-BE23505CB34A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14400" y="8354520"/>
            <a:ext cx="1436400" cy="125244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11;p1">
            <a:extLst>
              <a:ext uri="{FF2B5EF4-FFF2-40B4-BE49-F238E27FC236}">
                <a16:creationId xmlns:a16="http://schemas.microsoft.com/office/drawing/2014/main" id="{3A60A72B-929D-5152-537C-72F03BF19BAA}"/>
              </a:ext>
            </a:extLst>
          </p:cNvPr>
          <p:cNvSpPr/>
          <p:nvPr/>
        </p:nvSpPr>
        <p:spPr>
          <a:xfrm>
            <a:off x="934292" y="5735481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algn="ctr"/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I,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signaturerRankFull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signaturer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},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Officer Commanding, Australian Special Operations Taskforce, hereby promote</a:t>
            </a:r>
            <a:endParaRPr lang="en-GB"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Google Shape;1246;p64">
            <a:extLst>
              <a:ext uri="{FF2B5EF4-FFF2-40B4-BE49-F238E27FC236}">
                <a16:creationId xmlns:a16="http://schemas.microsoft.com/office/drawing/2014/main" id="{4BBDB822-FFCE-80D5-8B56-5F89A9D71791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700175" y="2041278"/>
            <a:ext cx="862200" cy="8982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14;p1">
            <a:extLst>
              <a:ext uri="{FF2B5EF4-FFF2-40B4-BE49-F238E27FC236}">
                <a16:creationId xmlns:a16="http://schemas.microsoft.com/office/drawing/2014/main" id="{3D4A6DB6-7794-45EA-9ADC-35CA2DED7452}"/>
              </a:ext>
            </a:extLst>
          </p:cNvPr>
          <p:cNvSpPr/>
          <p:nvPr/>
        </p:nvSpPr>
        <p:spPr>
          <a:xfrm>
            <a:off x="2932650" y="8215616"/>
            <a:ext cx="4539420" cy="521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{</a:t>
            </a:r>
            <a:r>
              <a:rPr lang="en-AU" sz="2800" b="0" i="1" u="none" strike="noStrike" cap="none" dirty="0" err="1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signaturerRankShort</a:t>
            </a: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} {</a:t>
            </a:r>
            <a:r>
              <a:rPr lang="en-AU" sz="2800" b="0" i="1" u="none" strike="noStrike" cap="none" dirty="0" err="1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signaturer</a:t>
            </a: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}</a:t>
            </a:r>
            <a:endParaRPr sz="2800" b="0" i="0" u="none" strike="noStrike" cap="none" dirty="0">
              <a:solidFill>
                <a:srgbClr val="000000"/>
              </a:solidFill>
              <a:latin typeface="Brush Script MT" panose="03060802040406070304" pitchFamily="66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27780779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C1DC4857-FEB4-933E-5271-58E67DCAF8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">
            <a:extLst>
              <a:ext uri="{FF2B5EF4-FFF2-40B4-BE49-F238E27FC236}">
                <a16:creationId xmlns:a16="http://schemas.microsoft.com/office/drawing/2014/main" id="{0AC809E9-F58C-1488-7A2E-13376DD828C8}"/>
              </a:ext>
            </a:extLst>
          </p:cNvPr>
          <p:cNvSpPr/>
          <p:nvPr/>
        </p:nvSpPr>
        <p:spPr>
          <a:xfrm rot="5400000">
            <a:off x="-1500189" y="1487486"/>
            <a:ext cx="11268076" cy="8293101"/>
          </a:xfrm>
          <a:prstGeom prst="rect">
            <a:avLst/>
          </a:prstGeom>
          <a:blipFill rotWithShape="0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0000" tIns="45000" rIns="90000" bIns="45000" anchor="t" anchorCtr="1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Google Shape;102;p1">
            <a:extLst>
              <a:ext uri="{FF2B5EF4-FFF2-40B4-BE49-F238E27FC236}">
                <a16:creationId xmlns:a16="http://schemas.microsoft.com/office/drawing/2014/main" id="{A389F57B-7704-C64D-4DDF-599DBFD5C697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10028" t="12535" r="10465" b="20264"/>
          <a:stretch/>
        </p:blipFill>
        <p:spPr>
          <a:xfrm rot="5400000">
            <a:off x="-1521845" y="1469005"/>
            <a:ext cx="11419340" cy="8401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103;p1">
            <a:extLst>
              <a:ext uri="{FF2B5EF4-FFF2-40B4-BE49-F238E27FC236}">
                <a16:creationId xmlns:a16="http://schemas.microsoft.com/office/drawing/2014/main" id="{CF729410-3D05-2C69-C919-420CB4C5E67E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29378" y="738891"/>
            <a:ext cx="6821645" cy="9877373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105;p1">
            <a:extLst>
              <a:ext uri="{FF2B5EF4-FFF2-40B4-BE49-F238E27FC236}">
                <a16:creationId xmlns:a16="http://schemas.microsoft.com/office/drawing/2014/main" id="{D7A45498-D88F-B971-809A-8D4D8771040D}"/>
              </a:ext>
            </a:extLst>
          </p:cNvPr>
          <p:cNvSpPr/>
          <p:nvPr/>
        </p:nvSpPr>
        <p:spPr>
          <a:xfrm>
            <a:off x="933609" y="3422520"/>
            <a:ext cx="6419529" cy="737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4200" b="0" i="0" u="none" strike="noStrike" cap="none" dirty="0">
                <a:solidFill>
                  <a:schemeClr val="dk1"/>
                </a:solidFill>
                <a:latin typeface="Old English Text MT" panose="03040902040508030806" pitchFamily="66" charset="0"/>
                <a:sym typeface="Arial"/>
              </a:rPr>
              <a:t>Certificate Of Promotion</a:t>
            </a:r>
            <a:endParaRPr sz="4200" b="0" i="0" u="none" strike="noStrike" cap="none" dirty="0">
              <a:solidFill>
                <a:srgbClr val="000000"/>
              </a:solidFill>
              <a:latin typeface="Old English Text MT" panose="03040902040508030806" pitchFamily="66" charset="0"/>
              <a:sym typeface="Arial"/>
            </a:endParaRPr>
          </a:p>
        </p:txBody>
      </p:sp>
      <p:sp>
        <p:nvSpPr>
          <p:cNvPr id="30" name="Google Shape;106;p1">
            <a:extLst>
              <a:ext uri="{FF2B5EF4-FFF2-40B4-BE49-F238E27FC236}">
                <a16:creationId xmlns:a16="http://schemas.microsoft.com/office/drawing/2014/main" id="{A5B98E90-5030-14B4-0D82-D717567E0620}"/>
              </a:ext>
            </a:extLst>
          </p:cNvPr>
          <p:cNvSpPr/>
          <p:nvPr/>
        </p:nvSpPr>
        <p:spPr>
          <a:xfrm>
            <a:off x="933609" y="4124520"/>
            <a:ext cx="6419529" cy="644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36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</a:t>
            </a:r>
            <a:endParaRPr sz="3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" name="Google Shape;107;p1">
            <a:extLst>
              <a:ext uri="{FF2B5EF4-FFF2-40B4-BE49-F238E27FC236}">
                <a16:creationId xmlns:a16="http://schemas.microsoft.com/office/drawing/2014/main" id="{20A5148B-885D-0ECE-5A64-50B789347424}"/>
              </a:ext>
            </a:extLst>
          </p:cNvPr>
          <p:cNvCxnSpPr/>
          <p:nvPr/>
        </p:nvCxnSpPr>
        <p:spPr>
          <a:xfrm flipH="1">
            <a:off x="3722400" y="8696520"/>
            <a:ext cx="2822040" cy="792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33" name="Google Shape;109;p1">
            <a:extLst>
              <a:ext uri="{FF2B5EF4-FFF2-40B4-BE49-F238E27FC236}">
                <a16:creationId xmlns:a16="http://schemas.microsoft.com/office/drawing/2014/main" id="{15126349-59AE-A4CB-7707-ACF217DFB4D1}"/>
              </a:ext>
            </a:extLst>
          </p:cNvPr>
          <p:cNvSpPr/>
          <p:nvPr/>
        </p:nvSpPr>
        <p:spPr>
          <a:xfrm>
            <a:off x="933609" y="6433920"/>
            <a:ext cx="6419529" cy="583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32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110;p1">
            <a:extLst>
              <a:ext uri="{FF2B5EF4-FFF2-40B4-BE49-F238E27FC236}">
                <a16:creationId xmlns:a16="http://schemas.microsoft.com/office/drawing/2014/main" id="{848ABB3E-0C6D-E824-F6FA-6C128CE9DE4C}"/>
              </a:ext>
            </a:extLst>
          </p:cNvPr>
          <p:cNvSpPr/>
          <p:nvPr/>
        </p:nvSpPr>
        <p:spPr>
          <a:xfrm>
            <a:off x="933609" y="7119720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the rank of </a:t>
            </a:r>
            <a:r>
              <a:rPr lang="en-AU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Lieutenant 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 effect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dateNumber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r>
              <a:rPr lang="en-GB" sz="2000" b="0" i="1" u="none" strike="noStrike" cap="none" baseline="30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{suffix}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{date}.</a:t>
            </a:r>
            <a:endParaRPr lang="en-GB"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111;p1">
            <a:extLst>
              <a:ext uri="{FF2B5EF4-FFF2-40B4-BE49-F238E27FC236}">
                <a16:creationId xmlns:a16="http://schemas.microsoft.com/office/drawing/2014/main" id="{971645C8-41B0-598E-5DB1-FB69DF839388}"/>
              </a:ext>
            </a:extLst>
          </p:cNvPr>
          <p:cNvSpPr/>
          <p:nvPr/>
        </p:nvSpPr>
        <p:spPr>
          <a:xfrm>
            <a:off x="933609" y="4820400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 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has completed all necessary trainings and been deemed suitable in all areas required for promotion.</a:t>
            </a:r>
          </a:p>
        </p:txBody>
      </p:sp>
      <p:sp>
        <p:nvSpPr>
          <p:cNvPr id="37" name="Google Shape;113;p1">
            <a:extLst>
              <a:ext uri="{FF2B5EF4-FFF2-40B4-BE49-F238E27FC236}">
                <a16:creationId xmlns:a16="http://schemas.microsoft.com/office/drawing/2014/main" id="{58790456-7F8C-B329-DF65-05D35675DDBE}"/>
              </a:ext>
            </a:extLst>
          </p:cNvPr>
          <p:cNvSpPr/>
          <p:nvPr/>
        </p:nvSpPr>
        <p:spPr>
          <a:xfrm>
            <a:off x="2985840" y="8685000"/>
            <a:ext cx="4277880" cy="598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{signaturerRankShort} {signaturer}</a:t>
            </a:r>
            <a:br>
              <a:rPr lang="en-AU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Officer Commanding</a:t>
            </a:r>
            <a:br>
              <a:rPr lang="en-AU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Australian Special Operations Taskforce HQ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" name="Google Shape;104;p1">
            <a:extLst>
              <a:ext uri="{FF2B5EF4-FFF2-40B4-BE49-F238E27FC236}">
                <a16:creationId xmlns:a16="http://schemas.microsoft.com/office/drawing/2014/main" id="{8B0CF774-6AAE-458E-E1BB-61800A04361E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14400" y="8354520"/>
            <a:ext cx="1436400" cy="125244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11;p1">
            <a:extLst>
              <a:ext uri="{FF2B5EF4-FFF2-40B4-BE49-F238E27FC236}">
                <a16:creationId xmlns:a16="http://schemas.microsoft.com/office/drawing/2014/main" id="{DF6836DE-62B0-CD77-7F1A-99A7B113E95B}"/>
              </a:ext>
            </a:extLst>
          </p:cNvPr>
          <p:cNvSpPr/>
          <p:nvPr/>
        </p:nvSpPr>
        <p:spPr>
          <a:xfrm>
            <a:off x="934292" y="5735481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algn="ctr"/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I,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signaturerRankFull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signaturer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},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Officer Commanding, Australian Special Operations Taskforce, hereby promote</a:t>
            </a:r>
            <a:endParaRPr lang="en-GB"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" name="Google Shape;1511;p78">
            <a:extLst>
              <a:ext uri="{FF2B5EF4-FFF2-40B4-BE49-F238E27FC236}">
                <a16:creationId xmlns:a16="http://schemas.microsoft.com/office/drawing/2014/main" id="{9FEE6FD6-099F-3C62-8AC8-3AB14ABE26DB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878660" y="2446037"/>
            <a:ext cx="523080" cy="5446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512;p78">
            <a:extLst>
              <a:ext uri="{FF2B5EF4-FFF2-40B4-BE49-F238E27FC236}">
                <a16:creationId xmlns:a16="http://schemas.microsoft.com/office/drawing/2014/main" id="{5A31132A-29EB-96F6-1AB2-79D544498EC2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878660" y="1884437"/>
            <a:ext cx="523080" cy="54468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14;p1">
            <a:extLst>
              <a:ext uri="{FF2B5EF4-FFF2-40B4-BE49-F238E27FC236}">
                <a16:creationId xmlns:a16="http://schemas.microsoft.com/office/drawing/2014/main" id="{688F2185-7DA9-4960-660C-96B5A971265D}"/>
              </a:ext>
            </a:extLst>
          </p:cNvPr>
          <p:cNvSpPr/>
          <p:nvPr/>
        </p:nvSpPr>
        <p:spPr>
          <a:xfrm>
            <a:off x="2932650" y="8215616"/>
            <a:ext cx="4539420" cy="521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{</a:t>
            </a:r>
            <a:r>
              <a:rPr lang="en-AU" sz="2800" b="0" i="1" u="none" strike="noStrike" cap="none" dirty="0" err="1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signaturerRankShort</a:t>
            </a: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} {</a:t>
            </a:r>
            <a:r>
              <a:rPr lang="en-AU" sz="2800" b="0" i="1" u="none" strike="noStrike" cap="none" dirty="0" err="1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signaturer</a:t>
            </a: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}</a:t>
            </a:r>
            <a:endParaRPr sz="2800" b="0" i="0" u="none" strike="noStrike" cap="none" dirty="0">
              <a:solidFill>
                <a:srgbClr val="000000"/>
              </a:solidFill>
              <a:latin typeface="Brush Script MT" panose="03060802040406070304" pitchFamily="66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1850298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CE6AC077-0592-9B4E-3D1A-E684C1A7C7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">
            <a:extLst>
              <a:ext uri="{FF2B5EF4-FFF2-40B4-BE49-F238E27FC236}">
                <a16:creationId xmlns:a16="http://schemas.microsoft.com/office/drawing/2014/main" id="{26ACF1AB-6777-EA39-985E-E813D31EC7FB}"/>
              </a:ext>
            </a:extLst>
          </p:cNvPr>
          <p:cNvSpPr/>
          <p:nvPr/>
        </p:nvSpPr>
        <p:spPr>
          <a:xfrm rot="5400000">
            <a:off x="-1500189" y="1487486"/>
            <a:ext cx="11268076" cy="8293101"/>
          </a:xfrm>
          <a:prstGeom prst="rect">
            <a:avLst/>
          </a:prstGeom>
          <a:blipFill rotWithShape="0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0000" tIns="45000" rIns="90000" bIns="45000" anchor="t" anchorCtr="1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Google Shape;102;p1">
            <a:extLst>
              <a:ext uri="{FF2B5EF4-FFF2-40B4-BE49-F238E27FC236}">
                <a16:creationId xmlns:a16="http://schemas.microsoft.com/office/drawing/2014/main" id="{7F4FD459-5D3B-9D94-D638-8E263D7685DD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10028" t="12535" r="10465" b="20264"/>
          <a:stretch/>
        </p:blipFill>
        <p:spPr>
          <a:xfrm rot="5400000">
            <a:off x="-1521845" y="1469005"/>
            <a:ext cx="11419340" cy="8401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103;p1">
            <a:extLst>
              <a:ext uri="{FF2B5EF4-FFF2-40B4-BE49-F238E27FC236}">
                <a16:creationId xmlns:a16="http://schemas.microsoft.com/office/drawing/2014/main" id="{D9DEA389-663F-C99B-DE87-ECBDCF46A58D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29378" y="738891"/>
            <a:ext cx="6821645" cy="9877373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105;p1">
            <a:extLst>
              <a:ext uri="{FF2B5EF4-FFF2-40B4-BE49-F238E27FC236}">
                <a16:creationId xmlns:a16="http://schemas.microsoft.com/office/drawing/2014/main" id="{D9AF4BB8-6666-8D44-C287-0F3E90B0F48E}"/>
              </a:ext>
            </a:extLst>
          </p:cNvPr>
          <p:cNvSpPr/>
          <p:nvPr/>
        </p:nvSpPr>
        <p:spPr>
          <a:xfrm>
            <a:off x="933609" y="3422520"/>
            <a:ext cx="6419529" cy="737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4200" b="0" i="0" u="none" strike="noStrike" cap="none" dirty="0">
                <a:solidFill>
                  <a:schemeClr val="dk1"/>
                </a:solidFill>
                <a:latin typeface="Old English Text MT" panose="03040902040508030806" pitchFamily="66" charset="0"/>
                <a:sym typeface="Arial"/>
              </a:rPr>
              <a:t>Certificate Of Promotion</a:t>
            </a:r>
            <a:endParaRPr sz="4200" b="0" i="0" u="none" strike="noStrike" cap="none" dirty="0">
              <a:solidFill>
                <a:srgbClr val="000000"/>
              </a:solidFill>
              <a:latin typeface="Old English Text MT" panose="03040902040508030806" pitchFamily="66" charset="0"/>
              <a:sym typeface="Arial"/>
            </a:endParaRPr>
          </a:p>
        </p:txBody>
      </p:sp>
      <p:sp>
        <p:nvSpPr>
          <p:cNvPr id="30" name="Google Shape;106;p1">
            <a:extLst>
              <a:ext uri="{FF2B5EF4-FFF2-40B4-BE49-F238E27FC236}">
                <a16:creationId xmlns:a16="http://schemas.microsoft.com/office/drawing/2014/main" id="{8717854E-B9B3-76F6-21DE-650BAD16C5A2}"/>
              </a:ext>
            </a:extLst>
          </p:cNvPr>
          <p:cNvSpPr/>
          <p:nvPr/>
        </p:nvSpPr>
        <p:spPr>
          <a:xfrm>
            <a:off x="933609" y="4124520"/>
            <a:ext cx="6419529" cy="644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36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</a:t>
            </a:r>
            <a:endParaRPr sz="3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" name="Google Shape;107;p1">
            <a:extLst>
              <a:ext uri="{FF2B5EF4-FFF2-40B4-BE49-F238E27FC236}">
                <a16:creationId xmlns:a16="http://schemas.microsoft.com/office/drawing/2014/main" id="{E9E23989-9BC0-7A04-5557-BD82F5FB24E7}"/>
              </a:ext>
            </a:extLst>
          </p:cNvPr>
          <p:cNvCxnSpPr/>
          <p:nvPr/>
        </p:nvCxnSpPr>
        <p:spPr>
          <a:xfrm flipH="1">
            <a:off x="3722400" y="8696520"/>
            <a:ext cx="2822040" cy="792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33" name="Google Shape;109;p1">
            <a:extLst>
              <a:ext uri="{FF2B5EF4-FFF2-40B4-BE49-F238E27FC236}">
                <a16:creationId xmlns:a16="http://schemas.microsoft.com/office/drawing/2014/main" id="{832C81DC-B825-6A01-DFC4-DD3DB0A11BCF}"/>
              </a:ext>
            </a:extLst>
          </p:cNvPr>
          <p:cNvSpPr/>
          <p:nvPr/>
        </p:nvSpPr>
        <p:spPr>
          <a:xfrm>
            <a:off x="933609" y="6433920"/>
            <a:ext cx="6419529" cy="583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32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110;p1">
            <a:extLst>
              <a:ext uri="{FF2B5EF4-FFF2-40B4-BE49-F238E27FC236}">
                <a16:creationId xmlns:a16="http://schemas.microsoft.com/office/drawing/2014/main" id="{EB737408-1A07-408F-203A-8B19F154A11E}"/>
              </a:ext>
            </a:extLst>
          </p:cNvPr>
          <p:cNvSpPr/>
          <p:nvPr/>
        </p:nvSpPr>
        <p:spPr>
          <a:xfrm>
            <a:off x="933609" y="7119720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the rank of </a:t>
            </a:r>
            <a:r>
              <a:rPr lang="en-AU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Senior Lieutenant 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 effect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dateNumber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r>
              <a:rPr lang="en-GB" sz="2000" b="0" i="1" u="none" strike="noStrike" cap="none" baseline="30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{suffix}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{date}.</a:t>
            </a:r>
            <a:endParaRPr lang="en-GB"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111;p1">
            <a:extLst>
              <a:ext uri="{FF2B5EF4-FFF2-40B4-BE49-F238E27FC236}">
                <a16:creationId xmlns:a16="http://schemas.microsoft.com/office/drawing/2014/main" id="{BD78D072-26B1-6A53-D6D0-9731C01B97CD}"/>
              </a:ext>
            </a:extLst>
          </p:cNvPr>
          <p:cNvSpPr/>
          <p:nvPr/>
        </p:nvSpPr>
        <p:spPr>
          <a:xfrm>
            <a:off x="933609" y="4820400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 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has completed all necessary trainings and been deemed suitable in all areas required for promotion.</a:t>
            </a:r>
          </a:p>
        </p:txBody>
      </p:sp>
      <p:sp>
        <p:nvSpPr>
          <p:cNvPr id="37" name="Google Shape;113;p1">
            <a:extLst>
              <a:ext uri="{FF2B5EF4-FFF2-40B4-BE49-F238E27FC236}">
                <a16:creationId xmlns:a16="http://schemas.microsoft.com/office/drawing/2014/main" id="{A7E21A87-A1F7-E102-8A17-69AA0BD24EE4}"/>
              </a:ext>
            </a:extLst>
          </p:cNvPr>
          <p:cNvSpPr/>
          <p:nvPr/>
        </p:nvSpPr>
        <p:spPr>
          <a:xfrm>
            <a:off x="2985840" y="8685000"/>
            <a:ext cx="4277880" cy="598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{signaturerRankShort} {signaturer}</a:t>
            </a:r>
            <a:br>
              <a:rPr lang="en-AU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Officer Commanding</a:t>
            </a:r>
            <a:br>
              <a:rPr lang="en-AU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Australian Special Operations Taskforce HQ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" name="Google Shape;104;p1">
            <a:extLst>
              <a:ext uri="{FF2B5EF4-FFF2-40B4-BE49-F238E27FC236}">
                <a16:creationId xmlns:a16="http://schemas.microsoft.com/office/drawing/2014/main" id="{C997DDBD-37A3-9271-E809-AEDC016E2767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14400" y="8354520"/>
            <a:ext cx="1436400" cy="125244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11;p1">
            <a:extLst>
              <a:ext uri="{FF2B5EF4-FFF2-40B4-BE49-F238E27FC236}">
                <a16:creationId xmlns:a16="http://schemas.microsoft.com/office/drawing/2014/main" id="{D7CF038E-F064-A404-AF02-7C0084851053}"/>
              </a:ext>
            </a:extLst>
          </p:cNvPr>
          <p:cNvSpPr/>
          <p:nvPr/>
        </p:nvSpPr>
        <p:spPr>
          <a:xfrm>
            <a:off x="934292" y="5735481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algn="ctr"/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I,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signaturerRankFull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signaturer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},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Officer Commanding, Australian Special Operations Taskforce, hereby promote</a:t>
            </a:r>
            <a:endParaRPr lang="en-GB"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B467B78D-102E-F2AA-642F-680AD168D609}"/>
              </a:ext>
            </a:extLst>
          </p:cNvPr>
          <p:cNvGrpSpPr/>
          <p:nvPr/>
        </p:nvGrpSpPr>
        <p:grpSpPr>
          <a:xfrm>
            <a:off x="3879929" y="1623151"/>
            <a:ext cx="523080" cy="1643614"/>
            <a:chOff x="3808800" y="1406666"/>
            <a:chExt cx="523080" cy="1643614"/>
          </a:xfrm>
        </p:grpSpPr>
        <p:pic>
          <p:nvPicPr>
            <p:cNvPr id="3" name="Google Shape;1283;p66">
              <a:extLst>
                <a:ext uri="{FF2B5EF4-FFF2-40B4-BE49-F238E27FC236}">
                  <a16:creationId xmlns:a16="http://schemas.microsoft.com/office/drawing/2014/main" id="{C910583D-1D5C-E630-DAC5-E2C69965418C}"/>
                </a:ext>
              </a:extLst>
            </p:cNvPr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3808800" y="1944000"/>
              <a:ext cx="523080" cy="5446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" name="Google Shape;1284;p66">
              <a:extLst>
                <a:ext uri="{FF2B5EF4-FFF2-40B4-BE49-F238E27FC236}">
                  <a16:creationId xmlns:a16="http://schemas.microsoft.com/office/drawing/2014/main" id="{42EBE215-2E18-5273-CE23-29AB229CDF98}"/>
                </a:ext>
              </a:extLst>
            </p:cNvPr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3808800" y="2505600"/>
              <a:ext cx="523080" cy="5446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" name="Google Shape;1285;p66">
              <a:extLst>
                <a:ext uri="{FF2B5EF4-FFF2-40B4-BE49-F238E27FC236}">
                  <a16:creationId xmlns:a16="http://schemas.microsoft.com/office/drawing/2014/main" id="{333E6536-D152-084F-859A-611B6D23FFC8}"/>
                </a:ext>
              </a:extLst>
            </p:cNvPr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 rot="3888504">
              <a:off x="3808926" y="1411429"/>
              <a:ext cx="504825" cy="4953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" name="Google Shape;114;p1">
            <a:extLst>
              <a:ext uri="{FF2B5EF4-FFF2-40B4-BE49-F238E27FC236}">
                <a16:creationId xmlns:a16="http://schemas.microsoft.com/office/drawing/2014/main" id="{EB1D2735-F322-1D90-A5D7-0E4556C37D8F}"/>
              </a:ext>
            </a:extLst>
          </p:cNvPr>
          <p:cNvSpPr/>
          <p:nvPr/>
        </p:nvSpPr>
        <p:spPr>
          <a:xfrm>
            <a:off x="2932650" y="8215616"/>
            <a:ext cx="4539420" cy="521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{</a:t>
            </a:r>
            <a:r>
              <a:rPr lang="en-AU" sz="2800" b="0" i="1" u="none" strike="noStrike" cap="none" dirty="0" err="1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signaturerRankShort</a:t>
            </a: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} {</a:t>
            </a:r>
            <a:r>
              <a:rPr lang="en-AU" sz="2800" b="0" i="1" u="none" strike="noStrike" cap="none" dirty="0" err="1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signaturer</a:t>
            </a: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}</a:t>
            </a:r>
            <a:endParaRPr sz="2800" b="0" i="0" u="none" strike="noStrike" cap="none" dirty="0">
              <a:solidFill>
                <a:srgbClr val="000000"/>
              </a:solidFill>
              <a:latin typeface="Brush Script MT" panose="03060802040406070304" pitchFamily="66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587825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321FF0C0-E091-5CF6-D8F0-2D1A391F0E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">
            <a:extLst>
              <a:ext uri="{FF2B5EF4-FFF2-40B4-BE49-F238E27FC236}">
                <a16:creationId xmlns:a16="http://schemas.microsoft.com/office/drawing/2014/main" id="{59E25A5D-933A-FBC9-8339-6D35136963CB}"/>
              </a:ext>
            </a:extLst>
          </p:cNvPr>
          <p:cNvSpPr/>
          <p:nvPr/>
        </p:nvSpPr>
        <p:spPr>
          <a:xfrm rot="5400000">
            <a:off x="-1500189" y="1487486"/>
            <a:ext cx="11268076" cy="8293101"/>
          </a:xfrm>
          <a:prstGeom prst="rect">
            <a:avLst/>
          </a:prstGeom>
          <a:blipFill rotWithShape="0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0000" tIns="45000" rIns="90000" bIns="45000" anchor="t" anchorCtr="1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Google Shape;102;p1">
            <a:extLst>
              <a:ext uri="{FF2B5EF4-FFF2-40B4-BE49-F238E27FC236}">
                <a16:creationId xmlns:a16="http://schemas.microsoft.com/office/drawing/2014/main" id="{D1B783EF-859D-F7F6-C39A-1984D382DFD7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10028" t="12535" r="10465" b="20264"/>
          <a:stretch/>
        </p:blipFill>
        <p:spPr>
          <a:xfrm rot="5400000">
            <a:off x="-1521845" y="1469005"/>
            <a:ext cx="11419340" cy="8401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103;p1">
            <a:extLst>
              <a:ext uri="{FF2B5EF4-FFF2-40B4-BE49-F238E27FC236}">
                <a16:creationId xmlns:a16="http://schemas.microsoft.com/office/drawing/2014/main" id="{D5D48CEE-1BFD-D1B9-D5DE-9AB4351D9D94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29378" y="738891"/>
            <a:ext cx="6821645" cy="9877373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105;p1">
            <a:extLst>
              <a:ext uri="{FF2B5EF4-FFF2-40B4-BE49-F238E27FC236}">
                <a16:creationId xmlns:a16="http://schemas.microsoft.com/office/drawing/2014/main" id="{6A949169-F7F1-E76C-DDEA-7553F97615C5}"/>
              </a:ext>
            </a:extLst>
          </p:cNvPr>
          <p:cNvSpPr/>
          <p:nvPr/>
        </p:nvSpPr>
        <p:spPr>
          <a:xfrm>
            <a:off x="933609" y="3422520"/>
            <a:ext cx="6419529" cy="737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4200" b="0" i="0" u="none" strike="noStrike" cap="none" dirty="0">
                <a:solidFill>
                  <a:schemeClr val="dk1"/>
                </a:solidFill>
                <a:latin typeface="Old English Text MT" panose="03040902040508030806" pitchFamily="66" charset="0"/>
                <a:sym typeface="Arial"/>
              </a:rPr>
              <a:t>Certificate Of Promotion</a:t>
            </a:r>
            <a:endParaRPr sz="4200" b="0" i="0" u="none" strike="noStrike" cap="none" dirty="0">
              <a:solidFill>
                <a:srgbClr val="000000"/>
              </a:solidFill>
              <a:latin typeface="Old English Text MT" panose="03040902040508030806" pitchFamily="66" charset="0"/>
              <a:sym typeface="Arial"/>
            </a:endParaRPr>
          </a:p>
        </p:txBody>
      </p:sp>
      <p:sp>
        <p:nvSpPr>
          <p:cNvPr id="30" name="Google Shape;106;p1">
            <a:extLst>
              <a:ext uri="{FF2B5EF4-FFF2-40B4-BE49-F238E27FC236}">
                <a16:creationId xmlns:a16="http://schemas.microsoft.com/office/drawing/2014/main" id="{C871EEED-AA06-D363-578A-FB5E6B549D42}"/>
              </a:ext>
            </a:extLst>
          </p:cNvPr>
          <p:cNvSpPr/>
          <p:nvPr/>
        </p:nvSpPr>
        <p:spPr>
          <a:xfrm>
            <a:off x="933609" y="4124520"/>
            <a:ext cx="6419529" cy="644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36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</a:t>
            </a:r>
            <a:endParaRPr sz="3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" name="Google Shape;107;p1">
            <a:extLst>
              <a:ext uri="{FF2B5EF4-FFF2-40B4-BE49-F238E27FC236}">
                <a16:creationId xmlns:a16="http://schemas.microsoft.com/office/drawing/2014/main" id="{55F6C91E-9F86-997B-6562-990937ACD76E}"/>
              </a:ext>
            </a:extLst>
          </p:cNvPr>
          <p:cNvCxnSpPr/>
          <p:nvPr/>
        </p:nvCxnSpPr>
        <p:spPr>
          <a:xfrm flipH="1">
            <a:off x="3722400" y="8696520"/>
            <a:ext cx="2822040" cy="792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33" name="Google Shape;109;p1">
            <a:extLst>
              <a:ext uri="{FF2B5EF4-FFF2-40B4-BE49-F238E27FC236}">
                <a16:creationId xmlns:a16="http://schemas.microsoft.com/office/drawing/2014/main" id="{F90C5649-9EC8-DA68-559D-821C93C06732}"/>
              </a:ext>
            </a:extLst>
          </p:cNvPr>
          <p:cNvSpPr/>
          <p:nvPr/>
        </p:nvSpPr>
        <p:spPr>
          <a:xfrm>
            <a:off x="933609" y="6433920"/>
            <a:ext cx="6419529" cy="583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32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110;p1">
            <a:extLst>
              <a:ext uri="{FF2B5EF4-FFF2-40B4-BE49-F238E27FC236}">
                <a16:creationId xmlns:a16="http://schemas.microsoft.com/office/drawing/2014/main" id="{783DD013-C3F1-38AB-4776-339952DCF9D4}"/>
              </a:ext>
            </a:extLst>
          </p:cNvPr>
          <p:cNvSpPr/>
          <p:nvPr/>
        </p:nvSpPr>
        <p:spPr>
          <a:xfrm>
            <a:off x="933609" y="7119720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the rank of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Commanding </a:t>
            </a:r>
            <a:r>
              <a:rPr lang="en-AU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Lieutenant 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 effect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dateNumber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r>
              <a:rPr lang="en-GB" sz="2000" b="0" i="1" u="none" strike="noStrike" cap="none" baseline="30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{suffix}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{date}.</a:t>
            </a:r>
            <a:endParaRPr lang="en-GB"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111;p1">
            <a:extLst>
              <a:ext uri="{FF2B5EF4-FFF2-40B4-BE49-F238E27FC236}">
                <a16:creationId xmlns:a16="http://schemas.microsoft.com/office/drawing/2014/main" id="{008F41AF-291C-68DA-6C7D-02996CFC36EB}"/>
              </a:ext>
            </a:extLst>
          </p:cNvPr>
          <p:cNvSpPr/>
          <p:nvPr/>
        </p:nvSpPr>
        <p:spPr>
          <a:xfrm>
            <a:off x="933609" y="4820400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 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has completed all necessary trainings and been deemed suitable in all areas required for promotion.</a:t>
            </a:r>
          </a:p>
        </p:txBody>
      </p:sp>
      <p:sp>
        <p:nvSpPr>
          <p:cNvPr id="37" name="Google Shape;113;p1">
            <a:extLst>
              <a:ext uri="{FF2B5EF4-FFF2-40B4-BE49-F238E27FC236}">
                <a16:creationId xmlns:a16="http://schemas.microsoft.com/office/drawing/2014/main" id="{B405A339-B29D-CF7D-7ECE-B8A7503C2D78}"/>
              </a:ext>
            </a:extLst>
          </p:cNvPr>
          <p:cNvSpPr/>
          <p:nvPr/>
        </p:nvSpPr>
        <p:spPr>
          <a:xfrm>
            <a:off x="2985840" y="8685000"/>
            <a:ext cx="4277880" cy="598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{signaturerRankShort} {signaturer}</a:t>
            </a:r>
            <a:br>
              <a:rPr lang="en-AU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Officer Commanding</a:t>
            </a:r>
            <a:br>
              <a:rPr lang="en-AU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Australian Special Operations Taskforce HQ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" name="Google Shape;104;p1">
            <a:extLst>
              <a:ext uri="{FF2B5EF4-FFF2-40B4-BE49-F238E27FC236}">
                <a16:creationId xmlns:a16="http://schemas.microsoft.com/office/drawing/2014/main" id="{9DA46B03-C52D-3FA0-8E70-F6D29E134C7D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14400" y="8354520"/>
            <a:ext cx="1436400" cy="125244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11;p1">
            <a:extLst>
              <a:ext uri="{FF2B5EF4-FFF2-40B4-BE49-F238E27FC236}">
                <a16:creationId xmlns:a16="http://schemas.microsoft.com/office/drawing/2014/main" id="{4AA9E186-9C37-603D-DED8-0D90B222CAD6}"/>
              </a:ext>
            </a:extLst>
          </p:cNvPr>
          <p:cNvSpPr/>
          <p:nvPr/>
        </p:nvSpPr>
        <p:spPr>
          <a:xfrm>
            <a:off x="934292" y="5735481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algn="ctr"/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I,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signaturerRankFull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signaturer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},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Officer Commanding, Australian Special Operations Taskforce, hereby promote</a:t>
            </a:r>
            <a:endParaRPr lang="en-GB"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" name="Google Shape;1303;p67">
            <a:extLst>
              <a:ext uri="{FF2B5EF4-FFF2-40B4-BE49-F238E27FC236}">
                <a16:creationId xmlns:a16="http://schemas.microsoft.com/office/drawing/2014/main" id="{722B13AC-78A2-33E8-E364-FF1291B86C28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879920" y="2159900"/>
            <a:ext cx="523080" cy="5446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304;p67">
            <a:extLst>
              <a:ext uri="{FF2B5EF4-FFF2-40B4-BE49-F238E27FC236}">
                <a16:creationId xmlns:a16="http://schemas.microsoft.com/office/drawing/2014/main" id="{65808118-4C99-C99A-C177-7CDF90A6E1FE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879920" y="2721500"/>
            <a:ext cx="523080" cy="5446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05;p67">
            <a:extLst>
              <a:ext uri="{FF2B5EF4-FFF2-40B4-BE49-F238E27FC236}">
                <a16:creationId xmlns:a16="http://schemas.microsoft.com/office/drawing/2014/main" id="{6F7A8AD4-349B-2017-1DBB-31A7683B469A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 rot="4030991">
            <a:off x="3879920" y="1625690"/>
            <a:ext cx="495300" cy="4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14;p1">
            <a:extLst>
              <a:ext uri="{FF2B5EF4-FFF2-40B4-BE49-F238E27FC236}">
                <a16:creationId xmlns:a16="http://schemas.microsoft.com/office/drawing/2014/main" id="{35C0DAA2-13EA-9E9A-474D-6B83E1F1AA9E}"/>
              </a:ext>
            </a:extLst>
          </p:cNvPr>
          <p:cNvSpPr/>
          <p:nvPr/>
        </p:nvSpPr>
        <p:spPr>
          <a:xfrm>
            <a:off x="2932650" y="8215616"/>
            <a:ext cx="4539420" cy="521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{</a:t>
            </a:r>
            <a:r>
              <a:rPr lang="en-AU" sz="2800" b="0" i="1" u="none" strike="noStrike" cap="none" dirty="0" err="1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signaturerRankShort</a:t>
            </a: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} {</a:t>
            </a:r>
            <a:r>
              <a:rPr lang="en-AU" sz="2800" b="0" i="1" u="none" strike="noStrike" cap="none" dirty="0" err="1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signaturer</a:t>
            </a: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}</a:t>
            </a:r>
            <a:endParaRPr sz="2800" b="0" i="0" u="none" strike="noStrike" cap="none" dirty="0">
              <a:solidFill>
                <a:srgbClr val="000000"/>
              </a:solidFill>
              <a:latin typeface="Brush Script MT" panose="03060802040406070304" pitchFamily="66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1122076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B9C5274B-3419-4F49-73B5-23600C856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">
            <a:extLst>
              <a:ext uri="{FF2B5EF4-FFF2-40B4-BE49-F238E27FC236}">
                <a16:creationId xmlns:a16="http://schemas.microsoft.com/office/drawing/2014/main" id="{1CA2679B-AE71-7476-1FFC-D1996CD67991}"/>
              </a:ext>
            </a:extLst>
          </p:cNvPr>
          <p:cNvSpPr/>
          <p:nvPr/>
        </p:nvSpPr>
        <p:spPr>
          <a:xfrm rot="5400000">
            <a:off x="-1500189" y="1487486"/>
            <a:ext cx="11268076" cy="8293101"/>
          </a:xfrm>
          <a:prstGeom prst="rect">
            <a:avLst/>
          </a:prstGeom>
          <a:blipFill rotWithShape="0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0000" tIns="45000" rIns="90000" bIns="45000" anchor="t" anchorCtr="1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Google Shape;102;p1">
            <a:extLst>
              <a:ext uri="{FF2B5EF4-FFF2-40B4-BE49-F238E27FC236}">
                <a16:creationId xmlns:a16="http://schemas.microsoft.com/office/drawing/2014/main" id="{C553D329-B164-EF58-6CE1-E2D6483CADA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10028" t="12535" r="10465" b="20264"/>
          <a:stretch/>
        </p:blipFill>
        <p:spPr>
          <a:xfrm rot="5400000">
            <a:off x="-1521845" y="1469005"/>
            <a:ext cx="11419340" cy="8401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103;p1">
            <a:extLst>
              <a:ext uri="{FF2B5EF4-FFF2-40B4-BE49-F238E27FC236}">
                <a16:creationId xmlns:a16="http://schemas.microsoft.com/office/drawing/2014/main" id="{51B4A781-36CC-D97B-A3F6-C8094598184E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29378" y="738891"/>
            <a:ext cx="6821645" cy="9877373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105;p1">
            <a:extLst>
              <a:ext uri="{FF2B5EF4-FFF2-40B4-BE49-F238E27FC236}">
                <a16:creationId xmlns:a16="http://schemas.microsoft.com/office/drawing/2014/main" id="{3FCA103C-D5A2-CD26-9330-E51BC83D3513}"/>
              </a:ext>
            </a:extLst>
          </p:cNvPr>
          <p:cNvSpPr/>
          <p:nvPr/>
        </p:nvSpPr>
        <p:spPr>
          <a:xfrm>
            <a:off x="933609" y="3422520"/>
            <a:ext cx="6419529" cy="737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4200" b="0" i="0" u="none" strike="noStrike" cap="none" dirty="0">
                <a:solidFill>
                  <a:schemeClr val="dk1"/>
                </a:solidFill>
                <a:latin typeface="Old English Text MT" panose="03040902040508030806" pitchFamily="66" charset="0"/>
                <a:sym typeface="Arial"/>
              </a:rPr>
              <a:t>Certificate Of Promotion</a:t>
            </a:r>
            <a:endParaRPr sz="4200" b="0" i="0" u="none" strike="noStrike" cap="none" dirty="0">
              <a:solidFill>
                <a:srgbClr val="000000"/>
              </a:solidFill>
              <a:latin typeface="Old English Text MT" panose="03040902040508030806" pitchFamily="66" charset="0"/>
              <a:sym typeface="Arial"/>
            </a:endParaRPr>
          </a:p>
        </p:txBody>
      </p:sp>
      <p:sp>
        <p:nvSpPr>
          <p:cNvPr id="30" name="Google Shape;106;p1">
            <a:extLst>
              <a:ext uri="{FF2B5EF4-FFF2-40B4-BE49-F238E27FC236}">
                <a16:creationId xmlns:a16="http://schemas.microsoft.com/office/drawing/2014/main" id="{07392A9F-FB5B-4C3D-F43A-0D843A1B2A05}"/>
              </a:ext>
            </a:extLst>
          </p:cNvPr>
          <p:cNvSpPr/>
          <p:nvPr/>
        </p:nvSpPr>
        <p:spPr>
          <a:xfrm>
            <a:off x="933609" y="4124520"/>
            <a:ext cx="6419529" cy="644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36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</a:t>
            </a:r>
            <a:endParaRPr sz="3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" name="Google Shape;107;p1">
            <a:extLst>
              <a:ext uri="{FF2B5EF4-FFF2-40B4-BE49-F238E27FC236}">
                <a16:creationId xmlns:a16="http://schemas.microsoft.com/office/drawing/2014/main" id="{6B2CD60B-7B75-6D72-D0E9-3D24EFE4CF81}"/>
              </a:ext>
            </a:extLst>
          </p:cNvPr>
          <p:cNvCxnSpPr/>
          <p:nvPr/>
        </p:nvCxnSpPr>
        <p:spPr>
          <a:xfrm flipH="1">
            <a:off x="3722400" y="8696520"/>
            <a:ext cx="2822040" cy="792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33" name="Google Shape;109;p1">
            <a:extLst>
              <a:ext uri="{FF2B5EF4-FFF2-40B4-BE49-F238E27FC236}">
                <a16:creationId xmlns:a16="http://schemas.microsoft.com/office/drawing/2014/main" id="{2626BD3E-C2A4-63FA-AF98-230CE7039387}"/>
              </a:ext>
            </a:extLst>
          </p:cNvPr>
          <p:cNvSpPr/>
          <p:nvPr/>
        </p:nvSpPr>
        <p:spPr>
          <a:xfrm>
            <a:off x="933609" y="6433920"/>
            <a:ext cx="6419529" cy="583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32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110;p1">
            <a:extLst>
              <a:ext uri="{FF2B5EF4-FFF2-40B4-BE49-F238E27FC236}">
                <a16:creationId xmlns:a16="http://schemas.microsoft.com/office/drawing/2014/main" id="{8A52949A-E7A3-9960-86DB-7A3A645F60CE}"/>
              </a:ext>
            </a:extLst>
          </p:cNvPr>
          <p:cNvSpPr/>
          <p:nvPr/>
        </p:nvSpPr>
        <p:spPr>
          <a:xfrm>
            <a:off x="933609" y="7119720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the rank of </a:t>
            </a:r>
            <a:r>
              <a:rPr lang="en-AU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Second Lieutenant 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 effect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dateNumber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r>
              <a:rPr lang="en-GB" sz="2000" b="0" i="1" u="none" strike="noStrike" cap="none" baseline="30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{suffix}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{date}.</a:t>
            </a:r>
            <a:endParaRPr lang="en-GB"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111;p1">
            <a:extLst>
              <a:ext uri="{FF2B5EF4-FFF2-40B4-BE49-F238E27FC236}">
                <a16:creationId xmlns:a16="http://schemas.microsoft.com/office/drawing/2014/main" id="{5768E111-4B98-FDD6-D4EE-F1FA549A2AD2}"/>
              </a:ext>
            </a:extLst>
          </p:cNvPr>
          <p:cNvSpPr/>
          <p:nvPr/>
        </p:nvSpPr>
        <p:spPr>
          <a:xfrm>
            <a:off x="933609" y="4820400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 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has completed all necessary trainings and been deemed suitable in all areas required for promotion.</a:t>
            </a:r>
          </a:p>
        </p:txBody>
      </p:sp>
      <p:sp>
        <p:nvSpPr>
          <p:cNvPr id="37" name="Google Shape;113;p1">
            <a:extLst>
              <a:ext uri="{FF2B5EF4-FFF2-40B4-BE49-F238E27FC236}">
                <a16:creationId xmlns:a16="http://schemas.microsoft.com/office/drawing/2014/main" id="{9BF48C64-20CB-2058-EE20-52536784FE4D}"/>
              </a:ext>
            </a:extLst>
          </p:cNvPr>
          <p:cNvSpPr/>
          <p:nvPr/>
        </p:nvSpPr>
        <p:spPr>
          <a:xfrm>
            <a:off x="2985840" y="8685000"/>
            <a:ext cx="4277880" cy="598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{signaturerRankShort} {signaturer}</a:t>
            </a:r>
            <a:br>
              <a:rPr lang="en-AU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Officer Commanding</a:t>
            </a:r>
            <a:br>
              <a:rPr lang="en-AU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Australian Special Operations Taskforce HQ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" name="Google Shape;104;p1">
            <a:extLst>
              <a:ext uri="{FF2B5EF4-FFF2-40B4-BE49-F238E27FC236}">
                <a16:creationId xmlns:a16="http://schemas.microsoft.com/office/drawing/2014/main" id="{C49D745A-882A-B6BB-6686-DDC82633C88A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14400" y="8354520"/>
            <a:ext cx="1436400" cy="125244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11;p1">
            <a:extLst>
              <a:ext uri="{FF2B5EF4-FFF2-40B4-BE49-F238E27FC236}">
                <a16:creationId xmlns:a16="http://schemas.microsoft.com/office/drawing/2014/main" id="{CD674101-350C-0103-2F22-FEC08D0B1972}"/>
              </a:ext>
            </a:extLst>
          </p:cNvPr>
          <p:cNvSpPr/>
          <p:nvPr/>
        </p:nvSpPr>
        <p:spPr>
          <a:xfrm>
            <a:off x="934292" y="5735481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algn="ctr"/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I,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signaturerRankFull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signaturer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},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Officer Commanding, Australian Special Operations Taskforce, hereby promote</a:t>
            </a:r>
            <a:endParaRPr lang="en-GB"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" name="Google Shape;1323;p68">
            <a:extLst>
              <a:ext uri="{FF2B5EF4-FFF2-40B4-BE49-F238E27FC236}">
                <a16:creationId xmlns:a16="http://schemas.microsoft.com/office/drawing/2014/main" id="{208F27F8-FE6B-6346-CC3E-36159877A439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695900" y="2047961"/>
            <a:ext cx="862200" cy="88755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14;p1">
            <a:extLst>
              <a:ext uri="{FF2B5EF4-FFF2-40B4-BE49-F238E27FC236}">
                <a16:creationId xmlns:a16="http://schemas.microsoft.com/office/drawing/2014/main" id="{29CC507B-2741-B4CB-C726-8005D1E40303}"/>
              </a:ext>
            </a:extLst>
          </p:cNvPr>
          <p:cNvSpPr/>
          <p:nvPr/>
        </p:nvSpPr>
        <p:spPr>
          <a:xfrm>
            <a:off x="2932650" y="8215616"/>
            <a:ext cx="4539420" cy="521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{</a:t>
            </a:r>
            <a:r>
              <a:rPr lang="en-AU" sz="2800" b="0" i="1" u="none" strike="noStrike" cap="none" dirty="0" err="1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signaturerRankShort</a:t>
            </a: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} {</a:t>
            </a:r>
            <a:r>
              <a:rPr lang="en-AU" sz="2800" b="0" i="1" u="none" strike="noStrike" cap="none" dirty="0" err="1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signaturer</a:t>
            </a: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}</a:t>
            </a:r>
            <a:endParaRPr sz="2800" b="0" i="0" u="none" strike="noStrike" cap="none" dirty="0">
              <a:solidFill>
                <a:srgbClr val="000000"/>
              </a:solidFill>
              <a:latin typeface="Brush Script MT" panose="03060802040406070304" pitchFamily="66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97956878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87A5CC93-3A05-85F1-E49E-ACC318F484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">
            <a:extLst>
              <a:ext uri="{FF2B5EF4-FFF2-40B4-BE49-F238E27FC236}">
                <a16:creationId xmlns:a16="http://schemas.microsoft.com/office/drawing/2014/main" id="{1DBA02A3-F17C-F971-78A2-01BD56CB595A}"/>
              </a:ext>
            </a:extLst>
          </p:cNvPr>
          <p:cNvSpPr/>
          <p:nvPr/>
        </p:nvSpPr>
        <p:spPr>
          <a:xfrm rot="5400000">
            <a:off x="-1500189" y="1487486"/>
            <a:ext cx="11268076" cy="8293101"/>
          </a:xfrm>
          <a:prstGeom prst="rect">
            <a:avLst/>
          </a:prstGeom>
          <a:blipFill rotWithShape="0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0000" tIns="45000" rIns="90000" bIns="45000" anchor="t" anchorCtr="1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Google Shape;102;p1">
            <a:extLst>
              <a:ext uri="{FF2B5EF4-FFF2-40B4-BE49-F238E27FC236}">
                <a16:creationId xmlns:a16="http://schemas.microsoft.com/office/drawing/2014/main" id="{EF25A4B0-F355-6ADD-7FB0-E346962C907E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10028" t="12535" r="10465" b="20264"/>
          <a:stretch/>
        </p:blipFill>
        <p:spPr>
          <a:xfrm rot="5400000">
            <a:off x="-1521845" y="1469005"/>
            <a:ext cx="11419340" cy="8401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103;p1">
            <a:extLst>
              <a:ext uri="{FF2B5EF4-FFF2-40B4-BE49-F238E27FC236}">
                <a16:creationId xmlns:a16="http://schemas.microsoft.com/office/drawing/2014/main" id="{B1041440-7788-D158-344D-5CA089D61AF3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29378" y="738891"/>
            <a:ext cx="6821645" cy="9877373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105;p1">
            <a:extLst>
              <a:ext uri="{FF2B5EF4-FFF2-40B4-BE49-F238E27FC236}">
                <a16:creationId xmlns:a16="http://schemas.microsoft.com/office/drawing/2014/main" id="{2890D953-1CFC-CBBD-3941-0D7EA0D82022}"/>
              </a:ext>
            </a:extLst>
          </p:cNvPr>
          <p:cNvSpPr/>
          <p:nvPr/>
        </p:nvSpPr>
        <p:spPr>
          <a:xfrm>
            <a:off x="933609" y="3422520"/>
            <a:ext cx="6419529" cy="737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4200" b="0" i="0" u="none" strike="noStrike" cap="none" dirty="0">
                <a:solidFill>
                  <a:schemeClr val="dk1"/>
                </a:solidFill>
                <a:latin typeface="Old English Text MT" panose="03040902040508030806" pitchFamily="66" charset="0"/>
                <a:sym typeface="Arial"/>
              </a:rPr>
              <a:t>Certificate Of Promotion</a:t>
            </a:r>
            <a:endParaRPr sz="4200" b="0" i="0" u="none" strike="noStrike" cap="none" dirty="0">
              <a:solidFill>
                <a:srgbClr val="000000"/>
              </a:solidFill>
              <a:latin typeface="Old English Text MT" panose="03040902040508030806" pitchFamily="66" charset="0"/>
              <a:sym typeface="Arial"/>
            </a:endParaRPr>
          </a:p>
        </p:txBody>
      </p:sp>
      <p:sp>
        <p:nvSpPr>
          <p:cNvPr id="30" name="Google Shape;106;p1">
            <a:extLst>
              <a:ext uri="{FF2B5EF4-FFF2-40B4-BE49-F238E27FC236}">
                <a16:creationId xmlns:a16="http://schemas.microsoft.com/office/drawing/2014/main" id="{3496B4FC-6F75-96BF-C188-CDB6C9A40F59}"/>
              </a:ext>
            </a:extLst>
          </p:cNvPr>
          <p:cNvSpPr/>
          <p:nvPr/>
        </p:nvSpPr>
        <p:spPr>
          <a:xfrm>
            <a:off x="933609" y="4124520"/>
            <a:ext cx="6419529" cy="644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36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</a:t>
            </a:r>
            <a:endParaRPr sz="3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" name="Google Shape;107;p1">
            <a:extLst>
              <a:ext uri="{FF2B5EF4-FFF2-40B4-BE49-F238E27FC236}">
                <a16:creationId xmlns:a16="http://schemas.microsoft.com/office/drawing/2014/main" id="{4D0079BA-1D71-9C9C-BB06-BE2E87E707E0}"/>
              </a:ext>
            </a:extLst>
          </p:cNvPr>
          <p:cNvCxnSpPr/>
          <p:nvPr/>
        </p:nvCxnSpPr>
        <p:spPr>
          <a:xfrm flipH="1">
            <a:off x="3722400" y="8696520"/>
            <a:ext cx="2822040" cy="792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33" name="Google Shape;109;p1">
            <a:extLst>
              <a:ext uri="{FF2B5EF4-FFF2-40B4-BE49-F238E27FC236}">
                <a16:creationId xmlns:a16="http://schemas.microsoft.com/office/drawing/2014/main" id="{48122918-0E04-F2B2-A99A-1A7806B0080D}"/>
              </a:ext>
            </a:extLst>
          </p:cNvPr>
          <p:cNvSpPr/>
          <p:nvPr/>
        </p:nvSpPr>
        <p:spPr>
          <a:xfrm>
            <a:off x="933609" y="6433920"/>
            <a:ext cx="6419529" cy="583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32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110;p1">
            <a:extLst>
              <a:ext uri="{FF2B5EF4-FFF2-40B4-BE49-F238E27FC236}">
                <a16:creationId xmlns:a16="http://schemas.microsoft.com/office/drawing/2014/main" id="{38594243-6EDF-C3D5-4449-451EED684A48}"/>
              </a:ext>
            </a:extLst>
          </p:cNvPr>
          <p:cNvSpPr/>
          <p:nvPr/>
        </p:nvSpPr>
        <p:spPr>
          <a:xfrm>
            <a:off x="933609" y="7119720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the rank of </a:t>
            </a:r>
            <a:r>
              <a:rPr lang="en-AU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Lieutenant 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 effect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dateNumber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r>
              <a:rPr lang="en-GB" sz="2000" b="0" i="1" u="none" strike="noStrike" cap="none" baseline="30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{suffix}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{date}.</a:t>
            </a:r>
            <a:endParaRPr lang="en-GB"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111;p1">
            <a:extLst>
              <a:ext uri="{FF2B5EF4-FFF2-40B4-BE49-F238E27FC236}">
                <a16:creationId xmlns:a16="http://schemas.microsoft.com/office/drawing/2014/main" id="{02136B7B-5BEB-B3F6-0F76-6183478F6086}"/>
              </a:ext>
            </a:extLst>
          </p:cNvPr>
          <p:cNvSpPr/>
          <p:nvPr/>
        </p:nvSpPr>
        <p:spPr>
          <a:xfrm>
            <a:off x="933609" y="4820400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 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has completed all necessary trainings and been deemed suitable in all areas required for promotion.</a:t>
            </a:r>
          </a:p>
        </p:txBody>
      </p:sp>
      <p:sp>
        <p:nvSpPr>
          <p:cNvPr id="37" name="Google Shape;113;p1">
            <a:extLst>
              <a:ext uri="{FF2B5EF4-FFF2-40B4-BE49-F238E27FC236}">
                <a16:creationId xmlns:a16="http://schemas.microsoft.com/office/drawing/2014/main" id="{5BE914AB-3374-E67F-A0AE-5B8DBE8A361B}"/>
              </a:ext>
            </a:extLst>
          </p:cNvPr>
          <p:cNvSpPr/>
          <p:nvPr/>
        </p:nvSpPr>
        <p:spPr>
          <a:xfrm>
            <a:off x="2985840" y="8685000"/>
            <a:ext cx="4277880" cy="598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{signaturerRankShort} {signaturer}</a:t>
            </a:r>
            <a:br>
              <a:rPr lang="en-AU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Officer Commanding</a:t>
            </a:r>
            <a:br>
              <a:rPr lang="en-AU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Australian Special Operations Taskforce HQ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" name="Google Shape;104;p1">
            <a:extLst>
              <a:ext uri="{FF2B5EF4-FFF2-40B4-BE49-F238E27FC236}">
                <a16:creationId xmlns:a16="http://schemas.microsoft.com/office/drawing/2014/main" id="{8E8D65AC-6815-125C-3A72-EBF9C0BE19DE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14400" y="8354520"/>
            <a:ext cx="1436400" cy="125244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11;p1">
            <a:extLst>
              <a:ext uri="{FF2B5EF4-FFF2-40B4-BE49-F238E27FC236}">
                <a16:creationId xmlns:a16="http://schemas.microsoft.com/office/drawing/2014/main" id="{B749E630-7D12-CC0B-A076-9202C0565C8F}"/>
              </a:ext>
            </a:extLst>
          </p:cNvPr>
          <p:cNvSpPr/>
          <p:nvPr/>
        </p:nvSpPr>
        <p:spPr>
          <a:xfrm>
            <a:off x="934292" y="5735481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algn="ctr"/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I,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signaturerRankFull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signaturer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},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Officer Commanding, Australian Special Operations Taskforce, hereby promote</a:t>
            </a:r>
            <a:endParaRPr lang="en-GB"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" name="Google Shape;1360;p70">
            <a:extLst>
              <a:ext uri="{FF2B5EF4-FFF2-40B4-BE49-F238E27FC236}">
                <a16:creationId xmlns:a16="http://schemas.microsoft.com/office/drawing/2014/main" id="{B23D18C0-88FE-7AEF-758E-84318EA751CE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877063" y="1883598"/>
            <a:ext cx="523080" cy="5384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361;p70">
            <a:extLst>
              <a:ext uri="{FF2B5EF4-FFF2-40B4-BE49-F238E27FC236}">
                <a16:creationId xmlns:a16="http://schemas.microsoft.com/office/drawing/2014/main" id="{F4013B21-68C7-042F-23F6-523D9263D864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877063" y="2445198"/>
            <a:ext cx="523080" cy="53846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14;p1">
            <a:extLst>
              <a:ext uri="{FF2B5EF4-FFF2-40B4-BE49-F238E27FC236}">
                <a16:creationId xmlns:a16="http://schemas.microsoft.com/office/drawing/2014/main" id="{2EE0C550-39C7-2FB5-1716-C4959DB0F888}"/>
              </a:ext>
            </a:extLst>
          </p:cNvPr>
          <p:cNvSpPr/>
          <p:nvPr/>
        </p:nvSpPr>
        <p:spPr>
          <a:xfrm>
            <a:off x="2932650" y="8215616"/>
            <a:ext cx="4539420" cy="521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{</a:t>
            </a:r>
            <a:r>
              <a:rPr lang="en-AU" sz="2800" b="0" i="1" u="none" strike="noStrike" cap="none" dirty="0" err="1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signaturerRankShort</a:t>
            </a: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} {</a:t>
            </a:r>
            <a:r>
              <a:rPr lang="en-AU" sz="2800" b="0" i="1" u="none" strike="noStrike" cap="none" dirty="0" err="1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signaturer</a:t>
            </a: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}</a:t>
            </a:r>
            <a:endParaRPr sz="2800" b="0" i="0" u="none" strike="noStrike" cap="none" dirty="0">
              <a:solidFill>
                <a:srgbClr val="000000"/>
              </a:solidFill>
              <a:latin typeface="Brush Script MT" panose="03060802040406070304" pitchFamily="66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80470158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628FFC05-F222-DC71-92DA-D43B30413C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">
            <a:extLst>
              <a:ext uri="{FF2B5EF4-FFF2-40B4-BE49-F238E27FC236}">
                <a16:creationId xmlns:a16="http://schemas.microsoft.com/office/drawing/2014/main" id="{C9E76D28-AEBC-093B-5F47-549DC691E877}"/>
              </a:ext>
            </a:extLst>
          </p:cNvPr>
          <p:cNvSpPr/>
          <p:nvPr/>
        </p:nvSpPr>
        <p:spPr>
          <a:xfrm rot="5400000">
            <a:off x="-1500189" y="1487486"/>
            <a:ext cx="11268076" cy="8293101"/>
          </a:xfrm>
          <a:prstGeom prst="rect">
            <a:avLst/>
          </a:prstGeom>
          <a:blipFill rotWithShape="0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0000" tIns="45000" rIns="90000" bIns="45000" anchor="t" anchorCtr="1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Google Shape;102;p1">
            <a:extLst>
              <a:ext uri="{FF2B5EF4-FFF2-40B4-BE49-F238E27FC236}">
                <a16:creationId xmlns:a16="http://schemas.microsoft.com/office/drawing/2014/main" id="{B74359F1-69EE-2793-11AD-155B243D9C2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10028" t="12535" r="10465" b="20264"/>
          <a:stretch/>
        </p:blipFill>
        <p:spPr>
          <a:xfrm rot="5400000">
            <a:off x="-1521845" y="1469005"/>
            <a:ext cx="11419340" cy="8401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103;p1">
            <a:extLst>
              <a:ext uri="{FF2B5EF4-FFF2-40B4-BE49-F238E27FC236}">
                <a16:creationId xmlns:a16="http://schemas.microsoft.com/office/drawing/2014/main" id="{AA93AD97-0549-BA5D-50EA-219B99DA1CDE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29378" y="738891"/>
            <a:ext cx="6821645" cy="9877373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105;p1">
            <a:extLst>
              <a:ext uri="{FF2B5EF4-FFF2-40B4-BE49-F238E27FC236}">
                <a16:creationId xmlns:a16="http://schemas.microsoft.com/office/drawing/2014/main" id="{B0BB924B-D7A7-2DED-410C-AC879CFF17BF}"/>
              </a:ext>
            </a:extLst>
          </p:cNvPr>
          <p:cNvSpPr/>
          <p:nvPr/>
        </p:nvSpPr>
        <p:spPr>
          <a:xfrm>
            <a:off x="933609" y="3422520"/>
            <a:ext cx="6419529" cy="737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4200" b="0" i="0" u="none" strike="noStrike" cap="none" dirty="0">
                <a:solidFill>
                  <a:schemeClr val="dk1"/>
                </a:solidFill>
                <a:latin typeface="Old English Text MT" panose="03040902040508030806" pitchFamily="66" charset="0"/>
                <a:sym typeface="Arial"/>
              </a:rPr>
              <a:t>Certificate Of Promotion</a:t>
            </a:r>
            <a:endParaRPr sz="4200" b="0" i="0" u="none" strike="noStrike" cap="none" dirty="0">
              <a:solidFill>
                <a:srgbClr val="000000"/>
              </a:solidFill>
              <a:latin typeface="Old English Text MT" panose="03040902040508030806" pitchFamily="66" charset="0"/>
              <a:sym typeface="Arial"/>
            </a:endParaRPr>
          </a:p>
        </p:txBody>
      </p:sp>
      <p:sp>
        <p:nvSpPr>
          <p:cNvPr id="30" name="Google Shape;106;p1">
            <a:extLst>
              <a:ext uri="{FF2B5EF4-FFF2-40B4-BE49-F238E27FC236}">
                <a16:creationId xmlns:a16="http://schemas.microsoft.com/office/drawing/2014/main" id="{539701AF-8E08-4A0D-2610-82F5334DDB41}"/>
              </a:ext>
            </a:extLst>
          </p:cNvPr>
          <p:cNvSpPr/>
          <p:nvPr/>
        </p:nvSpPr>
        <p:spPr>
          <a:xfrm>
            <a:off x="933609" y="4124520"/>
            <a:ext cx="6419529" cy="644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36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</a:t>
            </a:r>
            <a:endParaRPr sz="3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" name="Google Shape;107;p1">
            <a:extLst>
              <a:ext uri="{FF2B5EF4-FFF2-40B4-BE49-F238E27FC236}">
                <a16:creationId xmlns:a16="http://schemas.microsoft.com/office/drawing/2014/main" id="{75753446-FC12-4E03-EA03-18E546BD795A}"/>
              </a:ext>
            </a:extLst>
          </p:cNvPr>
          <p:cNvCxnSpPr/>
          <p:nvPr/>
        </p:nvCxnSpPr>
        <p:spPr>
          <a:xfrm flipH="1">
            <a:off x="3722400" y="8696520"/>
            <a:ext cx="2822040" cy="792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33" name="Google Shape;109;p1">
            <a:extLst>
              <a:ext uri="{FF2B5EF4-FFF2-40B4-BE49-F238E27FC236}">
                <a16:creationId xmlns:a16="http://schemas.microsoft.com/office/drawing/2014/main" id="{B27162A9-2D3C-13DB-6119-FE17D2564021}"/>
              </a:ext>
            </a:extLst>
          </p:cNvPr>
          <p:cNvSpPr/>
          <p:nvPr/>
        </p:nvSpPr>
        <p:spPr>
          <a:xfrm>
            <a:off x="933609" y="6433920"/>
            <a:ext cx="6419529" cy="583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32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110;p1">
            <a:extLst>
              <a:ext uri="{FF2B5EF4-FFF2-40B4-BE49-F238E27FC236}">
                <a16:creationId xmlns:a16="http://schemas.microsoft.com/office/drawing/2014/main" id="{2E21F746-CAAF-36E3-20EB-66E4DEF13DB9}"/>
              </a:ext>
            </a:extLst>
          </p:cNvPr>
          <p:cNvSpPr/>
          <p:nvPr/>
        </p:nvSpPr>
        <p:spPr>
          <a:xfrm>
            <a:off x="933609" y="7119720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the rank of </a:t>
            </a:r>
            <a:r>
              <a:rPr lang="en-AU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Senior Lieutenant 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 effect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dateNumber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r>
              <a:rPr lang="en-GB" sz="2000" b="0" i="1" u="none" strike="noStrike" cap="none" baseline="30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{suffix}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{date}.</a:t>
            </a:r>
            <a:endParaRPr lang="en-GB"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111;p1">
            <a:extLst>
              <a:ext uri="{FF2B5EF4-FFF2-40B4-BE49-F238E27FC236}">
                <a16:creationId xmlns:a16="http://schemas.microsoft.com/office/drawing/2014/main" id="{A7E7C6A7-5E27-9C5F-EFE0-92E228906186}"/>
              </a:ext>
            </a:extLst>
          </p:cNvPr>
          <p:cNvSpPr/>
          <p:nvPr/>
        </p:nvSpPr>
        <p:spPr>
          <a:xfrm>
            <a:off x="933609" y="4820400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 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has completed all necessary trainings and been deemed suitable in all areas required for promotion.</a:t>
            </a:r>
          </a:p>
        </p:txBody>
      </p:sp>
      <p:sp>
        <p:nvSpPr>
          <p:cNvPr id="37" name="Google Shape;113;p1">
            <a:extLst>
              <a:ext uri="{FF2B5EF4-FFF2-40B4-BE49-F238E27FC236}">
                <a16:creationId xmlns:a16="http://schemas.microsoft.com/office/drawing/2014/main" id="{FCAAE3AC-433E-659B-2DF2-A47D9377308E}"/>
              </a:ext>
            </a:extLst>
          </p:cNvPr>
          <p:cNvSpPr/>
          <p:nvPr/>
        </p:nvSpPr>
        <p:spPr>
          <a:xfrm>
            <a:off x="2985840" y="8685000"/>
            <a:ext cx="4277880" cy="598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{signaturerRankShort} {signaturer}</a:t>
            </a:r>
            <a:br>
              <a:rPr lang="en-AU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Officer Commanding</a:t>
            </a:r>
            <a:br>
              <a:rPr lang="en-AU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Australian Special Operations Taskforce HQ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" name="Google Shape;104;p1">
            <a:extLst>
              <a:ext uri="{FF2B5EF4-FFF2-40B4-BE49-F238E27FC236}">
                <a16:creationId xmlns:a16="http://schemas.microsoft.com/office/drawing/2014/main" id="{46012AB6-0715-9BED-EF35-8FCD73F5F94D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14400" y="8354520"/>
            <a:ext cx="1436400" cy="125244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11;p1">
            <a:extLst>
              <a:ext uri="{FF2B5EF4-FFF2-40B4-BE49-F238E27FC236}">
                <a16:creationId xmlns:a16="http://schemas.microsoft.com/office/drawing/2014/main" id="{B09DF4D1-1C35-7B30-B441-1CBC7353A25D}"/>
              </a:ext>
            </a:extLst>
          </p:cNvPr>
          <p:cNvSpPr/>
          <p:nvPr/>
        </p:nvSpPr>
        <p:spPr>
          <a:xfrm>
            <a:off x="934292" y="5735481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algn="ctr"/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I,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signaturerRankFull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signaturer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},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Officer Commanding, Australian Special Operations Taskforce, hereby promote</a:t>
            </a:r>
            <a:endParaRPr lang="en-GB"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" name="Google Shape;1360;p70">
            <a:extLst>
              <a:ext uri="{FF2B5EF4-FFF2-40B4-BE49-F238E27FC236}">
                <a16:creationId xmlns:a16="http://schemas.microsoft.com/office/drawing/2014/main" id="{CE2AB516-C51A-E5B0-7B71-38F415B72467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878333" y="2159834"/>
            <a:ext cx="523080" cy="5384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361;p70">
            <a:extLst>
              <a:ext uri="{FF2B5EF4-FFF2-40B4-BE49-F238E27FC236}">
                <a16:creationId xmlns:a16="http://schemas.microsoft.com/office/drawing/2014/main" id="{A33F0CB6-05B8-D18B-F23B-31CD54FD1249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878333" y="2721434"/>
            <a:ext cx="523080" cy="5384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362;p70">
            <a:extLst>
              <a:ext uri="{FF2B5EF4-FFF2-40B4-BE49-F238E27FC236}">
                <a16:creationId xmlns:a16="http://schemas.microsoft.com/office/drawing/2014/main" id="{62A2F19A-1165-C427-D309-5D91D1AAE1D7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 rot="4033036">
            <a:off x="3854291" y="1636318"/>
            <a:ext cx="561975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14;p1">
            <a:extLst>
              <a:ext uri="{FF2B5EF4-FFF2-40B4-BE49-F238E27FC236}">
                <a16:creationId xmlns:a16="http://schemas.microsoft.com/office/drawing/2014/main" id="{4F5A4A73-2FE0-71BC-3DD7-58E549C5E634}"/>
              </a:ext>
            </a:extLst>
          </p:cNvPr>
          <p:cNvSpPr/>
          <p:nvPr/>
        </p:nvSpPr>
        <p:spPr>
          <a:xfrm>
            <a:off x="2932650" y="8215616"/>
            <a:ext cx="4539420" cy="521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{</a:t>
            </a:r>
            <a:r>
              <a:rPr lang="en-AU" sz="2800" b="0" i="1" u="none" strike="noStrike" cap="none" dirty="0" err="1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signaturerRankShort</a:t>
            </a: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} {</a:t>
            </a:r>
            <a:r>
              <a:rPr lang="en-AU" sz="2800" b="0" i="1" u="none" strike="noStrike" cap="none" dirty="0" err="1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signaturer</a:t>
            </a: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}</a:t>
            </a:r>
            <a:endParaRPr sz="2800" b="0" i="0" u="none" strike="noStrike" cap="none" dirty="0">
              <a:solidFill>
                <a:srgbClr val="000000"/>
              </a:solidFill>
              <a:latin typeface="Brush Script MT" panose="03060802040406070304" pitchFamily="66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93131756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1C9E48FB-FA97-DA11-FB09-F84F07F199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">
            <a:extLst>
              <a:ext uri="{FF2B5EF4-FFF2-40B4-BE49-F238E27FC236}">
                <a16:creationId xmlns:a16="http://schemas.microsoft.com/office/drawing/2014/main" id="{95A94C9F-DB71-EA28-78EB-5A8338A7429A}"/>
              </a:ext>
            </a:extLst>
          </p:cNvPr>
          <p:cNvSpPr/>
          <p:nvPr/>
        </p:nvSpPr>
        <p:spPr>
          <a:xfrm rot="5400000">
            <a:off x="-1500189" y="1487486"/>
            <a:ext cx="11268076" cy="8293101"/>
          </a:xfrm>
          <a:prstGeom prst="rect">
            <a:avLst/>
          </a:prstGeom>
          <a:blipFill rotWithShape="0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0000" tIns="45000" rIns="90000" bIns="45000" anchor="t" anchorCtr="1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Google Shape;102;p1">
            <a:extLst>
              <a:ext uri="{FF2B5EF4-FFF2-40B4-BE49-F238E27FC236}">
                <a16:creationId xmlns:a16="http://schemas.microsoft.com/office/drawing/2014/main" id="{352E2188-7C7D-537A-97BD-A7898778119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10028" t="12535" r="10465" b="20264"/>
          <a:stretch/>
        </p:blipFill>
        <p:spPr>
          <a:xfrm rot="5400000">
            <a:off x="-1521845" y="1469005"/>
            <a:ext cx="11419340" cy="8401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103;p1">
            <a:extLst>
              <a:ext uri="{FF2B5EF4-FFF2-40B4-BE49-F238E27FC236}">
                <a16:creationId xmlns:a16="http://schemas.microsoft.com/office/drawing/2014/main" id="{8E5936A6-25E8-BF6D-B6A4-0E16EA1F7B40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29378" y="738891"/>
            <a:ext cx="6821645" cy="9877373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105;p1">
            <a:extLst>
              <a:ext uri="{FF2B5EF4-FFF2-40B4-BE49-F238E27FC236}">
                <a16:creationId xmlns:a16="http://schemas.microsoft.com/office/drawing/2014/main" id="{3CC371D0-AD18-1381-86FD-91A19CEB4E83}"/>
              </a:ext>
            </a:extLst>
          </p:cNvPr>
          <p:cNvSpPr/>
          <p:nvPr/>
        </p:nvSpPr>
        <p:spPr>
          <a:xfrm>
            <a:off x="933609" y="3422520"/>
            <a:ext cx="6419529" cy="737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4200" b="0" i="0" u="none" strike="noStrike" cap="none" dirty="0">
                <a:solidFill>
                  <a:schemeClr val="dk1"/>
                </a:solidFill>
                <a:latin typeface="Old English Text MT" panose="03040902040508030806" pitchFamily="66" charset="0"/>
                <a:sym typeface="Arial"/>
              </a:rPr>
              <a:t>Certificate Of Promotion</a:t>
            </a:r>
            <a:endParaRPr sz="4200" b="0" i="0" u="none" strike="noStrike" cap="none" dirty="0">
              <a:solidFill>
                <a:srgbClr val="000000"/>
              </a:solidFill>
              <a:latin typeface="Old English Text MT" panose="03040902040508030806" pitchFamily="66" charset="0"/>
              <a:sym typeface="Arial"/>
            </a:endParaRPr>
          </a:p>
        </p:txBody>
      </p:sp>
      <p:sp>
        <p:nvSpPr>
          <p:cNvPr id="30" name="Google Shape;106;p1">
            <a:extLst>
              <a:ext uri="{FF2B5EF4-FFF2-40B4-BE49-F238E27FC236}">
                <a16:creationId xmlns:a16="http://schemas.microsoft.com/office/drawing/2014/main" id="{6856B7B3-6652-4A12-2F28-3E203D2B400F}"/>
              </a:ext>
            </a:extLst>
          </p:cNvPr>
          <p:cNvSpPr/>
          <p:nvPr/>
        </p:nvSpPr>
        <p:spPr>
          <a:xfrm>
            <a:off x="933609" y="4124520"/>
            <a:ext cx="6419529" cy="644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36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</a:t>
            </a:r>
            <a:endParaRPr sz="3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" name="Google Shape;107;p1">
            <a:extLst>
              <a:ext uri="{FF2B5EF4-FFF2-40B4-BE49-F238E27FC236}">
                <a16:creationId xmlns:a16="http://schemas.microsoft.com/office/drawing/2014/main" id="{EDACA6C0-57DE-D684-DC6D-B6CBDFC6834B}"/>
              </a:ext>
            </a:extLst>
          </p:cNvPr>
          <p:cNvCxnSpPr/>
          <p:nvPr/>
        </p:nvCxnSpPr>
        <p:spPr>
          <a:xfrm flipH="1">
            <a:off x="3722400" y="8696520"/>
            <a:ext cx="2822040" cy="792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33" name="Google Shape;109;p1">
            <a:extLst>
              <a:ext uri="{FF2B5EF4-FFF2-40B4-BE49-F238E27FC236}">
                <a16:creationId xmlns:a16="http://schemas.microsoft.com/office/drawing/2014/main" id="{C9E20A7B-4670-B6F7-4886-9A95F48E725A}"/>
              </a:ext>
            </a:extLst>
          </p:cNvPr>
          <p:cNvSpPr/>
          <p:nvPr/>
        </p:nvSpPr>
        <p:spPr>
          <a:xfrm>
            <a:off x="933609" y="6433920"/>
            <a:ext cx="6419529" cy="583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32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110;p1">
            <a:extLst>
              <a:ext uri="{FF2B5EF4-FFF2-40B4-BE49-F238E27FC236}">
                <a16:creationId xmlns:a16="http://schemas.microsoft.com/office/drawing/2014/main" id="{F6F7D2B8-4B78-E31A-6B00-A1C4EEDD4D59}"/>
              </a:ext>
            </a:extLst>
          </p:cNvPr>
          <p:cNvSpPr/>
          <p:nvPr/>
        </p:nvSpPr>
        <p:spPr>
          <a:xfrm>
            <a:off x="933609" y="7119720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the rank of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Commanding </a:t>
            </a:r>
            <a:r>
              <a:rPr lang="en-AU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Lieutenant 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 effect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dateNumber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r>
              <a:rPr lang="en-GB" sz="2000" b="0" i="1" u="none" strike="noStrike" cap="none" baseline="30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{suffix}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{date}.</a:t>
            </a:r>
            <a:endParaRPr lang="en-GB"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111;p1">
            <a:extLst>
              <a:ext uri="{FF2B5EF4-FFF2-40B4-BE49-F238E27FC236}">
                <a16:creationId xmlns:a16="http://schemas.microsoft.com/office/drawing/2014/main" id="{F13A5546-281A-DC3A-168E-6770A77D7340}"/>
              </a:ext>
            </a:extLst>
          </p:cNvPr>
          <p:cNvSpPr/>
          <p:nvPr/>
        </p:nvSpPr>
        <p:spPr>
          <a:xfrm>
            <a:off x="933609" y="4820400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 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has completed all necessary trainings and been deemed suitable in all areas required for promotion.</a:t>
            </a:r>
          </a:p>
        </p:txBody>
      </p:sp>
      <p:sp>
        <p:nvSpPr>
          <p:cNvPr id="37" name="Google Shape;113;p1">
            <a:extLst>
              <a:ext uri="{FF2B5EF4-FFF2-40B4-BE49-F238E27FC236}">
                <a16:creationId xmlns:a16="http://schemas.microsoft.com/office/drawing/2014/main" id="{C409BD52-30BA-8796-1707-8E8C4DDA7F21}"/>
              </a:ext>
            </a:extLst>
          </p:cNvPr>
          <p:cNvSpPr/>
          <p:nvPr/>
        </p:nvSpPr>
        <p:spPr>
          <a:xfrm>
            <a:off x="2985840" y="8685000"/>
            <a:ext cx="4277880" cy="598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{signaturerRankShort} {signaturer}</a:t>
            </a:r>
            <a:br>
              <a:rPr lang="en-AU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Officer Commanding</a:t>
            </a:r>
            <a:br>
              <a:rPr lang="en-AU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Australian Special Operations Taskforce HQ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" name="Google Shape;104;p1">
            <a:extLst>
              <a:ext uri="{FF2B5EF4-FFF2-40B4-BE49-F238E27FC236}">
                <a16:creationId xmlns:a16="http://schemas.microsoft.com/office/drawing/2014/main" id="{96DE2E7B-399C-10DE-B460-FCAF51474072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14400" y="8354520"/>
            <a:ext cx="1436400" cy="125244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11;p1">
            <a:extLst>
              <a:ext uri="{FF2B5EF4-FFF2-40B4-BE49-F238E27FC236}">
                <a16:creationId xmlns:a16="http://schemas.microsoft.com/office/drawing/2014/main" id="{1FD6BBF8-9095-37C0-EDFB-4FB6DC0F7206}"/>
              </a:ext>
            </a:extLst>
          </p:cNvPr>
          <p:cNvSpPr/>
          <p:nvPr/>
        </p:nvSpPr>
        <p:spPr>
          <a:xfrm>
            <a:off x="934292" y="5735481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algn="ctr"/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I,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signaturerRankFull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signaturer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},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Officer Commanding, Australian Special Operations Taskforce, hereby promote</a:t>
            </a:r>
            <a:endParaRPr lang="en-GB"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" name="Google Shape;1380;p71">
            <a:extLst>
              <a:ext uri="{FF2B5EF4-FFF2-40B4-BE49-F238E27FC236}">
                <a16:creationId xmlns:a16="http://schemas.microsoft.com/office/drawing/2014/main" id="{BD2D6EBF-480C-0B4A-1D23-448DD0EE9B80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879920" y="2161920"/>
            <a:ext cx="523080" cy="538464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1381;p71">
            <a:extLst>
              <a:ext uri="{FF2B5EF4-FFF2-40B4-BE49-F238E27FC236}">
                <a16:creationId xmlns:a16="http://schemas.microsoft.com/office/drawing/2014/main" id="{66513462-0434-80F0-9C60-64A9982E6EAB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879920" y="2723520"/>
            <a:ext cx="523080" cy="538464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1382;p71">
            <a:extLst>
              <a:ext uri="{FF2B5EF4-FFF2-40B4-BE49-F238E27FC236}">
                <a16:creationId xmlns:a16="http://schemas.microsoft.com/office/drawing/2014/main" id="{67746A54-0EB4-FABC-621C-2A6260CDCA96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 rot="4266487">
            <a:off x="3896854" y="1629968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14;p1">
            <a:extLst>
              <a:ext uri="{FF2B5EF4-FFF2-40B4-BE49-F238E27FC236}">
                <a16:creationId xmlns:a16="http://schemas.microsoft.com/office/drawing/2014/main" id="{B6B3DBAA-E405-29B9-FB89-834052975134}"/>
              </a:ext>
            </a:extLst>
          </p:cNvPr>
          <p:cNvSpPr/>
          <p:nvPr/>
        </p:nvSpPr>
        <p:spPr>
          <a:xfrm>
            <a:off x="2932650" y="8215616"/>
            <a:ext cx="4539420" cy="521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{</a:t>
            </a:r>
            <a:r>
              <a:rPr lang="en-AU" sz="2800" b="0" i="1" u="none" strike="noStrike" cap="none" dirty="0" err="1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signaturerRankShort</a:t>
            </a: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} {</a:t>
            </a:r>
            <a:r>
              <a:rPr lang="en-AU" sz="2800" b="0" i="1" u="none" strike="noStrike" cap="none" dirty="0" err="1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signaturer</a:t>
            </a: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}</a:t>
            </a:r>
            <a:endParaRPr sz="2800" b="0" i="0" u="none" strike="noStrike" cap="none" dirty="0">
              <a:solidFill>
                <a:srgbClr val="000000"/>
              </a:solidFill>
              <a:latin typeface="Brush Script MT" panose="03060802040406070304" pitchFamily="66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90147229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70F37B26-DEC1-C4FE-3216-917853408E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">
            <a:extLst>
              <a:ext uri="{FF2B5EF4-FFF2-40B4-BE49-F238E27FC236}">
                <a16:creationId xmlns:a16="http://schemas.microsoft.com/office/drawing/2014/main" id="{51DD08E7-9BAC-20F6-A52B-38867C6BB066}"/>
              </a:ext>
            </a:extLst>
          </p:cNvPr>
          <p:cNvSpPr/>
          <p:nvPr/>
        </p:nvSpPr>
        <p:spPr>
          <a:xfrm rot="5400000">
            <a:off x="-1500189" y="1487486"/>
            <a:ext cx="11268076" cy="8293101"/>
          </a:xfrm>
          <a:prstGeom prst="rect">
            <a:avLst/>
          </a:prstGeom>
          <a:blipFill rotWithShape="0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0000" tIns="45000" rIns="90000" bIns="45000" anchor="t" anchorCtr="1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Google Shape;102;p1">
            <a:extLst>
              <a:ext uri="{FF2B5EF4-FFF2-40B4-BE49-F238E27FC236}">
                <a16:creationId xmlns:a16="http://schemas.microsoft.com/office/drawing/2014/main" id="{A69E3E58-41A1-00D5-7B16-74E5480AB0F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10028" t="12535" r="10465" b="20264"/>
          <a:stretch/>
        </p:blipFill>
        <p:spPr>
          <a:xfrm rot="5400000">
            <a:off x="-1521845" y="1469005"/>
            <a:ext cx="11419340" cy="8401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103;p1">
            <a:extLst>
              <a:ext uri="{FF2B5EF4-FFF2-40B4-BE49-F238E27FC236}">
                <a16:creationId xmlns:a16="http://schemas.microsoft.com/office/drawing/2014/main" id="{C1525880-7F08-2832-03E4-9846405AD4F1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29378" y="738891"/>
            <a:ext cx="6821645" cy="9877373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105;p1">
            <a:extLst>
              <a:ext uri="{FF2B5EF4-FFF2-40B4-BE49-F238E27FC236}">
                <a16:creationId xmlns:a16="http://schemas.microsoft.com/office/drawing/2014/main" id="{5E1F14C8-C7D6-7B29-BF99-3F026109AA5B}"/>
              </a:ext>
            </a:extLst>
          </p:cNvPr>
          <p:cNvSpPr/>
          <p:nvPr/>
        </p:nvSpPr>
        <p:spPr>
          <a:xfrm>
            <a:off x="933609" y="3422520"/>
            <a:ext cx="6419529" cy="737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4200" b="0" i="0" u="none" strike="noStrike" cap="none" dirty="0">
                <a:solidFill>
                  <a:schemeClr val="dk1"/>
                </a:solidFill>
                <a:latin typeface="Old English Text MT" panose="03040902040508030806" pitchFamily="66" charset="0"/>
                <a:sym typeface="Arial"/>
              </a:rPr>
              <a:t>Certificate Of Promotion</a:t>
            </a:r>
            <a:endParaRPr sz="4200" b="0" i="0" u="none" strike="noStrike" cap="none" dirty="0">
              <a:solidFill>
                <a:srgbClr val="000000"/>
              </a:solidFill>
              <a:latin typeface="Old English Text MT" panose="03040902040508030806" pitchFamily="66" charset="0"/>
              <a:sym typeface="Arial"/>
            </a:endParaRPr>
          </a:p>
        </p:txBody>
      </p:sp>
      <p:sp>
        <p:nvSpPr>
          <p:cNvPr id="30" name="Google Shape;106;p1">
            <a:extLst>
              <a:ext uri="{FF2B5EF4-FFF2-40B4-BE49-F238E27FC236}">
                <a16:creationId xmlns:a16="http://schemas.microsoft.com/office/drawing/2014/main" id="{F5D09806-0B1A-2DBF-9722-BDEFA3EC00A9}"/>
              </a:ext>
            </a:extLst>
          </p:cNvPr>
          <p:cNvSpPr/>
          <p:nvPr/>
        </p:nvSpPr>
        <p:spPr>
          <a:xfrm>
            <a:off x="933609" y="4124520"/>
            <a:ext cx="6419529" cy="644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36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</a:t>
            </a:r>
            <a:endParaRPr sz="3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" name="Google Shape;107;p1">
            <a:extLst>
              <a:ext uri="{FF2B5EF4-FFF2-40B4-BE49-F238E27FC236}">
                <a16:creationId xmlns:a16="http://schemas.microsoft.com/office/drawing/2014/main" id="{6E5D9A62-06F8-4B5A-5081-CAC4EFA56E45}"/>
              </a:ext>
            </a:extLst>
          </p:cNvPr>
          <p:cNvCxnSpPr/>
          <p:nvPr/>
        </p:nvCxnSpPr>
        <p:spPr>
          <a:xfrm flipH="1">
            <a:off x="3722400" y="8696520"/>
            <a:ext cx="2822040" cy="792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33" name="Google Shape;109;p1">
            <a:extLst>
              <a:ext uri="{FF2B5EF4-FFF2-40B4-BE49-F238E27FC236}">
                <a16:creationId xmlns:a16="http://schemas.microsoft.com/office/drawing/2014/main" id="{77CC27FE-B898-0304-FE95-64B5E01D5614}"/>
              </a:ext>
            </a:extLst>
          </p:cNvPr>
          <p:cNvSpPr/>
          <p:nvPr/>
        </p:nvSpPr>
        <p:spPr>
          <a:xfrm>
            <a:off x="933609" y="6433920"/>
            <a:ext cx="6419529" cy="583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32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110;p1">
            <a:extLst>
              <a:ext uri="{FF2B5EF4-FFF2-40B4-BE49-F238E27FC236}">
                <a16:creationId xmlns:a16="http://schemas.microsoft.com/office/drawing/2014/main" id="{B7F05C17-2967-F3FF-F869-90F242705B0D}"/>
              </a:ext>
            </a:extLst>
          </p:cNvPr>
          <p:cNvSpPr/>
          <p:nvPr/>
        </p:nvSpPr>
        <p:spPr>
          <a:xfrm>
            <a:off x="933609" y="7119720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the rank of </a:t>
            </a:r>
            <a:r>
              <a:rPr lang="en-AU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Warrant Officer Class Two 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 effect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dateNumber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r>
              <a:rPr lang="en-GB" sz="2000" b="0" i="1" u="none" strike="noStrike" cap="none" baseline="30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{suffix}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{date}.</a:t>
            </a:r>
            <a:endParaRPr lang="en-GB"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111;p1">
            <a:extLst>
              <a:ext uri="{FF2B5EF4-FFF2-40B4-BE49-F238E27FC236}">
                <a16:creationId xmlns:a16="http://schemas.microsoft.com/office/drawing/2014/main" id="{185A3876-2E6A-E425-8BA8-353DD9D7EB19}"/>
              </a:ext>
            </a:extLst>
          </p:cNvPr>
          <p:cNvSpPr/>
          <p:nvPr/>
        </p:nvSpPr>
        <p:spPr>
          <a:xfrm>
            <a:off x="933609" y="4820400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 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has completed all necessary trainings and been deemed suitable in all areas required for promotion.</a:t>
            </a:r>
          </a:p>
        </p:txBody>
      </p:sp>
      <p:sp>
        <p:nvSpPr>
          <p:cNvPr id="37" name="Google Shape;113;p1">
            <a:extLst>
              <a:ext uri="{FF2B5EF4-FFF2-40B4-BE49-F238E27FC236}">
                <a16:creationId xmlns:a16="http://schemas.microsoft.com/office/drawing/2014/main" id="{07FDF16B-CC93-C954-7DF8-006040E33C40}"/>
              </a:ext>
            </a:extLst>
          </p:cNvPr>
          <p:cNvSpPr/>
          <p:nvPr/>
        </p:nvSpPr>
        <p:spPr>
          <a:xfrm>
            <a:off x="2985840" y="8685000"/>
            <a:ext cx="4277880" cy="598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{signaturerRankShort} {signaturer}</a:t>
            </a:r>
            <a:br>
              <a:rPr lang="en-AU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Officer Commanding</a:t>
            </a:r>
            <a:br>
              <a:rPr lang="en-AU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Australian Special Operations Taskforce HQ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" name="Google Shape;104;p1">
            <a:extLst>
              <a:ext uri="{FF2B5EF4-FFF2-40B4-BE49-F238E27FC236}">
                <a16:creationId xmlns:a16="http://schemas.microsoft.com/office/drawing/2014/main" id="{1273E467-C892-D393-F7FE-7A768362C1BC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14400" y="8354520"/>
            <a:ext cx="1436400" cy="125244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11;p1">
            <a:extLst>
              <a:ext uri="{FF2B5EF4-FFF2-40B4-BE49-F238E27FC236}">
                <a16:creationId xmlns:a16="http://schemas.microsoft.com/office/drawing/2014/main" id="{F57DE592-DC2C-DD82-1574-FE6DFC72722D}"/>
              </a:ext>
            </a:extLst>
          </p:cNvPr>
          <p:cNvSpPr/>
          <p:nvPr/>
        </p:nvSpPr>
        <p:spPr>
          <a:xfrm>
            <a:off x="934292" y="5735481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algn="ctr"/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I,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signaturerRankFull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signaturer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},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Officer Commanding, Australian Special Operations Taskforce, hereby promote</a:t>
            </a:r>
            <a:endParaRPr lang="en-GB"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Google Shape;1400;p72">
            <a:extLst>
              <a:ext uri="{FF2B5EF4-FFF2-40B4-BE49-F238E27FC236}">
                <a16:creationId xmlns:a16="http://schemas.microsoft.com/office/drawing/2014/main" id="{4A1C46F2-686E-D3E7-717B-A37DBD7D3294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223949" y="1720468"/>
            <a:ext cx="1819800" cy="150732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114;p1">
            <a:extLst>
              <a:ext uri="{FF2B5EF4-FFF2-40B4-BE49-F238E27FC236}">
                <a16:creationId xmlns:a16="http://schemas.microsoft.com/office/drawing/2014/main" id="{DBA250C0-FCA7-3868-70C9-A32947EC056E}"/>
              </a:ext>
            </a:extLst>
          </p:cNvPr>
          <p:cNvSpPr/>
          <p:nvPr/>
        </p:nvSpPr>
        <p:spPr>
          <a:xfrm>
            <a:off x="2932650" y="8215616"/>
            <a:ext cx="4539420" cy="521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{</a:t>
            </a:r>
            <a:r>
              <a:rPr lang="en-AU" sz="2800" b="0" i="1" u="none" strike="noStrike" cap="none" dirty="0" err="1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signaturerRankShort</a:t>
            </a: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} {</a:t>
            </a:r>
            <a:r>
              <a:rPr lang="en-AU" sz="2800" b="0" i="1" u="none" strike="noStrike" cap="none" dirty="0" err="1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signaturer</a:t>
            </a: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}</a:t>
            </a:r>
            <a:endParaRPr sz="2800" b="0" i="0" u="none" strike="noStrike" cap="none" dirty="0">
              <a:solidFill>
                <a:srgbClr val="000000"/>
              </a:solidFill>
              <a:latin typeface="Brush Script MT" panose="03060802040406070304" pitchFamily="66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22705871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32565D37-3846-4FE7-3C4F-256C009414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">
            <a:extLst>
              <a:ext uri="{FF2B5EF4-FFF2-40B4-BE49-F238E27FC236}">
                <a16:creationId xmlns:a16="http://schemas.microsoft.com/office/drawing/2014/main" id="{3357F85E-B670-3043-F969-85C15954A9EE}"/>
              </a:ext>
            </a:extLst>
          </p:cNvPr>
          <p:cNvSpPr/>
          <p:nvPr/>
        </p:nvSpPr>
        <p:spPr>
          <a:xfrm rot="5400000">
            <a:off x="-1500189" y="1487486"/>
            <a:ext cx="11268076" cy="8293101"/>
          </a:xfrm>
          <a:prstGeom prst="rect">
            <a:avLst/>
          </a:prstGeom>
          <a:blipFill rotWithShape="0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0000" tIns="45000" rIns="90000" bIns="45000" anchor="t" anchorCtr="1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Google Shape;102;p1">
            <a:extLst>
              <a:ext uri="{FF2B5EF4-FFF2-40B4-BE49-F238E27FC236}">
                <a16:creationId xmlns:a16="http://schemas.microsoft.com/office/drawing/2014/main" id="{C859530F-69A4-EA92-CCDC-A74AA8975AA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10028" t="12535" r="10465" b="20264"/>
          <a:stretch/>
        </p:blipFill>
        <p:spPr>
          <a:xfrm rot="5400000">
            <a:off x="-1521845" y="1469005"/>
            <a:ext cx="11419340" cy="8401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103;p1">
            <a:extLst>
              <a:ext uri="{FF2B5EF4-FFF2-40B4-BE49-F238E27FC236}">
                <a16:creationId xmlns:a16="http://schemas.microsoft.com/office/drawing/2014/main" id="{F0B1FB7A-CC1C-6C8A-D11F-3E1EBB23B7C0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29378" y="738891"/>
            <a:ext cx="6821645" cy="9877373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105;p1">
            <a:extLst>
              <a:ext uri="{FF2B5EF4-FFF2-40B4-BE49-F238E27FC236}">
                <a16:creationId xmlns:a16="http://schemas.microsoft.com/office/drawing/2014/main" id="{27AC43D3-51A4-5C08-F86F-4CAA6CFED4CE}"/>
              </a:ext>
            </a:extLst>
          </p:cNvPr>
          <p:cNvSpPr/>
          <p:nvPr/>
        </p:nvSpPr>
        <p:spPr>
          <a:xfrm>
            <a:off x="933609" y="3422520"/>
            <a:ext cx="6419529" cy="737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4200" b="0" i="0" u="none" strike="noStrike" cap="none" dirty="0">
                <a:solidFill>
                  <a:schemeClr val="dk1"/>
                </a:solidFill>
                <a:latin typeface="Old English Text MT" panose="03040902040508030806" pitchFamily="66" charset="0"/>
                <a:sym typeface="Arial"/>
              </a:rPr>
              <a:t>Certificate Of Promotion</a:t>
            </a:r>
            <a:endParaRPr sz="4200" b="0" i="0" u="none" strike="noStrike" cap="none" dirty="0">
              <a:solidFill>
                <a:srgbClr val="000000"/>
              </a:solidFill>
              <a:latin typeface="Old English Text MT" panose="03040902040508030806" pitchFamily="66" charset="0"/>
              <a:sym typeface="Arial"/>
            </a:endParaRPr>
          </a:p>
        </p:txBody>
      </p:sp>
      <p:sp>
        <p:nvSpPr>
          <p:cNvPr id="30" name="Google Shape;106;p1">
            <a:extLst>
              <a:ext uri="{FF2B5EF4-FFF2-40B4-BE49-F238E27FC236}">
                <a16:creationId xmlns:a16="http://schemas.microsoft.com/office/drawing/2014/main" id="{4AAE87DC-E245-4DF3-BD82-0E7DBE0D3183}"/>
              </a:ext>
            </a:extLst>
          </p:cNvPr>
          <p:cNvSpPr/>
          <p:nvPr/>
        </p:nvSpPr>
        <p:spPr>
          <a:xfrm>
            <a:off x="933609" y="4124520"/>
            <a:ext cx="6419529" cy="644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36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</a:t>
            </a:r>
            <a:endParaRPr sz="3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" name="Google Shape;107;p1">
            <a:extLst>
              <a:ext uri="{FF2B5EF4-FFF2-40B4-BE49-F238E27FC236}">
                <a16:creationId xmlns:a16="http://schemas.microsoft.com/office/drawing/2014/main" id="{90062EF9-C34F-8AC6-5EA5-DE42B2682E93}"/>
              </a:ext>
            </a:extLst>
          </p:cNvPr>
          <p:cNvCxnSpPr/>
          <p:nvPr/>
        </p:nvCxnSpPr>
        <p:spPr>
          <a:xfrm flipH="1">
            <a:off x="3722400" y="8696520"/>
            <a:ext cx="2822040" cy="792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33" name="Google Shape;109;p1">
            <a:extLst>
              <a:ext uri="{FF2B5EF4-FFF2-40B4-BE49-F238E27FC236}">
                <a16:creationId xmlns:a16="http://schemas.microsoft.com/office/drawing/2014/main" id="{F2574F1C-4723-C659-C330-A3209A2DF71E}"/>
              </a:ext>
            </a:extLst>
          </p:cNvPr>
          <p:cNvSpPr/>
          <p:nvPr/>
        </p:nvSpPr>
        <p:spPr>
          <a:xfrm>
            <a:off x="933609" y="6433920"/>
            <a:ext cx="6419529" cy="583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32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110;p1">
            <a:extLst>
              <a:ext uri="{FF2B5EF4-FFF2-40B4-BE49-F238E27FC236}">
                <a16:creationId xmlns:a16="http://schemas.microsoft.com/office/drawing/2014/main" id="{E631358C-BDC7-0402-FA6D-7E9BF678F7B6}"/>
              </a:ext>
            </a:extLst>
          </p:cNvPr>
          <p:cNvSpPr/>
          <p:nvPr/>
        </p:nvSpPr>
        <p:spPr>
          <a:xfrm>
            <a:off x="933609" y="7119720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the rank of </a:t>
            </a:r>
            <a:r>
              <a:rPr lang="en-AU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Warrant Officer Class One 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 effect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dateNumber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r>
              <a:rPr lang="en-GB" sz="2000" b="0" i="1" u="none" strike="noStrike" cap="none" baseline="30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{suffix}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{date}.</a:t>
            </a:r>
            <a:endParaRPr lang="en-GB"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111;p1">
            <a:extLst>
              <a:ext uri="{FF2B5EF4-FFF2-40B4-BE49-F238E27FC236}">
                <a16:creationId xmlns:a16="http://schemas.microsoft.com/office/drawing/2014/main" id="{64003FB3-D80A-AB0D-0F9F-7F77B16138AB}"/>
              </a:ext>
            </a:extLst>
          </p:cNvPr>
          <p:cNvSpPr/>
          <p:nvPr/>
        </p:nvSpPr>
        <p:spPr>
          <a:xfrm>
            <a:off x="933609" y="4820400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 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has completed all necessary trainings and been deemed suitable in all areas required for promotion.</a:t>
            </a:r>
          </a:p>
        </p:txBody>
      </p:sp>
      <p:sp>
        <p:nvSpPr>
          <p:cNvPr id="37" name="Google Shape;113;p1">
            <a:extLst>
              <a:ext uri="{FF2B5EF4-FFF2-40B4-BE49-F238E27FC236}">
                <a16:creationId xmlns:a16="http://schemas.microsoft.com/office/drawing/2014/main" id="{2AD76076-842B-7261-937A-319A5619F11F}"/>
              </a:ext>
            </a:extLst>
          </p:cNvPr>
          <p:cNvSpPr/>
          <p:nvPr/>
        </p:nvSpPr>
        <p:spPr>
          <a:xfrm>
            <a:off x="2985840" y="8685000"/>
            <a:ext cx="4277880" cy="598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{signaturerRankShort} {signaturer}</a:t>
            </a:r>
            <a:br>
              <a:rPr lang="en-AU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Officer Commanding</a:t>
            </a:r>
            <a:br>
              <a:rPr lang="en-AU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Australian Special Operations Taskforce HQ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" name="Google Shape;104;p1">
            <a:extLst>
              <a:ext uri="{FF2B5EF4-FFF2-40B4-BE49-F238E27FC236}">
                <a16:creationId xmlns:a16="http://schemas.microsoft.com/office/drawing/2014/main" id="{8F657BDE-149D-6494-8EB2-7692FEA82922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14400" y="8354520"/>
            <a:ext cx="1436400" cy="125244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11;p1">
            <a:extLst>
              <a:ext uri="{FF2B5EF4-FFF2-40B4-BE49-F238E27FC236}">
                <a16:creationId xmlns:a16="http://schemas.microsoft.com/office/drawing/2014/main" id="{07CD190B-42F6-4417-BE22-2765C7C9E9CF}"/>
              </a:ext>
            </a:extLst>
          </p:cNvPr>
          <p:cNvSpPr/>
          <p:nvPr/>
        </p:nvSpPr>
        <p:spPr>
          <a:xfrm>
            <a:off x="934292" y="5735481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algn="ctr"/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I,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signaturerRankFull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signaturer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},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Officer Commanding, Australian Special Operations Taskforce, hereby promote</a:t>
            </a:r>
            <a:endParaRPr lang="en-GB"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" name="Google Shape;1417;p73">
            <a:extLst>
              <a:ext uri="{FF2B5EF4-FFF2-40B4-BE49-F238E27FC236}">
                <a16:creationId xmlns:a16="http://schemas.microsoft.com/office/drawing/2014/main" id="{3F6DAD06-517D-4516-7D69-92A334109AC1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173220" y="1729866"/>
            <a:ext cx="1951560" cy="150732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14;p1">
            <a:extLst>
              <a:ext uri="{FF2B5EF4-FFF2-40B4-BE49-F238E27FC236}">
                <a16:creationId xmlns:a16="http://schemas.microsoft.com/office/drawing/2014/main" id="{38C714E1-F50D-4C39-BBC6-8E1C29FB9628}"/>
              </a:ext>
            </a:extLst>
          </p:cNvPr>
          <p:cNvSpPr/>
          <p:nvPr/>
        </p:nvSpPr>
        <p:spPr>
          <a:xfrm>
            <a:off x="2932650" y="8215616"/>
            <a:ext cx="4539420" cy="521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{</a:t>
            </a:r>
            <a:r>
              <a:rPr lang="en-AU" sz="2800" b="0" i="1" u="none" strike="noStrike" cap="none" dirty="0" err="1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signaturerRankShort</a:t>
            </a: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} {</a:t>
            </a:r>
            <a:r>
              <a:rPr lang="en-AU" sz="2800" b="0" i="1" u="none" strike="noStrike" cap="none" dirty="0" err="1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signaturer</a:t>
            </a: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}</a:t>
            </a:r>
            <a:endParaRPr sz="2800" b="0" i="0" u="none" strike="noStrike" cap="none" dirty="0">
              <a:solidFill>
                <a:srgbClr val="000000"/>
              </a:solidFill>
              <a:latin typeface="Brush Script MT" panose="03060802040406070304" pitchFamily="66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26747794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C82C2D66-F675-BB63-7D4C-3342FD52E3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">
            <a:extLst>
              <a:ext uri="{FF2B5EF4-FFF2-40B4-BE49-F238E27FC236}">
                <a16:creationId xmlns:a16="http://schemas.microsoft.com/office/drawing/2014/main" id="{59A4D7D0-8AAA-0C00-9333-854624A479B3}"/>
              </a:ext>
            </a:extLst>
          </p:cNvPr>
          <p:cNvSpPr/>
          <p:nvPr/>
        </p:nvSpPr>
        <p:spPr>
          <a:xfrm rot="5400000">
            <a:off x="-1500189" y="1487486"/>
            <a:ext cx="11268076" cy="8293101"/>
          </a:xfrm>
          <a:prstGeom prst="rect">
            <a:avLst/>
          </a:prstGeom>
          <a:blipFill rotWithShape="0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0000" tIns="45000" rIns="90000" bIns="45000" anchor="t" anchorCtr="1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Google Shape;102;p1">
            <a:extLst>
              <a:ext uri="{FF2B5EF4-FFF2-40B4-BE49-F238E27FC236}">
                <a16:creationId xmlns:a16="http://schemas.microsoft.com/office/drawing/2014/main" id="{BFE8699F-4613-6F0B-D8C0-9DE6C6DF6F3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10028" t="12535" r="10465" b="20264"/>
          <a:stretch/>
        </p:blipFill>
        <p:spPr>
          <a:xfrm rot="5400000">
            <a:off x="-1521845" y="1469005"/>
            <a:ext cx="11419340" cy="8401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103;p1">
            <a:extLst>
              <a:ext uri="{FF2B5EF4-FFF2-40B4-BE49-F238E27FC236}">
                <a16:creationId xmlns:a16="http://schemas.microsoft.com/office/drawing/2014/main" id="{60E066EF-7532-86DB-D7EF-449C861412B9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29378" y="738891"/>
            <a:ext cx="6821645" cy="9877373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105;p1">
            <a:extLst>
              <a:ext uri="{FF2B5EF4-FFF2-40B4-BE49-F238E27FC236}">
                <a16:creationId xmlns:a16="http://schemas.microsoft.com/office/drawing/2014/main" id="{969B8767-DBAE-7590-F299-01C969C06C55}"/>
              </a:ext>
            </a:extLst>
          </p:cNvPr>
          <p:cNvSpPr/>
          <p:nvPr/>
        </p:nvSpPr>
        <p:spPr>
          <a:xfrm>
            <a:off x="933609" y="3422520"/>
            <a:ext cx="6419529" cy="737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4200" b="0" i="0" u="none" strike="noStrike" cap="none" dirty="0">
                <a:solidFill>
                  <a:schemeClr val="dk1"/>
                </a:solidFill>
                <a:latin typeface="Old English Text MT" panose="03040902040508030806" pitchFamily="66" charset="0"/>
                <a:sym typeface="Arial"/>
              </a:rPr>
              <a:t>Certificate Of Promotion</a:t>
            </a:r>
            <a:endParaRPr sz="4200" b="0" i="0" u="none" strike="noStrike" cap="none" dirty="0">
              <a:solidFill>
                <a:srgbClr val="000000"/>
              </a:solidFill>
              <a:latin typeface="Old English Text MT" panose="03040902040508030806" pitchFamily="66" charset="0"/>
              <a:sym typeface="Arial"/>
            </a:endParaRPr>
          </a:p>
        </p:txBody>
      </p:sp>
      <p:sp>
        <p:nvSpPr>
          <p:cNvPr id="30" name="Google Shape;106;p1">
            <a:extLst>
              <a:ext uri="{FF2B5EF4-FFF2-40B4-BE49-F238E27FC236}">
                <a16:creationId xmlns:a16="http://schemas.microsoft.com/office/drawing/2014/main" id="{DD741858-1340-3B13-27F1-B401CC97EBFE}"/>
              </a:ext>
            </a:extLst>
          </p:cNvPr>
          <p:cNvSpPr/>
          <p:nvPr/>
        </p:nvSpPr>
        <p:spPr>
          <a:xfrm>
            <a:off x="933609" y="4124520"/>
            <a:ext cx="6419529" cy="644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36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</a:t>
            </a:r>
            <a:endParaRPr sz="3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" name="Google Shape;107;p1">
            <a:extLst>
              <a:ext uri="{FF2B5EF4-FFF2-40B4-BE49-F238E27FC236}">
                <a16:creationId xmlns:a16="http://schemas.microsoft.com/office/drawing/2014/main" id="{A807B21D-0327-0181-A06B-ADBCEE7460D5}"/>
              </a:ext>
            </a:extLst>
          </p:cNvPr>
          <p:cNvCxnSpPr/>
          <p:nvPr/>
        </p:nvCxnSpPr>
        <p:spPr>
          <a:xfrm flipH="1">
            <a:off x="3722400" y="8696520"/>
            <a:ext cx="2822040" cy="792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33" name="Google Shape;109;p1">
            <a:extLst>
              <a:ext uri="{FF2B5EF4-FFF2-40B4-BE49-F238E27FC236}">
                <a16:creationId xmlns:a16="http://schemas.microsoft.com/office/drawing/2014/main" id="{A81646C6-5DD9-B450-798F-040133235759}"/>
              </a:ext>
            </a:extLst>
          </p:cNvPr>
          <p:cNvSpPr/>
          <p:nvPr/>
        </p:nvSpPr>
        <p:spPr>
          <a:xfrm>
            <a:off x="933609" y="6433920"/>
            <a:ext cx="6419529" cy="583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32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110;p1">
            <a:extLst>
              <a:ext uri="{FF2B5EF4-FFF2-40B4-BE49-F238E27FC236}">
                <a16:creationId xmlns:a16="http://schemas.microsoft.com/office/drawing/2014/main" id="{6DDF1E87-E80F-1C79-D29A-3289EFE8D49A}"/>
              </a:ext>
            </a:extLst>
          </p:cNvPr>
          <p:cNvSpPr/>
          <p:nvPr/>
        </p:nvSpPr>
        <p:spPr>
          <a:xfrm>
            <a:off x="933609" y="7119720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the rank of </a:t>
            </a:r>
            <a:r>
              <a:rPr lang="en-AU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Company Sergeant Major 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 effect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dateNumber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r>
              <a:rPr lang="en-GB" sz="2000" b="0" i="1" u="none" strike="noStrike" cap="none" baseline="30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{suffix}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{date}.</a:t>
            </a:r>
            <a:endParaRPr lang="en-GB"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111;p1">
            <a:extLst>
              <a:ext uri="{FF2B5EF4-FFF2-40B4-BE49-F238E27FC236}">
                <a16:creationId xmlns:a16="http://schemas.microsoft.com/office/drawing/2014/main" id="{94DC1C31-4D0A-3DAB-0EC3-9C4BE77C8B78}"/>
              </a:ext>
            </a:extLst>
          </p:cNvPr>
          <p:cNvSpPr/>
          <p:nvPr/>
        </p:nvSpPr>
        <p:spPr>
          <a:xfrm>
            <a:off x="933609" y="4820400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 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has completed all necessary trainings and been deemed suitable in all areas required for promotion.</a:t>
            </a:r>
          </a:p>
        </p:txBody>
      </p:sp>
      <p:sp>
        <p:nvSpPr>
          <p:cNvPr id="37" name="Google Shape;113;p1">
            <a:extLst>
              <a:ext uri="{FF2B5EF4-FFF2-40B4-BE49-F238E27FC236}">
                <a16:creationId xmlns:a16="http://schemas.microsoft.com/office/drawing/2014/main" id="{E4C809C2-4A34-657F-B64A-3D0CE7804908}"/>
              </a:ext>
            </a:extLst>
          </p:cNvPr>
          <p:cNvSpPr/>
          <p:nvPr/>
        </p:nvSpPr>
        <p:spPr>
          <a:xfrm>
            <a:off x="2985840" y="8685000"/>
            <a:ext cx="4277880" cy="598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{signaturerRankShort} {signaturer}</a:t>
            </a:r>
            <a:br>
              <a:rPr lang="en-AU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Officer Commanding</a:t>
            </a:r>
            <a:br>
              <a:rPr lang="en-AU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Australian Special Operations Taskforce HQ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" name="Google Shape;104;p1">
            <a:extLst>
              <a:ext uri="{FF2B5EF4-FFF2-40B4-BE49-F238E27FC236}">
                <a16:creationId xmlns:a16="http://schemas.microsoft.com/office/drawing/2014/main" id="{36897D5B-0D88-27A4-6496-FD3C5BA0EFBF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14400" y="8354520"/>
            <a:ext cx="1436400" cy="125244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11;p1">
            <a:extLst>
              <a:ext uri="{FF2B5EF4-FFF2-40B4-BE49-F238E27FC236}">
                <a16:creationId xmlns:a16="http://schemas.microsoft.com/office/drawing/2014/main" id="{7C6418E2-B52A-C0C6-8C95-208132789EA1}"/>
              </a:ext>
            </a:extLst>
          </p:cNvPr>
          <p:cNvSpPr/>
          <p:nvPr/>
        </p:nvSpPr>
        <p:spPr>
          <a:xfrm>
            <a:off x="934292" y="5735481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algn="ctr"/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I,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signaturerRankFull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signaturer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},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Officer Commanding, Australian Special Operations Taskforce, hereby promote</a:t>
            </a:r>
            <a:endParaRPr lang="en-GB"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Google Shape;1436;p74">
            <a:extLst>
              <a:ext uri="{FF2B5EF4-FFF2-40B4-BE49-F238E27FC236}">
                <a16:creationId xmlns:a16="http://schemas.microsoft.com/office/drawing/2014/main" id="{13477D31-5F01-0DF5-7B23-E41DF0EC86CC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 l="32112" t="30083" r="31076" b="39890"/>
          <a:stretch/>
        </p:blipFill>
        <p:spPr>
          <a:xfrm>
            <a:off x="3215934" y="1724762"/>
            <a:ext cx="1835829" cy="150732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14;p1">
            <a:extLst>
              <a:ext uri="{FF2B5EF4-FFF2-40B4-BE49-F238E27FC236}">
                <a16:creationId xmlns:a16="http://schemas.microsoft.com/office/drawing/2014/main" id="{DC0EDA6C-3CF6-7026-AA66-353F0BCD501B}"/>
              </a:ext>
            </a:extLst>
          </p:cNvPr>
          <p:cNvSpPr/>
          <p:nvPr/>
        </p:nvSpPr>
        <p:spPr>
          <a:xfrm>
            <a:off x="2932650" y="8215616"/>
            <a:ext cx="4539420" cy="521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{</a:t>
            </a:r>
            <a:r>
              <a:rPr lang="en-AU" sz="2800" b="0" i="1" u="none" strike="noStrike" cap="none" dirty="0" err="1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signaturerRankShort</a:t>
            </a: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} {</a:t>
            </a:r>
            <a:r>
              <a:rPr lang="en-AU" sz="2800" b="0" i="1" u="none" strike="noStrike" cap="none" dirty="0" err="1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signaturer</a:t>
            </a: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}</a:t>
            </a:r>
            <a:endParaRPr sz="2800" b="0" i="0" u="none" strike="noStrike" cap="none" dirty="0">
              <a:solidFill>
                <a:srgbClr val="000000"/>
              </a:solidFill>
              <a:latin typeface="Brush Script MT" panose="03060802040406070304" pitchFamily="66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14398972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3F2A817A-9446-15CC-7E1E-B0CD0226D3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">
            <a:extLst>
              <a:ext uri="{FF2B5EF4-FFF2-40B4-BE49-F238E27FC236}">
                <a16:creationId xmlns:a16="http://schemas.microsoft.com/office/drawing/2014/main" id="{260C3AF4-DDCC-5218-90BB-201C2D9B0DA4}"/>
              </a:ext>
            </a:extLst>
          </p:cNvPr>
          <p:cNvSpPr/>
          <p:nvPr/>
        </p:nvSpPr>
        <p:spPr>
          <a:xfrm rot="5400000">
            <a:off x="-1500189" y="1487486"/>
            <a:ext cx="11268076" cy="8293101"/>
          </a:xfrm>
          <a:prstGeom prst="rect">
            <a:avLst/>
          </a:prstGeom>
          <a:blipFill rotWithShape="0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0000" tIns="45000" rIns="90000" bIns="45000" anchor="t" anchorCtr="1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Google Shape;102;p1">
            <a:extLst>
              <a:ext uri="{FF2B5EF4-FFF2-40B4-BE49-F238E27FC236}">
                <a16:creationId xmlns:a16="http://schemas.microsoft.com/office/drawing/2014/main" id="{E78E4B35-986A-A2B1-07A9-30430841F797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10028" t="12535" r="10465" b="20264"/>
          <a:stretch/>
        </p:blipFill>
        <p:spPr>
          <a:xfrm rot="5400000">
            <a:off x="-1521845" y="1469005"/>
            <a:ext cx="11419340" cy="8401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103;p1">
            <a:extLst>
              <a:ext uri="{FF2B5EF4-FFF2-40B4-BE49-F238E27FC236}">
                <a16:creationId xmlns:a16="http://schemas.microsoft.com/office/drawing/2014/main" id="{A6131BFA-1EFE-721E-5CE0-188AEB2351E2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29378" y="738891"/>
            <a:ext cx="6821645" cy="9877373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105;p1">
            <a:extLst>
              <a:ext uri="{FF2B5EF4-FFF2-40B4-BE49-F238E27FC236}">
                <a16:creationId xmlns:a16="http://schemas.microsoft.com/office/drawing/2014/main" id="{0A1D3DE5-EC5D-FEB9-9A48-D501FA36475A}"/>
              </a:ext>
            </a:extLst>
          </p:cNvPr>
          <p:cNvSpPr/>
          <p:nvPr/>
        </p:nvSpPr>
        <p:spPr>
          <a:xfrm>
            <a:off x="933609" y="3422520"/>
            <a:ext cx="6419529" cy="737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4200" b="0" i="0" u="none" strike="noStrike" cap="none" dirty="0">
                <a:solidFill>
                  <a:schemeClr val="dk1"/>
                </a:solidFill>
                <a:latin typeface="Old English Text MT" panose="03040902040508030806" pitchFamily="66" charset="0"/>
                <a:sym typeface="Arial"/>
              </a:rPr>
              <a:t>Certificate Of Promotion</a:t>
            </a:r>
            <a:endParaRPr sz="4200" b="0" i="0" u="none" strike="noStrike" cap="none" dirty="0">
              <a:solidFill>
                <a:srgbClr val="000000"/>
              </a:solidFill>
              <a:latin typeface="Old English Text MT" panose="03040902040508030806" pitchFamily="66" charset="0"/>
              <a:sym typeface="Arial"/>
            </a:endParaRPr>
          </a:p>
        </p:txBody>
      </p:sp>
      <p:sp>
        <p:nvSpPr>
          <p:cNvPr id="30" name="Google Shape;106;p1">
            <a:extLst>
              <a:ext uri="{FF2B5EF4-FFF2-40B4-BE49-F238E27FC236}">
                <a16:creationId xmlns:a16="http://schemas.microsoft.com/office/drawing/2014/main" id="{FE026B24-A63A-C52F-0B23-4ECC0BC04B64}"/>
              </a:ext>
            </a:extLst>
          </p:cNvPr>
          <p:cNvSpPr/>
          <p:nvPr/>
        </p:nvSpPr>
        <p:spPr>
          <a:xfrm>
            <a:off x="933609" y="4124520"/>
            <a:ext cx="6419529" cy="644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36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</a:t>
            </a:r>
            <a:endParaRPr sz="3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" name="Google Shape;107;p1">
            <a:extLst>
              <a:ext uri="{FF2B5EF4-FFF2-40B4-BE49-F238E27FC236}">
                <a16:creationId xmlns:a16="http://schemas.microsoft.com/office/drawing/2014/main" id="{A9CB7822-6375-EB31-CAD8-E3B908E2DB4F}"/>
              </a:ext>
            </a:extLst>
          </p:cNvPr>
          <p:cNvCxnSpPr/>
          <p:nvPr/>
        </p:nvCxnSpPr>
        <p:spPr>
          <a:xfrm flipH="1">
            <a:off x="3722400" y="8696520"/>
            <a:ext cx="2822040" cy="792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33" name="Google Shape;109;p1">
            <a:extLst>
              <a:ext uri="{FF2B5EF4-FFF2-40B4-BE49-F238E27FC236}">
                <a16:creationId xmlns:a16="http://schemas.microsoft.com/office/drawing/2014/main" id="{69408D4F-8E78-2E68-EE58-B3CBD54A577A}"/>
              </a:ext>
            </a:extLst>
          </p:cNvPr>
          <p:cNvSpPr/>
          <p:nvPr/>
        </p:nvSpPr>
        <p:spPr>
          <a:xfrm>
            <a:off x="933609" y="6433920"/>
            <a:ext cx="6419529" cy="583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32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110;p1">
            <a:extLst>
              <a:ext uri="{FF2B5EF4-FFF2-40B4-BE49-F238E27FC236}">
                <a16:creationId xmlns:a16="http://schemas.microsoft.com/office/drawing/2014/main" id="{2FF53900-1246-36F2-DB90-B22ADE1662BD}"/>
              </a:ext>
            </a:extLst>
          </p:cNvPr>
          <p:cNvSpPr/>
          <p:nvPr/>
        </p:nvSpPr>
        <p:spPr>
          <a:xfrm>
            <a:off x="933609" y="7119720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the rank of </a:t>
            </a:r>
            <a:r>
              <a:rPr lang="en-AU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Regimental Sergeant Major 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 effect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dateNumber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r>
              <a:rPr lang="en-GB" sz="2000" b="0" i="1" u="none" strike="noStrike" cap="none" baseline="30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{suffix}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{date}.</a:t>
            </a:r>
            <a:endParaRPr lang="en-GB"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111;p1">
            <a:extLst>
              <a:ext uri="{FF2B5EF4-FFF2-40B4-BE49-F238E27FC236}">
                <a16:creationId xmlns:a16="http://schemas.microsoft.com/office/drawing/2014/main" id="{42855B84-ECDE-6EC7-74CA-A9C126A983E6}"/>
              </a:ext>
            </a:extLst>
          </p:cNvPr>
          <p:cNvSpPr/>
          <p:nvPr/>
        </p:nvSpPr>
        <p:spPr>
          <a:xfrm>
            <a:off x="933609" y="4820400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 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has completed all necessary trainings and been deemed suitable in all areas required for promotion.</a:t>
            </a:r>
          </a:p>
        </p:txBody>
      </p:sp>
      <p:sp>
        <p:nvSpPr>
          <p:cNvPr id="37" name="Google Shape;113;p1">
            <a:extLst>
              <a:ext uri="{FF2B5EF4-FFF2-40B4-BE49-F238E27FC236}">
                <a16:creationId xmlns:a16="http://schemas.microsoft.com/office/drawing/2014/main" id="{D954740A-29BC-2F86-7529-B273325051BD}"/>
              </a:ext>
            </a:extLst>
          </p:cNvPr>
          <p:cNvSpPr/>
          <p:nvPr/>
        </p:nvSpPr>
        <p:spPr>
          <a:xfrm>
            <a:off x="2985840" y="8685000"/>
            <a:ext cx="4277880" cy="598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{signaturerRankShort} {signaturer}</a:t>
            </a:r>
            <a:br>
              <a:rPr lang="en-AU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Officer Commanding</a:t>
            </a:r>
            <a:br>
              <a:rPr lang="en-AU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Australian Special Operations Taskforce HQ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" name="Google Shape;104;p1">
            <a:extLst>
              <a:ext uri="{FF2B5EF4-FFF2-40B4-BE49-F238E27FC236}">
                <a16:creationId xmlns:a16="http://schemas.microsoft.com/office/drawing/2014/main" id="{974FDBE0-F170-0CBA-0656-078295F02C15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14400" y="8354520"/>
            <a:ext cx="1436400" cy="125244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11;p1">
            <a:extLst>
              <a:ext uri="{FF2B5EF4-FFF2-40B4-BE49-F238E27FC236}">
                <a16:creationId xmlns:a16="http://schemas.microsoft.com/office/drawing/2014/main" id="{4F2FC6C0-A285-5593-B5C6-F11AFD08A3FD}"/>
              </a:ext>
            </a:extLst>
          </p:cNvPr>
          <p:cNvSpPr/>
          <p:nvPr/>
        </p:nvSpPr>
        <p:spPr>
          <a:xfrm>
            <a:off x="934292" y="5735481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algn="ctr"/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I,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signaturerRankFull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signaturer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},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Officer Commanding, Australian Special Operations Taskforce, hereby promote</a:t>
            </a:r>
            <a:endParaRPr lang="en-GB"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" name="Google Shape;1451;p75">
            <a:extLst>
              <a:ext uri="{FF2B5EF4-FFF2-40B4-BE49-F238E27FC236}">
                <a16:creationId xmlns:a16="http://schemas.microsoft.com/office/drawing/2014/main" id="{D095F6A2-A504-71AD-A756-863C9D5F1869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233793" y="1724762"/>
            <a:ext cx="1800109" cy="150732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14;p1">
            <a:extLst>
              <a:ext uri="{FF2B5EF4-FFF2-40B4-BE49-F238E27FC236}">
                <a16:creationId xmlns:a16="http://schemas.microsoft.com/office/drawing/2014/main" id="{CDD8D74E-1045-E799-9B28-5D96B9B55E74}"/>
              </a:ext>
            </a:extLst>
          </p:cNvPr>
          <p:cNvSpPr/>
          <p:nvPr/>
        </p:nvSpPr>
        <p:spPr>
          <a:xfrm>
            <a:off x="2932650" y="8215616"/>
            <a:ext cx="4539420" cy="521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{</a:t>
            </a:r>
            <a:r>
              <a:rPr lang="en-AU" sz="2800" b="0" i="1" u="none" strike="noStrike" cap="none" dirty="0" err="1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signaturerRankShort</a:t>
            </a: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} {</a:t>
            </a:r>
            <a:r>
              <a:rPr lang="en-AU" sz="2800" b="0" i="1" u="none" strike="noStrike" cap="none" dirty="0" err="1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signaturer</a:t>
            </a: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}</a:t>
            </a:r>
            <a:endParaRPr sz="2800" b="0" i="0" u="none" strike="noStrike" cap="none" dirty="0">
              <a:solidFill>
                <a:srgbClr val="000000"/>
              </a:solidFill>
              <a:latin typeface="Brush Script MT" panose="03060802040406070304" pitchFamily="66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67416580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ED028C9C-DEDB-380F-DB65-038CCDBE53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">
            <a:extLst>
              <a:ext uri="{FF2B5EF4-FFF2-40B4-BE49-F238E27FC236}">
                <a16:creationId xmlns:a16="http://schemas.microsoft.com/office/drawing/2014/main" id="{7ADA1BEF-B684-49CB-31E8-EA4DF3F9C23A}"/>
              </a:ext>
            </a:extLst>
          </p:cNvPr>
          <p:cNvSpPr/>
          <p:nvPr/>
        </p:nvSpPr>
        <p:spPr>
          <a:xfrm rot="5400000">
            <a:off x="-1500189" y="1487486"/>
            <a:ext cx="11268076" cy="8293101"/>
          </a:xfrm>
          <a:prstGeom prst="rect">
            <a:avLst/>
          </a:prstGeom>
          <a:blipFill rotWithShape="0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0000" tIns="45000" rIns="90000" bIns="45000" anchor="t" anchorCtr="1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Google Shape;102;p1">
            <a:extLst>
              <a:ext uri="{FF2B5EF4-FFF2-40B4-BE49-F238E27FC236}">
                <a16:creationId xmlns:a16="http://schemas.microsoft.com/office/drawing/2014/main" id="{EDBDC629-D6FE-E0B7-655D-1F4104D316E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10028" t="12535" r="10465" b="20264"/>
          <a:stretch/>
        </p:blipFill>
        <p:spPr>
          <a:xfrm rot="5400000">
            <a:off x="-1521845" y="1469005"/>
            <a:ext cx="11419340" cy="8401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103;p1">
            <a:extLst>
              <a:ext uri="{FF2B5EF4-FFF2-40B4-BE49-F238E27FC236}">
                <a16:creationId xmlns:a16="http://schemas.microsoft.com/office/drawing/2014/main" id="{D1FC41E7-9CC0-2218-1D98-3E1C804CF060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29378" y="738891"/>
            <a:ext cx="6821645" cy="9877373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105;p1">
            <a:extLst>
              <a:ext uri="{FF2B5EF4-FFF2-40B4-BE49-F238E27FC236}">
                <a16:creationId xmlns:a16="http://schemas.microsoft.com/office/drawing/2014/main" id="{2BA3CCA8-57ED-3CFB-3F34-7D0B857C8D33}"/>
              </a:ext>
            </a:extLst>
          </p:cNvPr>
          <p:cNvSpPr/>
          <p:nvPr/>
        </p:nvSpPr>
        <p:spPr>
          <a:xfrm>
            <a:off x="933609" y="3422520"/>
            <a:ext cx="6419529" cy="737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4200" b="0" i="0" u="none" strike="noStrike" cap="none" dirty="0">
                <a:solidFill>
                  <a:schemeClr val="dk1"/>
                </a:solidFill>
                <a:latin typeface="Old English Text MT" panose="03040902040508030806" pitchFamily="66" charset="0"/>
                <a:sym typeface="Arial"/>
              </a:rPr>
              <a:t>Certificate Of Promotion</a:t>
            </a:r>
            <a:endParaRPr sz="4200" b="0" i="0" u="none" strike="noStrike" cap="none" dirty="0">
              <a:solidFill>
                <a:srgbClr val="000000"/>
              </a:solidFill>
              <a:latin typeface="Old English Text MT" panose="03040902040508030806" pitchFamily="66" charset="0"/>
              <a:sym typeface="Arial"/>
            </a:endParaRPr>
          </a:p>
        </p:txBody>
      </p:sp>
      <p:sp>
        <p:nvSpPr>
          <p:cNvPr id="30" name="Google Shape;106;p1">
            <a:extLst>
              <a:ext uri="{FF2B5EF4-FFF2-40B4-BE49-F238E27FC236}">
                <a16:creationId xmlns:a16="http://schemas.microsoft.com/office/drawing/2014/main" id="{55C28534-8341-3EA4-5E1D-3EB74A7BD1F3}"/>
              </a:ext>
            </a:extLst>
          </p:cNvPr>
          <p:cNvSpPr/>
          <p:nvPr/>
        </p:nvSpPr>
        <p:spPr>
          <a:xfrm>
            <a:off x="933609" y="4124520"/>
            <a:ext cx="6419529" cy="644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36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</a:t>
            </a:r>
            <a:endParaRPr sz="3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" name="Google Shape;107;p1">
            <a:extLst>
              <a:ext uri="{FF2B5EF4-FFF2-40B4-BE49-F238E27FC236}">
                <a16:creationId xmlns:a16="http://schemas.microsoft.com/office/drawing/2014/main" id="{A1F3CBDF-FED3-80D0-53B6-B63A77A97031}"/>
              </a:ext>
            </a:extLst>
          </p:cNvPr>
          <p:cNvCxnSpPr/>
          <p:nvPr/>
        </p:nvCxnSpPr>
        <p:spPr>
          <a:xfrm flipH="1">
            <a:off x="3722400" y="8696520"/>
            <a:ext cx="2822040" cy="792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33" name="Google Shape;109;p1">
            <a:extLst>
              <a:ext uri="{FF2B5EF4-FFF2-40B4-BE49-F238E27FC236}">
                <a16:creationId xmlns:a16="http://schemas.microsoft.com/office/drawing/2014/main" id="{6336E1CA-DA6E-7208-A614-5503A14EC447}"/>
              </a:ext>
            </a:extLst>
          </p:cNvPr>
          <p:cNvSpPr/>
          <p:nvPr/>
        </p:nvSpPr>
        <p:spPr>
          <a:xfrm>
            <a:off x="933609" y="6433920"/>
            <a:ext cx="6419529" cy="583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32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110;p1">
            <a:extLst>
              <a:ext uri="{FF2B5EF4-FFF2-40B4-BE49-F238E27FC236}">
                <a16:creationId xmlns:a16="http://schemas.microsoft.com/office/drawing/2014/main" id="{43D1DEA1-E5C9-9A63-AAD2-93F6D39C4065}"/>
              </a:ext>
            </a:extLst>
          </p:cNvPr>
          <p:cNvSpPr/>
          <p:nvPr/>
        </p:nvSpPr>
        <p:spPr>
          <a:xfrm>
            <a:off x="933609" y="7119720"/>
            <a:ext cx="6419529" cy="10142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the rank of </a:t>
            </a:r>
            <a:r>
              <a:rPr lang="en-AU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Regimental Sergeant Major of Australian Special Operations Taskforce 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 effect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dateNumber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r>
              <a:rPr lang="en-GB" sz="2000" b="0" i="1" u="none" strike="noStrike" cap="none" baseline="30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{suffix}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{date}.</a:t>
            </a:r>
            <a:endParaRPr lang="en-GB"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111;p1">
            <a:extLst>
              <a:ext uri="{FF2B5EF4-FFF2-40B4-BE49-F238E27FC236}">
                <a16:creationId xmlns:a16="http://schemas.microsoft.com/office/drawing/2014/main" id="{48D9081F-DE12-6C27-4E6D-235120519F24}"/>
              </a:ext>
            </a:extLst>
          </p:cNvPr>
          <p:cNvSpPr/>
          <p:nvPr/>
        </p:nvSpPr>
        <p:spPr>
          <a:xfrm>
            <a:off x="933609" y="4820400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 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has completed all necessary trainings and been deemed suitable in all areas required for promotion.</a:t>
            </a:r>
          </a:p>
        </p:txBody>
      </p:sp>
      <p:sp>
        <p:nvSpPr>
          <p:cNvPr id="37" name="Google Shape;113;p1">
            <a:extLst>
              <a:ext uri="{FF2B5EF4-FFF2-40B4-BE49-F238E27FC236}">
                <a16:creationId xmlns:a16="http://schemas.microsoft.com/office/drawing/2014/main" id="{6EF37E93-169A-EAE2-2934-73FC136E2598}"/>
              </a:ext>
            </a:extLst>
          </p:cNvPr>
          <p:cNvSpPr/>
          <p:nvPr/>
        </p:nvSpPr>
        <p:spPr>
          <a:xfrm>
            <a:off x="2985840" y="8685000"/>
            <a:ext cx="4277880" cy="598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{signaturerRankShort} {signaturer}</a:t>
            </a:r>
            <a:br>
              <a:rPr lang="en-AU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Officer Commanding</a:t>
            </a:r>
            <a:br>
              <a:rPr lang="en-AU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Australian Special Operations Taskforce HQ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" name="Google Shape;104;p1">
            <a:extLst>
              <a:ext uri="{FF2B5EF4-FFF2-40B4-BE49-F238E27FC236}">
                <a16:creationId xmlns:a16="http://schemas.microsoft.com/office/drawing/2014/main" id="{F3FE5190-7D06-7EDE-0F42-20E1164B1077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14400" y="8354520"/>
            <a:ext cx="1436400" cy="125244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11;p1">
            <a:extLst>
              <a:ext uri="{FF2B5EF4-FFF2-40B4-BE49-F238E27FC236}">
                <a16:creationId xmlns:a16="http://schemas.microsoft.com/office/drawing/2014/main" id="{4C979055-7A91-D9AF-2EC5-E8F655FFE0DC}"/>
              </a:ext>
            </a:extLst>
          </p:cNvPr>
          <p:cNvSpPr/>
          <p:nvPr/>
        </p:nvSpPr>
        <p:spPr>
          <a:xfrm>
            <a:off x="934292" y="5735481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algn="ctr"/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I,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signaturerRankFull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signaturer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},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Officer Commanding, Australian Special Operations Taskforce, hereby promote</a:t>
            </a:r>
            <a:endParaRPr lang="en-GB"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Google Shape;1472;p76">
            <a:extLst>
              <a:ext uri="{FF2B5EF4-FFF2-40B4-BE49-F238E27FC236}">
                <a16:creationId xmlns:a16="http://schemas.microsoft.com/office/drawing/2014/main" id="{2B7E6355-6B14-14F2-CA3A-FB03248C436C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 l="-1" r="4192"/>
          <a:stretch/>
        </p:blipFill>
        <p:spPr>
          <a:xfrm>
            <a:off x="3041189" y="1407472"/>
            <a:ext cx="2198022" cy="2016874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114;p1">
            <a:extLst>
              <a:ext uri="{FF2B5EF4-FFF2-40B4-BE49-F238E27FC236}">
                <a16:creationId xmlns:a16="http://schemas.microsoft.com/office/drawing/2014/main" id="{C5BA203C-48DC-9AD6-61B7-EEE6D23620AE}"/>
              </a:ext>
            </a:extLst>
          </p:cNvPr>
          <p:cNvSpPr/>
          <p:nvPr/>
        </p:nvSpPr>
        <p:spPr>
          <a:xfrm>
            <a:off x="2932650" y="8215616"/>
            <a:ext cx="4539420" cy="521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{</a:t>
            </a:r>
            <a:r>
              <a:rPr lang="en-AU" sz="2800" b="0" i="1" u="none" strike="noStrike" cap="none" dirty="0" err="1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signaturerRankShort</a:t>
            </a: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} {</a:t>
            </a:r>
            <a:r>
              <a:rPr lang="en-AU" sz="2800" b="0" i="1" u="none" strike="noStrike" cap="none" dirty="0" err="1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signaturer</a:t>
            </a: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}</a:t>
            </a:r>
            <a:endParaRPr sz="2800" b="0" i="0" u="none" strike="noStrike" cap="none" dirty="0">
              <a:solidFill>
                <a:srgbClr val="000000"/>
              </a:solidFill>
              <a:latin typeface="Brush Script MT" panose="03060802040406070304" pitchFamily="66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66034061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BAB783C1-76A3-9A5B-3B3F-7A26E2337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">
            <a:extLst>
              <a:ext uri="{FF2B5EF4-FFF2-40B4-BE49-F238E27FC236}">
                <a16:creationId xmlns:a16="http://schemas.microsoft.com/office/drawing/2014/main" id="{333E602E-638B-3CE0-54F2-FFEDC21A1D30}"/>
              </a:ext>
            </a:extLst>
          </p:cNvPr>
          <p:cNvSpPr/>
          <p:nvPr/>
        </p:nvSpPr>
        <p:spPr>
          <a:xfrm rot="5400000">
            <a:off x="-1500189" y="1487486"/>
            <a:ext cx="11268076" cy="8293101"/>
          </a:xfrm>
          <a:prstGeom prst="rect">
            <a:avLst/>
          </a:prstGeom>
          <a:blipFill rotWithShape="0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0000" tIns="45000" rIns="90000" bIns="45000" anchor="t" anchorCtr="1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Google Shape;102;p1">
            <a:extLst>
              <a:ext uri="{FF2B5EF4-FFF2-40B4-BE49-F238E27FC236}">
                <a16:creationId xmlns:a16="http://schemas.microsoft.com/office/drawing/2014/main" id="{5BB93D3B-FE43-3872-6406-1733DC46D77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10028" t="12535" r="10465" b="20264"/>
          <a:stretch/>
        </p:blipFill>
        <p:spPr>
          <a:xfrm rot="5400000">
            <a:off x="-1521845" y="1469005"/>
            <a:ext cx="11419340" cy="8401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103;p1">
            <a:extLst>
              <a:ext uri="{FF2B5EF4-FFF2-40B4-BE49-F238E27FC236}">
                <a16:creationId xmlns:a16="http://schemas.microsoft.com/office/drawing/2014/main" id="{EA21547A-A2B8-5AF1-00EC-0B61652A5784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29378" y="738891"/>
            <a:ext cx="6821645" cy="9877373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105;p1">
            <a:extLst>
              <a:ext uri="{FF2B5EF4-FFF2-40B4-BE49-F238E27FC236}">
                <a16:creationId xmlns:a16="http://schemas.microsoft.com/office/drawing/2014/main" id="{BBD31B0A-A318-4CB1-4F2E-2D8161225C38}"/>
              </a:ext>
            </a:extLst>
          </p:cNvPr>
          <p:cNvSpPr/>
          <p:nvPr/>
        </p:nvSpPr>
        <p:spPr>
          <a:xfrm>
            <a:off x="933609" y="3422520"/>
            <a:ext cx="6419529" cy="737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4200" b="0" i="0" u="none" strike="noStrike" cap="none" dirty="0">
                <a:solidFill>
                  <a:schemeClr val="dk1"/>
                </a:solidFill>
                <a:latin typeface="Old English Text MT" panose="03040902040508030806" pitchFamily="66" charset="0"/>
                <a:sym typeface="Arial"/>
              </a:rPr>
              <a:t>Certificate Of Promotion</a:t>
            </a:r>
            <a:endParaRPr sz="4200" b="0" i="0" u="none" strike="noStrike" cap="none" dirty="0">
              <a:solidFill>
                <a:srgbClr val="000000"/>
              </a:solidFill>
              <a:latin typeface="Old English Text MT" panose="03040902040508030806" pitchFamily="66" charset="0"/>
              <a:sym typeface="Arial"/>
            </a:endParaRPr>
          </a:p>
        </p:txBody>
      </p:sp>
      <p:sp>
        <p:nvSpPr>
          <p:cNvPr id="30" name="Google Shape;106;p1">
            <a:extLst>
              <a:ext uri="{FF2B5EF4-FFF2-40B4-BE49-F238E27FC236}">
                <a16:creationId xmlns:a16="http://schemas.microsoft.com/office/drawing/2014/main" id="{2F869D31-DBF1-8146-4222-3C8E86C0AB3E}"/>
              </a:ext>
            </a:extLst>
          </p:cNvPr>
          <p:cNvSpPr/>
          <p:nvPr/>
        </p:nvSpPr>
        <p:spPr>
          <a:xfrm>
            <a:off x="933609" y="4124520"/>
            <a:ext cx="6419529" cy="644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36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</a:t>
            </a:r>
            <a:endParaRPr sz="3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" name="Google Shape;107;p1">
            <a:extLst>
              <a:ext uri="{FF2B5EF4-FFF2-40B4-BE49-F238E27FC236}">
                <a16:creationId xmlns:a16="http://schemas.microsoft.com/office/drawing/2014/main" id="{60893090-A2D5-38C4-E99D-DE5427853D75}"/>
              </a:ext>
            </a:extLst>
          </p:cNvPr>
          <p:cNvCxnSpPr/>
          <p:nvPr/>
        </p:nvCxnSpPr>
        <p:spPr>
          <a:xfrm flipH="1">
            <a:off x="3722400" y="8696520"/>
            <a:ext cx="2822040" cy="792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33" name="Google Shape;109;p1">
            <a:extLst>
              <a:ext uri="{FF2B5EF4-FFF2-40B4-BE49-F238E27FC236}">
                <a16:creationId xmlns:a16="http://schemas.microsoft.com/office/drawing/2014/main" id="{00EB36C1-CD1F-693B-A604-D8BDFCD514A9}"/>
              </a:ext>
            </a:extLst>
          </p:cNvPr>
          <p:cNvSpPr/>
          <p:nvPr/>
        </p:nvSpPr>
        <p:spPr>
          <a:xfrm>
            <a:off x="933609" y="6433920"/>
            <a:ext cx="6419529" cy="583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32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110;p1">
            <a:extLst>
              <a:ext uri="{FF2B5EF4-FFF2-40B4-BE49-F238E27FC236}">
                <a16:creationId xmlns:a16="http://schemas.microsoft.com/office/drawing/2014/main" id="{7299E72A-E2FD-C12D-DFAD-3A6579A4C775}"/>
              </a:ext>
            </a:extLst>
          </p:cNvPr>
          <p:cNvSpPr/>
          <p:nvPr/>
        </p:nvSpPr>
        <p:spPr>
          <a:xfrm>
            <a:off x="933609" y="7119720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the rank of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Staff </a:t>
            </a:r>
            <a:r>
              <a:rPr lang="en-AU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Captain 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 effect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dateNumber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r>
              <a:rPr lang="en-GB" sz="2000" b="0" i="1" u="none" strike="noStrike" cap="none" baseline="30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{suffix}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{date}.</a:t>
            </a:r>
            <a:endParaRPr lang="en-GB"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111;p1">
            <a:extLst>
              <a:ext uri="{FF2B5EF4-FFF2-40B4-BE49-F238E27FC236}">
                <a16:creationId xmlns:a16="http://schemas.microsoft.com/office/drawing/2014/main" id="{4A6AA26A-D471-F8B4-5166-60F31A3EDBB2}"/>
              </a:ext>
            </a:extLst>
          </p:cNvPr>
          <p:cNvSpPr/>
          <p:nvPr/>
        </p:nvSpPr>
        <p:spPr>
          <a:xfrm>
            <a:off x="933609" y="4820400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 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has completed all necessary trainings and been deemed suitable in all areas required for promotion.</a:t>
            </a:r>
          </a:p>
        </p:txBody>
      </p:sp>
      <p:sp>
        <p:nvSpPr>
          <p:cNvPr id="37" name="Google Shape;113;p1">
            <a:extLst>
              <a:ext uri="{FF2B5EF4-FFF2-40B4-BE49-F238E27FC236}">
                <a16:creationId xmlns:a16="http://schemas.microsoft.com/office/drawing/2014/main" id="{E8440B4B-3956-340A-FE86-5C8075E9421B}"/>
              </a:ext>
            </a:extLst>
          </p:cNvPr>
          <p:cNvSpPr/>
          <p:nvPr/>
        </p:nvSpPr>
        <p:spPr>
          <a:xfrm>
            <a:off x="2985840" y="8685000"/>
            <a:ext cx="4277880" cy="598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{signaturerRankShort} {signaturer}</a:t>
            </a:r>
            <a:br>
              <a:rPr lang="en-AU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Officer Commanding</a:t>
            </a:r>
            <a:br>
              <a:rPr lang="en-AU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Australian Special Operations Taskforce HQ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" name="Google Shape;104;p1">
            <a:extLst>
              <a:ext uri="{FF2B5EF4-FFF2-40B4-BE49-F238E27FC236}">
                <a16:creationId xmlns:a16="http://schemas.microsoft.com/office/drawing/2014/main" id="{F4DC20AA-24CE-C41C-63E4-D051F1928CF9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14400" y="8354520"/>
            <a:ext cx="1436400" cy="125244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11;p1">
            <a:extLst>
              <a:ext uri="{FF2B5EF4-FFF2-40B4-BE49-F238E27FC236}">
                <a16:creationId xmlns:a16="http://schemas.microsoft.com/office/drawing/2014/main" id="{92B043AF-1068-085A-4509-1ED30A3DADB2}"/>
              </a:ext>
            </a:extLst>
          </p:cNvPr>
          <p:cNvSpPr/>
          <p:nvPr/>
        </p:nvSpPr>
        <p:spPr>
          <a:xfrm>
            <a:off x="934292" y="5735481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algn="ctr"/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I,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signaturerRankFull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signaturer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},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Officer Commanding, Australian Special Operations Taskforce, hereby promote</a:t>
            </a:r>
            <a:endParaRPr lang="en-GB"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" name="Google Shape;1490;p77">
            <a:extLst>
              <a:ext uri="{FF2B5EF4-FFF2-40B4-BE49-F238E27FC236}">
                <a16:creationId xmlns:a16="http://schemas.microsoft.com/office/drawing/2014/main" id="{60DBC3C0-91DE-3171-824E-848910392D3F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 l="26175" t="5484" r="2587" b="33214"/>
          <a:stretch/>
        </p:blipFill>
        <p:spPr>
          <a:xfrm rot="3880673">
            <a:off x="3396356" y="1380278"/>
            <a:ext cx="1469686" cy="2107823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1491;p77">
            <a:extLst>
              <a:ext uri="{FF2B5EF4-FFF2-40B4-BE49-F238E27FC236}">
                <a16:creationId xmlns:a16="http://schemas.microsoft.com/office/drawing/2014/main" id="{6A99143C-9032-0D44-F8A3-65176454F158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879930" y="2157988"/>
            <a:ext cx="523080" cy="5446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1492;p77">
            <a:extLst>
              <a:ext uri="{FF2B5EF4-FFF2-40B4-BE49-F238E27FC236}">
                <a16:creationId xmlns:a16="http://schemas.microsoft.com/office/drawing/2014/main" id="{B1EDD172-8853-264D-ABBA-35F07E02CC9A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879930" y="1592788"/>
            <a:ext cx="523080" cy="5446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1493;p77">
            <a:extLst>
              <a:ext uri="{FF2B5EF4-FFF2-40B4-BE49-F238E27FC236}">
                <a16:creationId xmlns:a16="http://schemas.microsoft.com/office/drawing/2014/main" id="{AECBA6B9-C6E6-9424-564E-28D89736EC62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879930" y="2719588"/>
            <a:ext cx="523080" cy="54468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14;p1">
            <a:extLst>
              <a:ext uri="{FF2B5EF4-FFF2-40B4-BE49-F238E27FC236}">
                <a16:creationId xmlns:a16="http://schemas.microsoft.com/office/drawing/2014/main" id="{AFEAA468-8103-BD31-7C2D-9DA38BEB0E64}"/>
              </a:ext>
            </a:extLst>
          </p:cNvPr>
          <p:cNvSpPr/>
          <p:nvPr/>
        </p:nvSpPr>
        <p:spPr>
          <a:xfrm>
            <a:off x="2932650" y="8215616"/>
            <a:ext cx="4539420" cy="521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{</a:t>
            </a:r>
            <a:r>
              <a:rPr lang="en-AU" sz="2800" b="0" i="1" u="none" strike="noStrike" cap="none" dirty="0" err="1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signaturerRankShort</a:t>
            </a: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} {</a:t>
            </a:r>
            <a:r>
              <a:rPr lang="en-AU" sz="2800" b="0" i="1" u="none" strike="noStrike" cap="none" dirty="0" err="1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signaturer</a:t>
            </a: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}</a:t>
            </a:r>
            <a:endParaRPr sz="2800" b="0" i="0" u="none" strike="noStrike" cap="none" dirty="0">
              <a:solidFill>
                <a:srgbClr val="000000"/>
              </a:solidFill>
              <a:latin typeface="Brush Script MT" panose="03060802040406070304" pitchFamily="66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56544687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363DE244-75DB-8F32-AA66-2FF1EC0645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">
            <a:extLst>
              <a:ext uri="{FF2B5EF4-FFF2-40B4-BE49-F238E27FC236}">
                <a16:creationId xmlns:a16="http://schemas.microsoft.com/office/drawing/2014/main" id="{985E7B87-878F-5C40-6BCF-564BB47D2A61}"/>
              </a:ext>
            </a:extLst>
          </p:cNvPr>
          <p:cNvSpPr/>
          <p:nvPr/>
        </p:nvSpPr>
        <p:spPr>
          <a:xfrm rot="5400000">
            <a:off x="-1500189" y="1487486"/>
            <a:ext cx="11268076" cy="8293101"/>
          </a:xfrm>
          <a:prstGeom prst="rect">
            <a:avLst/>
          </a:prstGeom>
          <a:blipFill rotWithShape="0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0000" tIns="45000" rIns="90000" bIns="45000" anchor="t" anchorCtr="1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Google Shape;102;p1">
            <a:extLst>
              <a:ext uri="{FF2B5EF4-FFF2-40B4-BE49-F238E27FC236}">
                <a16:creationId xmlns:a16="http://schemas.microsoft.com/office/drawing/2014/main" id="{1CF14558-9FDE-E628-931B-6317F7F03C93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10028" t="12535" r="10465" b="20264"/>
          <a:stretch/>
        </p:blipFill>
        <p:spPr>
          <a:xfrm rot="5400000">
            <a:off x="-1521845" y="1469005"/>
            <a:ext cx="11419340" cy="8401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103;p1">
            <a:extLst>
              <a:ext uri="{FF2B5EF4-FFF2-40B4-BE49-F238E27FC236}">
                <a16:creationId xmlns:a16="http://schemas.microsoft.com/office/drawing/2014/main" id="{5BDCD053-8CEE-3059-0B55-C9981BE74EB1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29378" y="738891"/>
            <a:ext cx="6821645" cy="9877373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105;p1">
            <a:extLst>
              <a:ext uri="{FF2B5EF4-FFF2-40B4-BE49-F238E27FC236}">
                <a16:creationId xmlns:a16="http://schemas.microsoft.com/office/drawing/2014/main" id="{1708BC2A-5AB8-35E8-7BC0-47BE6D6199B9}"/>
              </a:ext>
            </a:extLst>
          </p:cNvPr>
          <p:cNvSpPr/>
          <p:nvPr/>
        </p:nvSpPr>
        <p:spPr>
          <a:xfrm>
            <a:off x="933609" y="3422520"/>
            <a:ext cx="6419529" cy="737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4200" b="0" i="0" u="none" strike="noStrike" cap="none" dirty="0">
                <a:solidFill>
                  <a:schemeClr val="dk1"/>
                </a:solidFill>
                <a:latin typeface="Old English Text MT" panose="03040902040508030806" pitchFamily="66" charset="0"/>
                <a:sym typeface="Arial"/>
              </a:rPr>
              <a:t>Certificate Of Promotion</a:t>
            </a:r>
            <a:endParaRPr sz="4200" b="0" i="0" u="none" strike="noStrike" cap="none" dirty="0">
              <a:solidFill>
                <a:srgbClr val="000000"/>
              </a:solidFill>
              <a:latin typeface="Old English Text MT" panose="03040902040508030806" pitchFamily="66" charset="0"/>
              <a:sym typeface="Arial"/>
            </a:endParaRPr>
          </a:p>
        </p:txBody>
      </p:sp>
      <p:sp>
        <p:nvSpPr>
          <p:cNvPr id="30" name="Google Shape;106;p1">
            <a:extLst>
              <a:ext uri="{FF2B5EF4-FFF2-40B4-BE49-F238E27FC236}">
                <a16:creationId xmlns:a16="http://schemas.microsoft.com/office/drawing/2014/main" id="{BAEA585F-86B3-A7A3-7CA0-49570860315E}"/>
              </a:ext>
            </a:extLst>
          </p:cNvPr>
          <p:cNvSpPr/>
          <p:nvPr/>
        </p:nvSpPr>
        <p:spPr>
          <a:xfrm>
            <a:off x="933609" y="4124520"/>
            <a:ext cx="6419529" cy="644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36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</a:t>
            </a:r>
            <a:endParaRPr sz="3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" name="Google Shape;107;p1">
            <a:extLst>
              <a:ext uri="{FF2B5EF4-FFF2-40B4-BE49-F238E27FC236}">
                <a16:creationId xmlns:a16="http://schemas.microsoft.com/office/drawing/2014/main" id="{EC8141BA-CBC6-9AE4-7C8F-8B2D0E91D31B}"/>
              </a:ext>
            </a:extLst>
          </p:cNvPr>
          <p:cNvCxnSpPr/>
          <p:nvPr/>
        </p:nvCxnSpPr>
        <p:spPr>
          <a:xfrm flipH="1">
            <a:off x="3722400" y="8696520"/>
            <a:ext cx="2822040" cy="792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33" name="Google Shape;109;p1">
            <a:extLst>
              <a:ext uri="{FF2B5EF4-FFF2-40B4-BE49-F238E27FC236}">
                <a16:creationId xmlns:a16="http://schemas.microsoft.com/office/drawing/2014/main" id="{1BA9E9D2-F2DE-7A51-4A87-D0CC68BEC572}"/>
              </a:ext>
            </a:extLst>
          </p:cNvPr>
          <p:cNvSpPr/>
          <p:nvPr/>
        </p:nvSpPr>
        <p:spPr>
          <a:xfrm>
            <a:off x="933609" y="6433920"/>
            <a:ext cx="6419529" cy="583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32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110;p1">
            <a:extLst>
              <a:ext uri="{FF2B5EF4-FFF2-40B4-BE49-F238E27FC236}">
                <a16:creationId xmlns:a16="http://schemas.microsoft.com/office/drawing/2014/main" id="{E0588CB6-127D-F691-C297-146A8E132781}"/>
              </a:ext>
            </a:extLst>
          </p:cNvPr>
          <p:cNvSpPr/>
          <p:nvPr/>
        </p:nvSpPr>
        <p:spPr>
          <a:xfrm>
            <a:off x="933609" y="7119720"/>
            <a:ext cx="6419529" cy="3986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the rank of </a:t>
            </a:r>
            <a:r>
              <a:rPr lang="en-AU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Captain 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 effect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dateNumber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r>
              <a:rPr lang="en-GB" sz="2000" b="0" i="1" u="none" strike="noStrike" cap="none" baseline="30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{suffix}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{date}.</a:t>
            </a:r>
            <a:endParaRPr lang="en-GB"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111;p1">
            <a:extLst>
              <a:ext uri="{FF2B5EF4-FFF2-40B4-BE49-F238E27FC236}">
                <a16:creationId xmlns:a16="http://schemas.microsoft.com/office/drawing/2014/main" id="{BDE667D7-FD2A-9C81-BB61-5E1DCB96CFE7}"/>
              </a:ext>
            </a:extLst>
          </p:cNvPr>
          <p:cNvSpPr/>
          <p:nvPr/>
        </p:nvSpPr>
        <p:spPr>
          <a:xfrm>
            <a:off x="933609" y="4820400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 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has completed all necessary trainings and been deemed suitable in all areas required for promotion.</a:t>
            </a:r>
          </a:p>
        </p:txBody>
      </p:sp>
      <p:sp>
        <p:nvSpPr>
          <p:cNvPr id="37" name="Google Shape;113;p1">
            <a:extLst>
              <a:ext uri="{FF2B5EF4-FFF2-40B4-BE49-F238E27FC236}">
                <a16:creationId xmlns:a16="http://schemas.microsoft.com/office/drawing/2014/main" id="{9AD5359B-307C-AB14-28F6-172FA929E461}"/>
              </a:ext>
            </a:extLst>
          </p:cNvPr>
          <p:cNvSpPr/>
          <p:nvPr/>
        </p:nvSpPr>
        <p:spPr>
          <a:xfrm>
            <a:off x="2985840" y="8685000"/>
            <a:ext cx="4277880" cy="598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{signaturerRankShort} {signaturer}</a:t>
            </a:r>
            <a:br>
              <a:rPr lang="en-AU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Officer Commanding</a:t>
            </a:r>
            <a:br>
              <a:rPr lang="en-AU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Australian Special Operations Taskforce HQ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" name="Google Shape;104;p1">
            <a:extLst>
              <a:ext uri="{FF2B5EF4-FFF2-40B4-BE49-F238E27FC236}">
                <a16:creationId xmlns:a16="http://schemas.microsoft.com/office/drawing/2014/main" id="{FC794776-49E2-E5DE-07C9-9EA4DD0E6318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14400" y="8354520"/>
            <a:ext cx="1436400" cy="125244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11;p1">
            <a:extLst>
              <a:ext uri="{FF2B5EF4-FFF2-40B4-BE49-F238E27FC236}">
                <a16:creationId xmlns:a16="http://schemas.microsoft.com/office/drawing/2014/main" id="{94AAA4B3-F4E4-DEE9-05FC-3F29D255F404}"/>
              </a:ext>
            </a:extLst>
          </p:cNvPr>
          <p:cNvSpPr/>
          <p:nvPr/>
        </p:nvSpPr>
        <p:spPr>
          <a:xfrm>
            <a:off x="934292" y="5735481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algn="ctr"/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I,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signaturerRankFull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signaturer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},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Officer Commanding, Australian Special Operations Taskforce, hereby promote</a:t>
            </a:r>
            <a:endParaRPr lang="en-GB"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" name="Google Shape;1511;p78">
            <a:extLst>
              <a:ext uri="{FF2B5EF4-FFF2-40B4-BE49-F238E27FC236}">
                <a16:creationId xmlns:a16="http://schemas.microsoft.com/office/drawing/2014/main" id="{26D15D9F-7727-BE6E-FE27-14B86AB2C61A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879930" y="2156477"/>
            <a:ext cx="523080" cy="5446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512;p78">
            <a:extLst>
              <a:ext uri="{FF2B5EF4-FFF2-40B4-BE49-F238E27FC236}">
                <a16:creationId xmlns:a16="http://schemas.microsoft.com/office/drawing/2014/main" id="{4AD6AA5A-1117-74E5-1413-E842F42B36A1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879930" y="1594877"/>
            <a:ext cx="523080" cy="5446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513;p78">
            <a:extLst>
              <a:ext uri="{FF2B5EF4-FFF2-40B4-BE49-F238E27FC236}">
                <a16:creationId xmlns:a16="http://schemas.microsoft.com/office/drawing/2014/main" id="{BA47CBC3-0DB1-625E-9E9C-9BC548C5E289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879930" y="2718077"/>
            <a:ext cx="523080" cy="54468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14;p1">
            <a:extLst>
              <a:ext uri="{FF2B5EF4-FFF2-40B4-BE49-F238E27FC236}">
                <a16:creationId xmlns:a16="http://schemas.microsoft.com/office/drawing/2014/main" id="{05D53D95-298D-3556-9861-021DB3315005}"/>
              </a:ext>
            </a:extLst>
          </p:cNvPr>
          <p:cNvSpPr/>
          <p:nvPr/>
        </p:nvSpPr>
        <p:spPr>
          <a:xfrm>
            <a:off x="2932650" y="8215616"/>
            <a:ext cx="4539420" cy="521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{</a:t>
            </a:r>
            <a:r>
              <a:rPr lang="en-AU" sz="2800" b="0" i="1" u="none" strike="noStrike" cap="none" dirty="0" err="1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signaturerRankShort</a:t>
            </a: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} {</a:t>
            </a:r>
            <a:r>
              <a:rPr lang="en-AU" sz="2800" b="0" i="1" u="none" strike="noStrike" cap="none" dirty="0" err="1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signaturer</a:t>
            </a: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}</a:t>
            </a:r>
            <a:endParaRPr sz="2800" b="0" i="0" u="none" strike="noStrike" cap="none" dirty="0">
              <a:solidFill>
                <a:srgbClr val="000000"/>
              </a:solidFill>
              <a:latin typeface="Brush Script MT" panose="03060802040406070304" pitchFamily="66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70131532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AB24B009-45BE-49A4-BD4D-0EE7FAFDB7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">
            <a:extLst>
              <a:ext uri="{FF2B5EF4-FFF2-40B4-BE49-F238E27FC236}">
                <a16:creationId xmlns:a16="http://schemas.microsoft.com/office/drawing/2014/main" id="{0C345559-2C0A-349B-19F5-8F43E3267DED}"/>
              </a:ext>
            </a:extLst>
          </p:cNvPr>
          <p:cNvSpPr/>
          <p:nvPr/>
        </p:nvSpPr>
        <p:spPr>
          <a:xfrm rot="5400000">
            <a:off x="-1500189" y="1487486"/>
            <a:ext cx="11268076" cy="8293101"/>
          </a:xfrm>
          <a:prstGeom prst="rect">
            <a:avLst/>
          </a:prstGeom>
          <a:blipFill rotWithShape="0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0000" tIns="45000" rIns="90000" bIns="45000" anchor="t" anchorCtr="1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Google Shape;102;p1">
            <a:extLst>
              <a:ext uri="{FF2B5EF4-FFF2-40B4-BE49-F238E27FC236}">
                <a16:creationId xmlns:a16="http://schemas.microsoft.com/office/drawing/2014/main" id="{46CF2044-C2FC-3B80-37FC-876F634B50D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10028" t="12535" r="10465" b="20264"/>
          <a:stretch/>
        </p:blipFill>
        <p:spPr>
          <a:xfrm rot="5400000">
            <a:off x="-1521845" y="1469005"/>
            <a:ext cx="11419340" cy="8401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103;p1">
            <a:extLst>
              <a:ext uri="{FF2B5EF4-FFF2-40B4-BE49-F238E27FC236}">
                <a16:creationId xmlns:a16="http://schemas.microsoft.com/office/drawing/2014/main" id="{D2274894-07E9-3371-A391-3B6B2CC75D84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29378" y="738891"/>
            <a:ext cx="6821645" cy="9877373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105;p1">
            <a:extLst>
              <a:ext uri="{FF2B5EF4-FFF2-40B4-BE49-F238E27FC236}">
                <a16:creationId xmlns:a16="http://schemas.microsoft.com/office/drawing/2014/main" id="{36FA383E-8630-170D-B941-E9111F1144EE}"/>
              </a:ext>
            </a:extLst>
          </p:cNvPr>
          <p:cNvSpPr/>
          <p:nvPr/>
        </p:nvSpPr>
        <p:spPr>
          <a:xfrm>
            <a:off x="933609" y="3422520"/>
            <a:ext cx="6419529" cy="737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4200" b="0" i="0" u="none" strike="noStrike" cap="none" dirty="0">
                <a:solidFill>
                  <a:schemeClr val="dk1"/>
                </a:solidFill>
                <a:latin typeface="Old English Text MT" panose="03040902040508030806" pitchFamily="66" charset="0"/>
                <a:sym typeface="Arial"/>
              </a:rPr>
              <a:t>Certificate Of Promotion</a:t>
            </a:r>
            <a:endParaRPr sz="4200" b="0" i="0" u="none" strike="noStrike" cap="none" dirty="0">
              <a:solidFill>
                <a:srgbClr val="000000"/>
              </a:solidFill>
              <a:latin typeface="Old English Text MT" panose="03040902040508030806" pitchFamily="66" charset="0"/>
              <a:sym typeface="Arial"/>
            </a:endParaRPr>
          </a:p>
        </p:txBody>
      </p:sp>
      <p:sp>
        <p:nvSpPr>
          <p:cNvPr id="30" name="Google Shape;106;p1">
            <a:extLst>
              <a:ext uri="{FF2B5EF4-FFF2-40B4-BE49-F238E27FC236}">
                <a16:creationId xmlns:a16="http://schemas.microsoft.com/office/drawing/2014/main" id="{19CB74EB-18AB-E12D-118D-9C011CEE9027}"/>
              </a:ext>
            </a:extLst>
          </p:cNvPr>
          <p:cNvSpPr/>
          <p:nvPr/>
        </p:nvSpPr>
        <p:spPr>
          <a:xfrm>
            <a:off x="933609" y="4124520"/>
            <a:ext cx="6419529" cy="644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36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</a:t>
            </a:r>
            <a:endParaRPr sz="3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" name="Google Shape;107;p1">
            <a:extLst>
              <a:ext uri="{FF2B5EF4-FFF2-40B4-BE49-F238E27FC236}">
                <a16:creationId xmlns:a16="http://schemas.microsoft.com/office/drawing/2014/main" id="{668F4AE1-9C6C-27D1-2C21-55FDD894D7D3}"/>
              </a:ext>
            </a:extLst>
          </p:cNvPr>
          <p:cNvCxnSpPr/>
          <p:nvPr/>
        </p:nvCxnSpPr>
        <p:spPr>
          <a:xfrm flipH="1">
            <a:off x="3722400" y="8696520"/>
            <a:ext cx="2822040" cy="792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33" name="Google Shape;109;p1">
            <a:extLst>
              <a:ext uri="{FF2B5EF4-FFF2-40B4-BE49-F238E27FC236}">
                <a16:creationId xmlns:a16="http://schemas.microsoft.com/office/drawing/2014/main" id="{08764552-D40F-D38C-A045-452EC74325AF}"/>
              </a:ext>
            </a:extLst>
          </p:cNvPr>
          <p:cNvSpPr/>
          <p:nvPr/>
        </p:nvSpPr>
        <p:spPr>
          <a:xfrm>
            <a:off x="933609" y="6433920"/>
            <a:ext cx="6419529" cy="583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32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110;p1">
            <a:extLst>
              <a:ext uri="{FF2B5EF4-FFF2-40B4-BE49-F238E27FC236}">
                <a16:creationId xmlns:a16="http://schemas.microsoft.com/office/drawing/2014/main" id="{ECB65118-1466-C836-D119-D9C335A3C9FA}"/>
              </a:ext>
            </a:extLst>
          </p:cNvPr>
          <p:cNvSpPr/>
          <p:nvPr/>
        </p:nvSpPr>
        <p:spPr>
          <a:xfrm>
            <a:off x="933609" y="7119720"/>
            <a:ext cx="6419529" cy="3986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the rank of </a:t>
            </a:r>
            <a:r>
              <a:rPr lang="en-AU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Major 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 effect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dateNumber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r>
              <a:rPr lang="en-GB" sz="2000" b="0" i="1" u="none" strike="noStrike" cap="none" baseline="30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{suffix}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{date}.</a:t>
            </a:r>
            <a:endParaRPr lang="en-GB"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111;p1">
            <a:extLst>
              <a:ext uri="{FF2B5EF4-FFF2-40B4-BE49-F238E27FC236}">
                <a16:creationId xmlns:a16="http://schemas.microsoft.com/office/drawing/2014/main" id="{30F45D15-7852-4428-2462-B75C7850F4D3}"/>
              </a:ext>
            </a:extLst>
          </p:cNvPr>
          <p:cNvSpPr/>
          <p:nvPr/>
        </p:nvSpPr>
        <p:spPr>
          <a:xfrm>
            <a:off x="933609" y="4820400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 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has completed all necessary trainings and been deemed suitable in all areas required for promotion.</a:t>
            </a:r>
          </a:p>
        </p:txBody>
      </p:sp>
      <p:sp>
        <p:nvSpPr>
          <p:cNvPr id="37" name="Google Shape;113;p1">
            <a:extLst>
              <a:ext uri="{FF2B5EF4-FFF2-40B4-BE49-F238E27FC236}">
                <a16:creationId xmlns:a16="http://schemas.microsoft.com/office/drawing/2014/main" id="{F8F9851E-E4B5-ACE5-089B-B7CF7078A643}"/>
              </a:ext>
            </a:extLst>
          </p:cNvPr>
          <p:cNvSpPr/>
          <p:nvPr/>
        </p:nvSpPr>
        <p:spPr>
          <a:xfrm>
            <a:off x="2985840" y="8685000"/>
            <a:ext cx="4277880" cy="598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{signaturerRankShort} {signaturer}</a:t>
            </a:r>
            <a:br>
              <a:rPr lang="en-AU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Officer Commanding</a:t>
            </a:r>
            <a:br>
              <a:rPr lang="en-AU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Australian Special Operations Taskforce HQ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" name="Google Shape;104;p1">
            <a:extLst>
              <a:ext uri="{FF2B5EF4-FFF2-40B4-BE49-F238E27FC236}">
                <a16:creationId xmlns:a16="http://schemas.microsoft.com/office/drawing/2014/main" id="{2BA6174C-8AB2-3210-B300-4D9C2B5D4E33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14400" y="8354520"/>
            <a:ext cx="1436400" cy="125244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11;p1">
            <a:extLst>
              <a:ext uri="{FF2B5EF4-FFF2-40B4-BE49-F238E27FC236}">
                <a16:creationId xmlns:a16="http://schemas.microsoft.com/office/drawing/2014/main" id="{DB594ACE-B349-8E70-9898-1A71B100C09B}"/>
              </a:ext>
            </a:extLst>
          </p:cNvPr>
          <p:cNvSpPr/>
          <p:nvPr/>
        </p:nvSpPr>
        <p:spPr>
          <a:xfrm>
            <a:off x="934292" y="5735481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algn="ctr"/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I,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signaturerRankFull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signaturer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},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Officer Commanding, Australian Special Operations Taskforce, hereby promote</a:t>
            </a:r>
            <a:endParaRPr lang="en-GB"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Google Shape;1528;p79">
            <a:extLst>
              <a:ext uri="{FF2B5EF4-FFF2-40B4-BE49-F238E27FC236}">
                <a16:creationId xmlns:a16="http://schemas.microsoft.com/office/drawing/2014/main" id="{948D2579-C1C6-8F40-37F0-3E1B6E4A1A13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605107" y="1942498"/>
            <a:ext cx="1070186" cy="1104199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114;p1">
            <a:extLst>
              <a:ext uri="{FF2B5EF4-FFF2-40B4-BE49-F238E27FC236}">
                <a16:creationId xmlns:a16="http://schemas.microsoft.com/office/drawing/2014/main" id="{47FA9445-8BB3-61DE-264D-AA1616364331}"/>
              </a:ext>
            </a:extLst>
          </p:cNvPr>
          <p:cNvSpPr/>
          <p:nvPr/>
        </p:nvSpPr>
        <p:spPr>
          <a:xfrm>
            <a:off x="2932650" y="8215616"/>
            <a:ext cx="4539420" cy="521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{</a:t>
            </a:r>
            <a:r>
              <a:rPr lang="en-AU" sz="2800" b="0" i="1" u="none" strike="noStrike" cap="none" dirty="0" err="1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signaturerRankShort</a:t>
            </a: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} {</a:t>
            </a:r>
            <a:r>
              <a:rPr lang="en-AU" sz="2800" b="0" i="1" u="none" strike="noStrike" cap="none" dirty="0" err="1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signaturer</a:t>
            </a: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}</a:t>
            </a:r>
            <a:endParaRPr sz="2800" b="0" i="0" u="none" strike="noStrike" cap="none" dirty="0">
              <a:solidFill>
                <a:srgbClr val="000000"/>
              </a:solidFill>
              <a:latin typeface="Brush Script MT" panose="03060802040406070304" pitchFamily="66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27500854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785C7AD1-1D92-5F0F-8641-19C2FD3415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">
            <a:extLst>
              <a:ext uri="{FF2B5EF4-FFF2-40B4-BE49-F238E27FC236}">
                <a16:creationId xmlns:a16="http://schemas.microsoft.com/office/drawing/2014/main" id="{185AE522-BB44-FAEF-36BA-3EBB53026994}"/>
              </a:ext>
            </a:extLst>
          </p:cNvPr>
          <p:cNvSpPr/>
          <p:nvPr/>
        </p:nvSpPr>
        <p:spPr>
          <a:xfrm rot="5400000">
            <a:off x="-1500189" y="1487486"/>
            <a:ext cx="11268076" cy="8293101"/>
          </a:xfrm>
          <a:prstGeom prst="rect">
            <a:avLst/>
          </a:prstGeom>
          <a:blipFill rotWithShape="0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0000" tIns="45000" rIns="90000" bIns="45000" anchor="t" anchorCtr="1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Google Shape;102;p1">
            <a:extLst>
              <a:ext uri="{FF2B5EF4-FFF2-40B4-BE49-F238E27FC236}">
                <a16:creationId xmlns:a16="http://schemas.microsoft.com/office/drawing/2014/main" id="{742F452E-094C-801D-68D2-88BC9EBA26E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10028" t="12535" r="10465" b="20264"/>
          <a:stretch/>
        </p:blipFill>
        <p:spPr>
          <a:xfrm rot="5400000">
            <a:off x="-1521845" y="1469005"/>
            <a:ext cx="11419340" cy="8401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103;p1">
            <a:extLst>
              <a:ext uri="{FF2B5EF4-FFF2-40B4-BE49-F238E27FC236}">
                <a16:creationId xmlns:a16="http://schemas.microsoft.com/office/drawing/2014/main" id="{0D78A1CE-74BD-AC22-7F6A-AE8259433043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29378" y="738891"/>
            <a:ext cx="6821645" cy="9877373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105;p1">
            <a:extLst>
              <a:ext uri="{FF2B5EF4-FFF2-40B4-BE49-F238E27FC236}">
                <a16:creationId xmlns:a16="http://schemas.microsoft.com/office/drawing/2014/main" id="{5870BE8C-9E4D-EC71-ED5F-6F95FE02C9BA}"/>
              </a:ext>
            </a:extLst>
          </p:cNvPr>
          <p:cNvSpPr/>
          <p:nvPr/>
        </p:nvSpPr>
        <p:spPr>
          <a:xfrm>
            <a:off x="933609" y="3422520"/>
            <a:ext cx="6419529" cy="737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4200" b="0" i="0" u="none" strike="noStrike" cap="none" dirty="0">
                <a:solidFill>
                  <a:schemeClr val="dk1"/>
                </a:solidFill>
                <a:latin typeface="Old English Text MT" panose="03040902040508030806" pitchFamily="66" charset="0"/>
                <a:sym typeface="Arial"/>
              </a:rPr>
              <a:t>Certificate Of Promotion</a:t>
            </a:r>
            <a:endParaRPr sz="4200" b="0" i="0" u="none" strike="noStrike" cap="none" dirty="0">
              <a:solidFill>
                <a:srgbClr val="000000"/>
              </a:solidFill>
              <a:latin typeface="Old English Text MT" panose="03040902040508030806" pitchFamily="66" charset="0"/>
              <a:sym typeface="Arial"/>
            </a:endParaRPr>
          </a:p>
        </p:txBody>
      </p:sp>
      <p:sp>
        <p:nvSpPr>
          <p:cNvPr id="30" name="Google Shape;106;p1">
            <a:extLst>
              <a:ext uri="{FF2B5EF4-FFF2-40B4-BE49-F238E27FC236}">
                <a16:creationId xmlns:a16="http://schemas.microsoft.com/office/drawing/2014/main" id="{0A62A695-878F-6402-1ABD-43CC9B530ADA}"/>
              </a:ext>
            </a:extLst>
          </p:cNvPr>
          <p:cNvSpPr/>
          <p:nvPr/>
        </p:nvSpPr>
        <p:spPr>
          <a:xfrm>
            <a:off x="933609" y="4124520"/>
            <a:ext cx="6419529" cy="644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36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</a:t>
            </a:r>
            <a:endParaRPr sz="3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" name="Google Shape;107;p1">
            <a:extLst>
              <a:ext uri="{FF2B5EF4-FFF2-40B4-BE49-F238E27FC236}">
                <a16:creationId xmlns:a16="http://schemas.microsoft.com/office/drawing/2014/main" id="{9662E34B-328B-D94A-3710-DB49BD0A809C}"/>
              </a:ext>
            </a:extLst>
          </p:cNvPr>
          <p:cNvCxnSpPr/>
          <p:nvPr/>
        </p:nvCxnSpPr>
        <p:spPr>
          <a:xfrm flipH="1">
            <a:off x="3722400" y="8696520"/>
            <a:ext cx="2822040" cy="792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33" name="Google Shape;109;p1">
            <a:extLst>
              <a:ext uri="{FF2B5EF4-FFF2-40B4-BE49-F238E27FC236}">
                <a16:creationId xmlns:a16="http://schemas.microsoft.com/office/drawing/2014/main" id="{489BC6F6-07F9-D4CA-77E3-E80390070307}"/>
              </a:ext>
            </a:extLst>
          </p:cNvPr>
          <p:cNvSpPr/>
          <p:nvPr/>
        </p:nvSpPr>
        <p:spPr>
          <a:xfrm>
            <a:off x="933609" y="6433920"/>
            <a:ext cx="6419529" cy="583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32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110;p1">
            <a:extLst>
              <a:ext uri="{FF2B5EF4-FFF2-40B4-BE49-F238E27FC236}">
                <a16:creationId xmlns:a16="http://schemas.microsoft.com/office/drawing/2014/main" id="{10521344-C7AA-34FD-9645-FA986640E787}"/>
              </a:ext>
            </a:extLst>
          </p:cNvPr>
          <p:cNvSpPr/>
          <p:nvPr/>
        </p:nvSpPr>
        <p:spPr>
          <a:xfrm>
            <a:off x="933609" y="7119720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the rank of </a:t>
            </a:r>
            <a:r>
              <a:rPr lang="en-AU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Lieutenant Colonel 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 effect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dateNumber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r>
              <a:rPr lang="en-GB" sz="2000" b="0" i="1" u="none" strike="noStrike" cap="none" baseline="30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{suffix}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{date}.</a:t>
            </a:r>
            <a:endParaRPr lang="en-GB"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111;p1">
            <a:extLst>
              <a:ext uri="{FF2B5EF4-FFF2-40B4-BE49-F238E27FC236}">
                <a16:creationId xmlns:a16="http://schemas.microsoft.com/office/drawing/2014/main" id="{F6DC7939-00C7-55FF-6056-5C9FD2F44801}"/>
              </a:ext>
            </a:extLst>
          </p:cNvPr>
          <p:cNvSpPr/>
          <p:nvPr/>
        </p:nvSpPr>
        <p:spPr>
          <a:xfrm>
            <a:off x="933609" y="4820400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 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has completed all necessary trainings and been deemed suitable in all areas required for promotion.</a:t>
            </a:r>
          </a:p>
        </p:txBody>
      </p:sp>
      <p:sp>
        <p:nvSpPr>
          <p:cNvPr id="37" name="Google Shape;113;p1">
            <a:extLst>
              <a:ext uri="{FF2B5EF4-FFF2-40B4-BE49-F238E27FC236}">
                <a16:creationId xmlns:a16="http://schemas.microsoft.com/office/drawing/2014/main" id="{F9AAA99E-ACF5-463A-57C6-F251040D7222}"/>
              </a:ext>
            </a:extLst>
          </p:cNvPr>
          <p:cNvSpPr/>
          <p:nvPr/>
        </p:nvSpPr>
        <p:spPr>
          <a:xfrm>
            <a:off x="2985840" y="8685000"/>
            <a:ext cx="4277880" cy="598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{signaturerRankShort} {signaturer}</a:t>
            </a:r>
            <a:br>
              <a:rPr lang="en-AU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Officer Commanding</a:t>
            </a:r>
            <a:br>
              <a:rPr lang="en-AU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Australian Special Operations Taskforce HQ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" name="Google Shape;104;p1">
            <a:extLst>
              <a:ext uri="{FF2B5EF4-FFF2-40B4-BE49-F238E27FC236}">
                <a16:creationId xmlns:a16="http://schemas.microsoft.com/office/drawing/2014/main" id="{4D1FC430-CC35-8284-6363-185E33119958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14400" y="8354520"/>
            <a:ext cx="1436400" cy="125244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11;p1">
            <a:extLst>
              <a:ext uri="{FF2B5EF4-FFF2-40B4-BE49-F238E27FC236}">
                <a16:creationId xmlns:a16="http://schemas.microsoft.com/office/drawing/2014/main" id="{DDFE990B-0D21-B7BF-70C4-5535299688C1}"/>
              </a:ext>
            </a:extLst>
          </p:cNvPr>
          <p:cNvSpPr/>
          <p:nvPr/>
        </p:nvSpPr>
        <p:spPr>
          <a:xfrm>
            <a:off x="934292" y="5735481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algn="ctr"/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I,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signaturerRankFull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signaturer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},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Officer Commanding, Australian Special Operations Taskforce, hereby promote</a:t>
            </a:r>
            <a:endParaRPr lang="en-GB"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" name="Google Shape;1491;p77">
            <a:extLst>
              <a:ext uri="{FF2B5EF4-FFF2-40B4-BE49-F238E27FC236}">
                <a16:creationId xmlns:a16="http://schemas.microsoft.com/office/drawing/2014/main" id="{6A9A4928-4133-47A4-E6F7-A2B257750472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878660" y="2438978"/>
            <a:ext cx="523080" cy="5446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65;p81">
            <a:extLst>
              <a:ext uri="{FF2B5EF4-FFF2-40B4-BE49-F238E27FC236}">
                <a16:creationId xmlns:a16="http://schemas.microsoft.com/office/drawing/2014/main" id="{46EAA5CF-6734-3773-ABF5-7903E9A36B7A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875019" y="1869758"/>
            <a:ext cx="526721" cy="54468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14;p1">
            <a:extLst>
              <a:ext uri="{FF2B5EF4-FFF2-40B4-BE49-F238E27FC236}">
                <a16:creationId xmlns:a16="http://schemas.microsoft.com/office/drawing/2014/main" id="{6BE5D396-5BAA-0FC6-190F-AC98E85295CE}"/>
              </a:ext>
            </a:extLst>
          </p:cNvPr>
          <p:cNvSpPr/>
          <p:nvPr/>
        </p:nvSpPr>
        <p:spPr>
          <a:xfrm>
            <a:off x="2932650" y="8215616"/>
            <a:ext cx="4539420" cy="521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{</a:t>
            </a:r>
            <a:r>
              <a:rPr lang="en-AU" sz="2800" b="0" i="1" u="none" strike="noStrike" cap="none" dirty="0" err="1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signaturerRankShort</a:t>
            </a: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} {</a:t>
            </a:r>
            <a:r>
              <a:rPr lang="en-AU" sz="2800" b="0" i="1" u="none" strike="noStrike" cap="none" dirty="0" err="1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signaturer</a:t>
            </a: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}</a:t>
            </a:r>
            <a:endParaRPr sz="2800" b="0" i="0" u="none" strike="noStrike" cap="none" dirty="0">
              <a:solidFill>
                <a:srgbClr val="000000"/>
              </a:solidFill>
              <a:latin typeface="Brush Script MT" panose="03060802040406070304" pitchFamily="66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98672852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E9E014F5-BCF8-242F-396D-517A15193D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">
            <a:extLst>
              <a:ext uri="{FF2B5EF4-FFF2-40B4-BE49-F238E27FC236}">
                <a16:creationId xmlns:a16="http://schemas.microsoft.com/office/drawing/2014/main" id="{580BE6A4-E321-AEAF-B2D9-2D068D994439}"/>
              </a:ext>
            </a:extLst>
          </p:cNvPr>
          <p:cNvSpPr/>
          <p:nvPr/>
        </p:nvSpPr>
        <p:spPr>
          <a:xfrm rot="5400000">
            <a:off x="-1500189" y="1487486"/>
            <a:ext cx="11268076" cy="8293101"/>
          </a:xfrm>
          <a:prstGeom prst="rect">
            <a:avLst/>
          </a:prstGeom>
          <a:blipFill rotWithShape="0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0000" tIns="45000" rIns="90000" bIns="45000" anchor="t" anchorCtr="1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Google Shape;102;p1">
            <a:extLst>
              <a:ext uri="{FF2B5EF4-FFF2-40B4-BE49-F238E27FC236}">
                <a16:creationId xmlns:a16="http://schemas.microsoft.com/office/drawing/2014/main" id="{910C1346-F6AC-2E92-4787-4DFDB6A4E7AD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10028" t="12535" r="10465" b="20264"/>
          <a:stretch/>
        </p:blipFill>
        <p:spPr>
          <a:xfrm rot="5400000">
            <a:off x="-1521845" y="1469005"/>
            <a:ext cx="11419340" cy="8401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103;p1">
            <a:extLst>
              <a:ext uri="{FF2B5EF4-FFF2-40B4-BE49-F238E27FC236}">
                <a16:creationId xmlns:a16="http://schemas.microsoft.com/office/drawing/2014/main" id="{FBEED63E-D008-B288-9247-65FABE7CEA00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29378" y="738891"/>
            <a:ext cx="6821645" cy="9877373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105;p1">
            <a:extLst>
              <a:ext uri="{FF2B5EF4-FFF2-40B4-BE49-F238E27FC236}">
                <a16:creationId xmlns:a16="http://schemas.microsoft.com/office/drawing/2014/main" id="{97F9EFCC-746D-DB0B-76AA-4143248C58C6}"/>
              </a:ext>
            </a:extLst>
          </p:cNvPr>
          <p:cNvSpPr/>
          <p:nvPr/>
        </p:nvSpPr>
        <p:spPr>
          <a:xfrm>
            <a:off x="933609" y="3422520"/>
            <a:ext cx="6419529" cy="737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4200" b="0" i="0" u="none" strike="noStrike" cap="none" dirty="0">
                <a:solidFill>
                  <a:schemeClr val="dk1"/>
                </a:solidFill>
                <a:latin typeface="Old English Text MT" panose="03040902040508030806" pitchFamily="66" charset="0"/>
                <a:sym typeface="Arial"/>
              </a:rPr>
              <a:t>Certificate Of Promotion</a:t>
            </a:r>
            <a:endParaRPr sz="4200" b="0" i="0" u="none" strike="noStrike" cap="none" dirty="0">
              <a:solidFill>
                <a:srgbClr val="000000"/>
              </a:solidFill>
              <a:latin typeface="Old English Text MT" panose="03040902040508030806" pitchFamily="66" charset="0"/>
              <a:sym typeface="Arial"/>
            </a:endParaRPr>
          </a:p>
        </p:txBody>
      </p:sp>
      <p:sp>
        <p:nvSpPr>
          <p:cNvPr id="30" name="Google Shape;106;p1">
            <a:extLst>
              <a:ext uri="{FF2B5EF4-FFF2-40B4-BE49-F238E27FC236}">
                <a16:creationId xmlns:a16="http://schemas.microsoft.com/office/drawing/2014/main" id="{9F598494-3955-5FA5-374E-5DB065D96189}"/>
              </a:ext>
            </a:extLst>
          </p:cNvPr>
          <p:cNvSpPr/>
          <p:nvPr/>
        </p:nvSpPr>
        <p:spPr>
          <a:xfrm>
            <a:off x="933609" y="4124520"/>
            <a:ext cx="6419529" cy="644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36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</a:t>
            </a:r>
            <a:endParaRPr sz="3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" name="Google Shape;107;p1">
            <a:extLst>
              <a:ext uri="{FF2B5EF4-FFF2-40B4-BE49-F238E27FC236}">
                <a16:creationId xmlns:a16="http://schemas.microsoft.com/office/drawing/2014/main" id="{431781E2-E33F-FF3F-54BE-0B2A01213860}"/>
              </a:ext>
            </a:extLst>
          </p:cNvPr>
          <p:cNvCxnSpPr/>
          <p:nvPr/>
        </p:nvCxnSpPr>
        <p:spPr>
          <a:xfrm flipH="1">
            <a:off x="3722400" y="8696520"/>
            <a:ext cx="2822040" cy="792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33" name="Google Shape;109;p1">
            <a:extLst>
              <a:ext uri="{FF2B5EF4-FFF2-40B4-BE49-F238E27FC236}">
                <a16:creationId xmlns:a16="http://schemas.microsoft.com/office/drawing/2014/main" id="{BD6FDD9D-F9ED-DE53-5419-B81E1E17BBC2}"/>
              </a:ext>
            </a:extLst>
          </p:cNvPr>
          <p:cNvSpPr/>
          <p:nvPr/>
        </p:nvSpPr>
        <p:spPr>
          <a:xfrm>
            <a:off x="933609" y="6433920"/>
            <a:ext cx="6419529" cy="583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32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110;p1">
            <a:extLst>
              <a:ext uri="{FF2B5EF4-FFF2-40B4-BE49-F238E27FC236}">
                <a16:creationId xmlns:a16="http://schemas.microsoft.com/office/drawing/2014/main" id="{9085CF71-0DFC-0045-7EC6-78CF3E4F1C1C}"/>
              </a:ext>
            </a:extLst>
          </p:cNvPr>
          <p:cNvSpPr/>
          <p:nvPr/>
        </p:nvSpPr>
        <p:spPr>
          <a:xfrm>
            <a:off x="933609" y="7119720"/>
            <a:ext cx="6419529" cy="3986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the rank of </a:t>
            </a:r>
            <a:r>
              <a:rPr lang="en-AU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Colonel 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 effect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dateNumber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r>
              <a:rPr lang="en-GB" sz="2000" b="0" i="1" u="none" strike="noStrike" cap="none" baseline="30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{suffix}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{date}.</a:t>
            </a:r>
            <a:endParaRPr lang="en-GB"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111;p1">
            <a:extLst>
              <a:ext uri="{FF2B5EF4-FFF2-40B4-BE49-F238E27FC236}">
                <a16:creationId xmlns:a16="http://schemas.microsoft.com/office/drawing/2014/main" id="{DAF259DF-A0D4-5D3B-76E6-936F174EF723}"/>
              </a:ext>
            </a:extLst>
          </p:cNvPr>
          <p:cNvSpPr/>
          <p:nvPr/>
        </p:nvSpPr>
        <p:spPr>
          <a:xfrm>
            <a:off x="933609" y="4820400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 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has completed all necessary trainings and been deemed suitable in all areas required for promotion.</a:t>
            </a:r>
          </a:p>
        </p:txBody>
      </p:sp>
      <p:sp>
        <p:nvSpPr>
          <p:cNvPr id="37" name="Google Shape;113;p1">
            <a:extLst>
              <a:ext uri="{FF2B5EF4-FFF2-40B4-BE49-F238E27FC236}">
                <a16:creationId xmlns:a16="http://schemas.microsoft.com/office/drawing/2014/main" id="{9A9586B7-5422-326E-BC57-A073B19FFD1E}"/>
              </a:ext>
            </a:extLst>
          </p:cNvPr>
          <p:cNvSpPr/>
          <p:nvPr/>
        </p:nvSpPr>
        <p:spPr>
          <a:xfrm>
            <a:off x="2985840" y="8685000"/>
            <a:ext cx="4277880" cy="598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{signaturerRankShort} {signaturer}</a:t>
            </a:r>
            <a:br>
              <a:rPr lang="en-AU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Officer Commanding</a:t>
            </a:r>
            <a:br>
              <a:rPr lang="en-AU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Australian Special Operations Taskforce HQ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" name="Google Shape;104;p1">
            <a:extLst>
              <a:ext uri="{FF2B5EF4-FFF2-40B4-BE49-F238E27FC236}">
                <a16:creationId xmlns:a16="http://schemas.microsoft.com/office/drawing/2014/main" id="{07A47124-2A46-5E08-9808-48CDB74260EC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14400" y="8354520"/>
            <a:ext cx="1436400" cy="125244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11;p1">
            <a:extLst>
              <a:ext uri="{FF2B5EF4-FFF2-40B4-BE49-F238E27FC236}">
                <a16:creationId xmlns:a16="http://schemas.microsoft.com/office/drawing/2014/main" id="{E0719134-4A1D-6FDE-5AE8-687DF0AC70BE}"/>
              </a:ext>
            </a:extLst>
          </p:cNvPr>
          <p:cNvSpPr/>
          <p:nvPr/>
        </p:nvSpPr>
        <p:spPr>
          <a:xfrm>
            <a:off x="934292" y="5735481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algn="ctr"/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I,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signaturerRankFull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signaturer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},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Officer Commanding, Australian Special Operations Taskforce, hereby promote</a:t>
            </a:r>
            <a:endParaRPr lang="en-GB"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" name="Google Shape;1491;p77">
            <a:extLst>
              <a:ext uri="{FF2B5EF4-FFF2-40B4-BE49-F238E27FC236}">
                <a16:creationId xmlns:a16="http://schemas.microsoft.com/office/drawing/2014/main" id="{393318B5-1A24-4A77-07A2-579780919AC2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879930" y="2157988"/>
            <a:ext cx="523080" cy="5446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93;p77">
            <a:extLst>
              <a:ext uri="{FF2B5EF4-FFF2-40B4-BE49-F238E27FC236}">
                <a16:creationId xmlns:a16="http://schemas.microsoft.com/office/drawing/2014/main" id="{0C6B0C8D-8139-5F67-291A-D6360249131C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879930" y="2719588"/>
            <a:ext cx="523080" cy="5446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65;p81">
            <a:extLst>
              <a:ext uri="{FF2B5EF4-FFF2-40B4-BE49-F238E27FC236}">
                <a16:creationId xmlns:a16="http://schemas.microsoft.com/office/drawing/2014/main" id="{713B5751-5395-E514-1F9C-B4BE00F56F3D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876289" y="1588768"/>
            <a:ext cx="526721" cy="54468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14;p1">
            <a:extLst>
              <a:ext uri="{FF2B5EF4-FFF2-40B4-BE49-F238E27FC236}">
                <a16:creationId xmlns:a16="http://schemas.microsoft.com/office/drawing/2014/main" id="{B9DD3EAD-F58B-E47F-8A56-A0C017B86D36}"/>
              </a:ext>
            </a:extLst>
          </p:cNvPr>
          <p:cNvSpPr/>
          <p:nvPr/>
        </p:nvSpPr>
        <p:spPr>
          <a:xfrm>
            <a:off x="2932650" y="8215616"/>
            <a:ext cx="4539420" cy="521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{</a:t>
            </a:r>
            <a:r>
              <a:rPr lang="en-AU" sz="2800" b="0" i="1" u="none" strike="noStrike" cap="none" dirty="0" err="1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signaturerRankShort</a:t>
            </a: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} {</a:t>
            </a:r>
            <a:r>
              <a:rPr lang="en-AU" sz="2800" b="0" i="1" u="none" strike="noStrike" cap="none" dirty="0" err="1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signaturer</a:t>
            </a: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}</a:t>
            </a:r>
            <a:endParaRPr sz="2800" b="0" i="0" u="none" strike="noStrike" cap="none" dirty="0">
              <a:solidFill>
                <a:srgbClr val="000000"/>
              </a:solidFill>
              <a:latin typeface="Brush Script MT" panose="03060802040406070304" pitchFamily="66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02605166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301D21C6-0D5D-9713-5BE3-31002C6311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">
            <a:extLst>
              <a:ext uri="{FF2B5EF4-FFF2-40B4-BE49-F238E27FC236}">
                <a16:creationId xmlns:a16="http://schemas.microsoft.com/office/drawing/2014/main" id="{98D51AF4-66F5-2444-7C6B-EDD97251531C}"/>
              </a:ext>
            </a:extLst>
          </p:cNvPr>
          <p:cNvSpPr/>
          <p:nvPr/>
        </p:nvSpPr>
        <p:spPr>
          <a:xfrm rot="5400000">
            <a:off x="-1500189" y="1487486"/>
            <a:ext cx="11268076" cy="8293101"/>
          </a:xfrm>
          <a:prstGeom prst="rect">
            <a:avLst/>
          </a:prstGeom>
          <a:blipFill rotWithShape="0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0000" tIns="45000" rIns="90000" bIns="45000" anchor="t" anchorCtr="1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Google Shape;102;p1">
            <a:extLst>
              <a:ext uri="{FF2B5EF4-FFF2-40B4-BE49-F238E27FC236}">
                <a16:creationId xmlns:a16="http://schemas.microsoft.com/office/drawing/2014/main" id="{14476E57-B13E-E78B-685C-AEEEBD84FDC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10028" t="12535" r="10465" b="20264"/>
          <a:stretch/>
        </p:blipFill>
        <p:spPr>
          <a:xfrm rot="5400000">
            <a:off x="-1521845" y="1469005"/>
            <a:ext cx="11419340" cy="8401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103;p1">
            <a:extLst>
              <a:ext uri="{FF2B5EF4-FFF2-40B4-BE49-F238E27FC236}">
                <a16:creationId xmlns:a16="http://schemas.microsoft.com/office/drawing/2014/main" id="{351EA8A7-FB17-F08C-B64D-F0A37D1715F3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29378" y="738891"/>
            <a:ext cx="6821645" cy="9877373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105;p1">
            <a:extLst>
              <a:ext uri="{FF2B5EF4-FFF2-40B4-BE49-F238E27FC236}">
                <a16:creationId xmlns:a16="http://schemas.microsoft.com/office/drawing/2014/main" id="{0A2B5A28-C24C-5584-C517-714683246F1E}"/>
              </a:ext>
            </a:extLst>
          </p:cNvPr>
          <p:cNvSpPr/>
          <p:nvPr/>
        </p:nvSpPr>
        <p:spPr>
          <a:xfrm>
            <a:off x="933609" y="3422520"/>
            <a:ext cx="6419529" cy="737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4200" b="0" i="0" u="none" strike="noStrike" cap="none" dirty="0">
                <a:solidFill>
                  <a:schemeClr val="dk1"/>
                </a:solidFill>
                <a:latin typeface="Old English Text MT" panose="03040902040508030806" pitchFamily="66" charset="0"/>
                <a:sym typeface="Arial"/>
              </a:rPr>
              <a:t>Certificate Of Promotion</a:t>
            </a:r>
            <a:endParaRPr sz="4200" b="0" i="0" u="none" strike="noStrike" cap="none" dirty="0">
              <a:solidFill>
                <a:srgbClr val="000000"/>
              </a:solidFill>
              <a:latin typeface="Old English Text MT" panose="03040902040508030806" pitchFamily="66" charset="0"/>
              <a:sym typeface="Arial"/>
            </a:endParaRPr>
          </a:p>
        </p:txBody>
      </p:sp>
      <p:sp>
        <p:nvSpPr>
          <p:cNvPr id="30" name="Google Shape;106;p1">
            <a:extLst>
              <a:ext uri="{FF2B5EF4-FFF2-40B4-BE49-F238E27FC236}">
                <a16:creationId xmlns:a16="http://schemas.microsoft.com/office/drawing/2014/main" id="{83D5A046-F72F-9E33-3E91-764D8882B1F9}"/>
              </a:ext>
            </a:extLst>
          </p:cNvPr>
          <p:cNvSpPr/>
          <p:nvPr/>
        </p:nvSpPr>
        <p:spPr>
          <a:xfrm>
            <a:off x="933609" y="4124520"/>
            <a:ext cx="6419529" cy="644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36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</a:t>
            </a:r>
            <a:endParaRPr sz="3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" name="Google Shape;107;p1">
            <a:extLst>
              <a:ext uri="{FF2B5EF4-FFF2-40B4-BE49-F238E27FC236}">
                <a16:creationId xmlns:a16="http://schemas.microsoft.com/office/drawing/2014/main" id="{1DD9E75A-889D-0EE8-DE61-681BBE6D06E1}"/>
              </a:ext>
            </a:extLst>
          </p:cNvPr>
          <p:cNvCxnSpPr/>
          <p:nvPr/>
        </p:nvCxnSpPr>
        <p:spPr>
          <a:xfrm flipH="1">
            <a:off x="3722400" y="8696520"/>
            <a:ext cx="2822040" cy="792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33" name="Google Shape;109;p1">
            <a:extLst>
              <a:ext uri="{FF2B5EF4-FFF2-40B4-BE49-F238E27FC236}">
                <a16:creationId xmlns:a16="http://schemas.microsoft.com/office/drawing/2014/main" id="{7DA3A942-8E4B-791C-82C9-693429605C88}"/>
              </a:ext>
            </a:extLst>
          </p:cNvPr>
          <p:cNvSpPr/>
          <p:nvPr/>
        </p:nvSpPr>
        <p:spPr>
          <a:xfrm>
            <a:off x="933609" y="6433920"/>
            <a:ext cx="6419529" cy="583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32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110;p1">
            <a:extLst>
              <a:ext uri="{FF2B5EF4-FFF2-40B4-BE49-F238E27FC236}">
                <a16:creationId xmlns:a16="http://schemas.microsoft.com/office/drawing/2014/main" id="{9F06BEA9-3BD6-84CE-EBB8-FB9089A0E847}"/>
              </a:ext>
            </a:extLst>
          </p:cNvPr>
          <p:cNvSpPr/>
          <p:nvPr/>
        </p:nvSpPr>
        <p:spPr>
          <a:xfrm>
            <a:off x="933609" y="7119720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the rank of </a:t>
            </a:r>
            <a:r>
              <a:rPr lang="en-AU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Brigadier 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 effect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dateNumber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r>
              <a:rPr lang="en-GB" sz="2000" b="0" i="1" u="none" strike="noStrike" cap="none" baseline="30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{suffix}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{date}.</a:t>
            </a:r>
            <a:endParaRPr lang="en-GB"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111;p1">
            <a:extLst>
              <a:ext uri="{FF2B5EF4-FFF2-40B4-BE49-F238E27FC236}">
                <a16:creationId xmlns:a16="http://schemas.microsoft.com/office/drawing/2014/main" id="{E4BC839B-B1D6-1A9D-D758-40275C6C515C}"/>
              </a:ext>
            </a:extLst>
          </p:cNvPr>
          <p:cNvSpPr/>
          <p:nvPr/>
        </p:nvSpPr>
        <p:spPr>
          <a:xfrm>
            <a:off x="933609" y="4820400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 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has completed all necessary trainings and been deemed suitable in all areas required for promotion.</a:t>
            </a:r>
          </a:p>
        </p:txBody>
      </p:sp>
      <p:sp>
        <p:nvSpPr>
          <p:cNvPr id="37" name="Google Shape;113;p1">
            <a:extLst>
              <a:ext uri="{FF2B5EF4-FFF2-40B4-BE49-F238E27FC236}">
                <a16:creationId xmlns:a16="http://schemas.microsoft.com/office/drawing/2014/main" id="{3FCDC336-D88A-D40B-64B6-666F7731F29C}"/>
              </a:ext>
            </a:extLst>
          </p:cNvPr>
          <p:cNvSpPr/>
          <p:nvPr/>
        </p:nvSpPr>
        <p:spPr>
          <a:xfrm>
            <a:off x="2985840" y="8685000"/>
            <a:ext cx="4277880" cy="598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{signaturerRankShort} {signaturer}</a:t>
            </a:r>
            <a:br>
              <a:rPr lang="en-AU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Officer Commanding</a:t>
            </a:r>
            <a:br>
              <a:rPr lang="en-AU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Australian Special Operations Taskforce HQ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" name="Google Shape;104;p1">
            <a:extLst>
              <a:ext uri="{FF2B5EF4-FFF2-40B4-BE49-F238E27FC236}">
                <a16:creationId xmlns:a16="http://schemas.microsoft.com/office/drawing/2014/main" id="{8B2CAEB1-1A87-B2B9-FE57-5450A4D0356A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14400" y="8354520"/>
            <a:ext cx="1436400" cy="125244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11;p1">
            <a:extLst>
              <a:ext uri="{FF2B5EF4-FFF2-40B4-BE49-F238E27FC236}">
                <a16:creationId xmlns:a16="http://schemas.microsoft.com/office/drawing/2014/main" id="{8C08C87E-6723-5010-5E29-1F910CDBF415}"/>
              </a:ext>
            </a:extLst>
          </p:cNvPr>
          <p:cNvSpPr/>
          <p:nvPr/>
        </p:nvSpPr>
        <p:spPr>
          <a:xfrm>
            <a:off x="934292" y="5735481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algn="ctr"/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I,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signaturerRankFull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signaturer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},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Officer Commanding, Australian Special Operations Taskforce, hereby promote</a:t>
            </a:r>
            <a:endParaRPr lang="en-GB"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" name="Google Shape;1491;p77">
            <a:extLst>
              <a:ext uri="{FF2B5EF4-FFF2-40B4-BE49-F238E27FC236}">
                <a16:creationId xmlns:a16="http://schemas.microsoft.com/office/drawing/2014/main" id="{B08F6724-D6FA-C833-9D72-9714ED53D119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878660" y="2157988"/>
            <a:ext cx="523080" cy="5446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93;p77">
            <a:extLst>
              <a:ext uri="{FF2B5EF4-FFF2-40B4-BE49-F238E27FC236}">
                <a16:creationId xmlns:a16="http://schemas.microsoft.com/office/drawing/2014/main" id="{CBA46A70-5F65-4998-8069-B5467BA2A5FC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615135" y="2719588"/>
            <a:ext cx="523080" cy="5446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65;p81">
            <a:extLst>
              <a:ext uri="{FF2B5EF4-FFF2-40B4-BE49-F238E27FC236}">
                <a16:creationId xmlns:a16="http://schemas.microsoft.com/office/drawing/2014/main" id="{AB947028-BDAA-3295-B8AB-D54392F49FCB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875019" y="1588768"/>
            <a:ext cx="526721" cy="5446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493;p77">
            <a:extLst>
              <a:ext uri="{FF2B5EF4-FFF2-40B4-BE49-F238E27FC236}">
                <a16:creationId xmlns:a16="http://schemas.microsoft.com/office/drawing/2014/main" id="{7D3FFDCA-9C74-C78F-F2A4-F5DE432486FE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148535" y="2719588"/>
            <a:ext cx="523080" cy="54468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14;p1">
            <a:extLst>
              <a:ext uri="{FF2B5EF4-FFF2-40B4-BE49-F238E27FC236}">
                <a16:creationId xmlns:a16="http://schemas.microsoft.com/office/drawing/2014/main" id="{A72D3D33-E40C-807F-DEB4-732C673177EA}"/>
              </a:ext>
            </a:extLst>
          </p:cNvPr>
          <p:cNvSpPr/>
          <p:nvPr/>
        </p:nvSpPr>
        <p:spPr>
          <a:xfrm>
            <a:off x="2932650" y="8215616"/>
            <a:ext cx="4539420" cy="521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{</a:t>
            </a:r>
            <a:r>
              <a:rPr lang="en-AU" sz="2800" b="0" i="1" u="none" strike="noStrike" cap="none" dirty="0" err="1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signaturerRankShort</a:t>
            </a: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} {</a:t>
            </a:r>
            <a:r>
              <a:rPr lang="en-AU" sz="2800" b="0" i="1" u="none" strike="noStrike" cap="none" dirty="0" err="1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signaturer</a:t>
            </a: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}</a:t>
            </a:r>
            <a:endParaRPr sz="2800" b="0" i="0" u="none" strike="noStrike" cap="none" dirty="0">
              <a:solidFill>
                <a:srgbClr val="000000"/>
              </a:solidFill>
              <a:latin typeface="Brush Script MT" panose="03060802040406070304" pitchFamily="66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43096683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A78C3C54-B9C2-7AC2-7327-A8E66967B5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">
            <a:extLst>
              <a:ext uri="{FF2B5EF4-FFF2-40B4-BE49-F238E27FC236}">
                <a16:creationId xmlns:a16="http://schemas.microsoft.com/office/drawing/2014/main" id="{2D4017DE-0991-E757-6C02-9FDCDFBBB02A}"/>
              </a:ext>
            </a:extLst>
          </p:cNvPr>
          <p:cNvSpPr/>
          <p:nvPr/>
        </p:nvSpPr>
        <p:spPr>
          <a:xfrm rot="5400000">
            <a:off x="-1500189" y="1487486"/>
            <a:ext cx="11268076" cy="8293101"/>
          </a:xfrm>
          <a:prstGeom prst="rect">
            <a:avLst/>
          </a:prstGeom>
          <a:blipFill rotWithShape="0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0000" tIns="45000" rIns="90000" bIns="45000" anchor="t" anchorCtr="1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Google Shape;102;p1">
            <a:extLst>
              <a:ext uri="{FF2B5EF4-FFF2-40B4-BE49-F238E27FC236}">
                <a16:creationId xmlns:a16="http://schemas.microsoft.com/office/drawing/2014/main" id="{E96B2FD3-3A96-868D-4478-FD18229D687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10028" t="12535" r="10465" b="20264"/>
          <a:stretch/>
        </p:blipFill>
        <p:spPr>
          <a:xfrm rot="5400000">
            <a:off x="-1521845" y="1469005"/>
            <a:ext cx="11419340" cy="8401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103;p1">
            <a:extLst>
              <a:ext uri="{FF2B5EF4-FFF2-40B4-BE49-F238E27FC236}">
                <a16:creationId xmlns:a16="http://schemas.microsoft.com/office/drawing/2014/main" id="{FF28AD00-5D6E-BEB2-3B1A-FBE9BF82787F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29378" y="738891"/>
            <a:ext cx="6821645" cy="9877373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105;p1">
            <a:extLst>
              <a:ext uri="{FF2B5EF4-FFF2-40B4-BE49-F238E27FC236}">
                <a16:creationId xmlns:a16="http://schemas.microsoft.com/office/drawing/2014/main" id="{02713794-18DC-BD1A-1808-21AC922250D1}"/>
              </a:ext>
            </a:extLst>
          </p:cNvPr>
          <p:cNvSpPr/>
          <p:nvPr/>
        </p:nvSpPr>
        <p:spPr>
          <a:xfrm>
            <a:off x="933609" y="3422520"/>
            <a:ext cx="6419529" cy="737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4200" b="0" i="0" u="none" strike="noStrike" cap="none" dirty="0">
                <a:solidFill>
                  <a:schemeClr val="dk1"/>
                </a:solidFill>
                <a:latin typeface="Old English Text MT" panose="03040902040508030806" pitchFamily="66" charset="0"/>
                <a:sym typeface="Arial"/>
              </a:rPr>
              <a:t>Certificate Of Promotion</a:t>
            </a:r>
            <a:endParaRPr sz="4200" b="0" i="0" u="none" strike="noStrike" cap="none" dirty="0">
              <a:solidFill>
                <a:srgbClr val="000000"/>
              </a:solidFill>
              <a:latin typeface="Old English Text MT" panose="03040902040508030806" pitchFamily="66" charset="0"/>
              <a:sym typeface="Arial"/>
            </a:endParaRPr>
          </a:p>
        </p:txBody>
      </p:sp>
      <p:sp>
        <p:nvSpPr>
          <p:cNvPr id="30" name="Google Shape;106;p1">
            <a:extLst>
              <a:ext uri="{FF2B5EF4-FFF2-40B4-BE49-F238E27FC236}">
                <a16:creationId xmlns:a16="http://schemas.microsoft.com/office/drawing/2014/main" id="{C7147CE9-A98D-006F-3E10-7413BCC79F82}"/>
              </a:ext>
            </a:extLst>
          </p:cNvPr>
          <p:cNvSpPr/>
          <p:nvPr/>
        </p:nvSpPr>
        <p:spPr>
          <a:xfrm>
            <a:off x="933609" y="4124520"/>
            <a:ext cx="6419529" cy="644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36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</a:t>
            </a:r>
            <a:endParaRPr sz="3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" name="Google Shape;107;p1">
            <a:extLst>
              <a:ext uri="{FF2B5EF4-FFF2-40B4-BE49-F238E27FC236}">
                <a16:creationId xmlns:a16="http://schemas.microsoft.com/office/drawing/2014/main" id="{27353E38-B632-A8B4-DE6C-207D932D0110}"/>
              </a:ext>
            </a:extLst>
          </p:cNvPr>
          <p:cNvCxnSpPr/>
          <p:nvPr/>
        </p:nvCxnSpPr>
        <p:spPr>
          <a:xfrm flipH="1">
            <a:off x="3722400" y="8696520"/>
            <a:ext cx="2822040" cy="792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33" name="Google Shape;109;p1">
            <a:extLst>
              <a:ext uri="{FF2B5EF4-FFF2-40B4-BE49-F238E27FC236}">
                <a16:creationId xmlns:a16="http://schemas.microsoft.com/office/drawing/2014/main" id="{B09F22D1-3493-8955-4796-B353AC76B531}"/>
              </a:ext>
            </a:extLst>
          </p:cNvPr>
          <p:cNvSpPr/>
          <p:nvPr/>
        </p:nvSpPr>
        <p:spPr>
          <a:xfrm>
            <a:off x="933609" y="6433920"/>
            <a:ext cx="6419529" cy="583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32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110;p1">
            <a:extLst>
              <a:ext uri="{FF2B5EF4-FFF2-40B4-BE49-F238E27FC236}">
                <a16:creationId xmlns:a16="http://schemas.microsoft.com/office/drawing/2014/main" id="{7632CCE6-9192-0232-031C-F40478BF9421}"/>
              </a:ext>
            </a:extLst>
          </p:cNvPr>
          <p:cNvSpPr/>
          <p:nvPr/>
        </p:nvSpPr>
        <p:spPr>
          <a:xfrm>
            <a:off x="933609" y="7119720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the rank of </a:t>
            </a:r>
            <a:r>
              <a:rPr lang="en-AU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Major General 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 effect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dateNumber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r>
              <a:rPr lang="en-GB" sz="2000" b="0" i="1" u="none" strike="noStrike" cap="none" baseline="30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{suffix}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{date}.</a:t>
            </a:r>
            <a:endParaRPr lang="en-GB"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111;p1">
            <a:extLst>
              <a:ext uri="{FF2B5EF4-FFF2-40B4-BE49-F238E27FC236}">
                <a16:creationId xmlns:a16="http://schemas.microsoft.com/office/drawing/2014/main" id="{2263B4F2-927A-BA76-A50C-424CDA927AF8}"/>
              </a:ext>
            </a:extLst>
          </p:cNvPr>
          <p:cNvSpPr/>
          <p:nvPr/>
        </p:nvSpPr>
        <p:spPr>
          <a:xfrm>
            <a:off x="933609" y="4820400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 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has completed all necessary trainings and been deemed suitable in all areas required for promotion.</a:t>
            </a:r>
          </a:p>
        </p:txBody>
      </p:sp>
      <p:sp>
        <p:nvSpPr>
          <p:cNvPr id="37" name="Google Shape;113;p1">
            <a:extLst>
              <a:ext uri="{FF2B5EF4-FFF2-40B4-BE49-F238E27FC236}">
                <a16:creationId xmlns:a16="http://schemas.microsoft.com/office/drawing/2014/main" id="{FD3E2040-61D1-9C9A-3303-F36D07C1F968}"/>
              </a:ext>
            </a:extLst>
          </p:cNvPr>
          <p:cNvSpPr/>
          <p:nvPr/>
        </p:nvSpPr>
        <p:spPr>
          <a:xfrm>
            <a:off x="2985840" y="8685000"/>
            <a:ext cx="4277880" cy="598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{signaturerRankShort} {signaturer}</a:t>
            </a:r>
            <a:br>
              <a:rPr lang="en-AU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Officer Commanding</a:t>
            </a:r>
            <a:br>
              <a:rPr lang="en-AU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Australian Special Operations Taskforce HQ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" name="Google Shape;104;p1">
            <a:extLst>
              <a:ext uri="{FF2B5EF4-FFF2-40B4-BE49-F238E27FC236}">
                <a16:creationId xmlns:a16="http://schemas.microsoft.com/office/drawing/2014/main" id="{F84953F4-A4AA-E386-1798-852F72E7582B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14400" y="8354520"/>
            <a:ext cx="1436400" cy="125244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11;p1">
            <a:extLst>
              <a:ext uri="{FF2B5EF4-FFF2-40B4-BE49-F238E27FC236}">
                <a16:creationId xmlns:a16="http://schemas.microsoft.com/office/drawing/2014/main" id="{C0E68068-999D-1C5E-91B2-32901AA72886}"/>
              </a:ext>
            </a:extLst>
          </p:cNvPr>
          <p:cNvSpPr/>
          <p:nvPr/>
        </p:nvSpPr>
        <p:spPr>
          <a:xfrm>
            <a:off x="934292" y="5735481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algn="ctr"/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I,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signaturerRankFull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signaturer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},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Officer Commanding, Australian Special Operations Taskforce, hereby promote</a:t>
            </a:r>
            <a:endParaRPr lang="en-GB"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" name="Google Shape;1624;p84" descr="A gold crown and sword&#10;&#10;Description automatically generated">
            <a:extLst>
              <a:ext uri="{FF2B5EF4-FFF2-40B4-BE49-F238E27FC236}">
                <a16:creationId xmlns:a16="http://schemas.microsoft.com/office/drawing/2014/main" id="{68A87C57-3409-EFF1-9652-920F12F4BB47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 l="21714" t="49230" r="20815" b="14720"/>
          <a:stretch/>
        </p:blipFill>
        <p:spPr>
          <a:xfrm>
            <a:off x="3590652" y="2319982"/>
            <a:ext cx="1175295" cy="7372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491;p77">
            <a:extLst>
              <a:ext uri="{FF2B5EF4-FFF2-40B4-BE49-F238E27FC236}">
                <a16:creationId xmlns:a16="http://schemas.microsoft.com/office/drawing/2014/main" id="{18997E7A-E620-8DEC-4DB6-5FE154162C68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888185" y="1889150"/>
            <a:ext cx="523080" cy="54468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14;p1">
            <a:extLst>
              <a:ext uri="{FF2B5EF4-FFF2-40B4-BE49-F238E27FC236}">
                <a16:creationId xmlns:a16="http://schemas.microsoft.com/office/drawing/2014/main" id="{97384D5C-46CE-B951-6E5C-81C818C57FF2}"/>
              </a:ext>
            </a:extLst>
          </p:cNvPr>
          <p:cNvSpPr/>
          <p:nvPr/>
        </p:nvSpPr>
        <p:spPr>
          <a:xfrm>
            <a:off x="2932650" y="8215616"/>
            <a:ext cx="4539420" cy="521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{</a:t>
            </a:r>
            <a:r>
              <a:rPr lang="en-AU" sz="2800" b="0" i="1" u="none" strike="noStrike" cap="none" dirty="0" err="1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signaturerRankShort</a:t>
            </a: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} {</a:t>
            </a:r>
            <a:r>
              <a:rPr lang="en-AU" sz="2800" b="0" i="1" u="none" strike="noStrike" cap="none" dirty="0" err="1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signaturer</a:t>
            </a: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}</a:t>
            </a:r>
            <a:endParaRPr sz="2800" b="0" i="0" u="none" strike="noStrike" cap="none" dirty="0">
              <a:solidFill>
                <a:srgbClr val="000000"/>
              </a:solidFill>
              <a:latin typeface="Brush Script MT" panose="03060802040406070304" pitchFamily="66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02432083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C939C78D-977B-4AFB-C844-14D871D20D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">
            <a:extLst>
              <a:ext uri="{FF2B5EF4-FFF2-40B4-BE49-F238E27FC236}">
                <a16:creationId xmlns:a16="http://schemas.microsoft.com/office/drawing/2014/main" id="{820CBBEF-7FAB-92F0-4770-738BB6D1E1C3}"/>
              </a:ext>
            </a:extLst>
          </p:cNvPr>
          <p:cNvSpPr/>
          <p:nvPr/>
        </p:nvSpPr>
        <p:spPr>
          <a:xfrm rot="5400000">
            <a:off x="-1500189" y="1487486"/>
            <a:ext cx="11268076" cy="8293101"/>
          </a:xfrm>
          <a:prstGeom prst="rect">
            <a:avLst/>
          </a:prstGeom>
          <a:blipFill rotWithShape="0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0000" tIns="45000" rIns="90000" bIns="45000" anchor="t" anchorCtr="1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Google Shape;102;p1">
            <a:extLst>
              <a:ext uri="{FF2B5EF4-FFF2-40B4-BE49-F238E27FC236}">
                <a16:creationId xmlns:a16="http://schemas.microsoft.com/office/drawing/2014/main" id="{C7DD1449-DD52-9E9A-4E8A-F90563A770FD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10028" t="12535" r="10465" b="20264"/>
          <a:stretch/>
        </p:blipFill>
        <p:spPr>
          <a:xfrm rot="5400000">
            <a:off x="-1521845" y="1469005"/>
            <a:ext cx="11419340" cy="8401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103;p1">
            <a:extLst>
              <a:ext uri="{FF2B5EF4-FFF2-40B4-BE49-F238E27FC236}">
                <a16:creationId xmlns:a16="http://schemas.microsoft.com/office/drawing/2014/main" id="{4394FBF3-DC41-1313-375D-DCB33A2145B5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29378" y="738891"/>
            <a:ext cx="6821645" cy="9877373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105;p1">
            <a:extLst>
              <a:ext uri="{FF2B5EF4-FFF2-40B4-BE49-F238E27FC236}">
                <a16:creationId xmlns:a16="http://schemas.microsoft.com/office/drawing/2014/main" id="{51D846DA-F3C5-7FE0-5642-FC8439B2BBEC}"/>
              </a:ext>
            </a:extLst>
          </p:cNvPr>
          <p:cNvSpPr/>
          <p:nvPr/>
        </p:nvSpPr>
        <p:spPr>
          <a:xfrm>
            <a:off x="933609" y="3422520"/>
            <a:ext cx="6419529" cy="737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4200" b="0" i="0" u="none" strike="noStrike" cap="none" dirty="0">
                <a:solidFill>
                  <a:schemeClr val="dk1"/>
                </a:solidFill>
                <a:latin typeface="Old English Text MT" panose="03040902040508030806" pitchFamily="66" charset="0"/>
                <a:sym typeface="Arial"/>
              </a:rPr>
              <a:t>Certificate Of Promotion</a:t>
            </a:r>
            <a:endParaRPr sz="4200" b="0" i="0" u="none" strike="noStrike" cap="none" dirty="0">
              <a:solidFill>
                <a:srgbClr val="000000"/>
              </a:solidFill>
              <a:latin typeface="Old English Text MT" panose="03040902040508030806" pitchFamily="66" charset="0"/>
              <a:sym typeface="Arial"/>
            </a:endParaRPr>
          </a:p>
        </p:txBody>
      </p:sp>
      <p:sp>
        <p:nvSpPr>
          <p:cNvPr id="30" name="Google Shape;106;p1">
            <a:extLst>
              <a:ext uri="{FF2B5EF4-FFF2-40B4-BE49-F238E27FC236}">
                <a16:creationId xmlns:a16="http://schemas.microsoft.com/office/drawing/2014/main" id="{F4B02AA1-2C7D-9453-3A59-F4016ACE73A6}"/>
              </a:ext>
            </a:extLst>
          </p:cNvPr>
          <p:cNvSpPr/>
          <p:nvPr/>
        </p:nvSpPr>
        <p:spPr>
          <a:xfrm>
            <a:off x="933609" y="4124520"/>
            <a:ext cx="6419529" cy="644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36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</a:t>
            </a:r>
            <a:endParaRPr sz="3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" name="Google Shape;107;p1">
            <a:extLst>
              <a:ext uri="{FF2B5EF4-FFF2-40B4-BE49-F238E27FC236}">
                <a16:creationId xmlns:a16="http://schemas.microsoft.com/office/drawing/2014/main" id="{3E0FCF93-9882-0D35-A4D8-7B5DE0D1AD94}"/>
              </a:ext>
            </a:extLst>
          </p:cNvPr>
          <p:cNvCxnSpPr/>
          <p:nvPr/>
        </p:nvCxnSpPr>
        <p:spPr>
          <a:xfrm flipH="1">
            <a:off x="3722400" y="8696520"/>
            <a:ext cx="2822040" cy="792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33" name="Google Shape;109;p1">
            <a:extLst>
              <a:ext uri="{FF2B5EF4-FFF2-40B4-BE49-F238E27FC236}">
                <a16:creationId xmlns:a16="http://schemas.microsoft.com/office/drawing/2014/main" id="{8FADD67C-51B0-4ECB-2DF7-82A0C22AFD38}"/>
              </a:ext>
            </a:extLst>
          </p:cNvPr>
          <p:cNvSpPr/>
          <p:nvPr/>
        </p:nvSpPr>
        <p:spPr>
          <a:xfrm>
            <a:off x="933609" y="6433920"/>
            <a:ext cx="6419529" cy="583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32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110;p1">
            <a:extLst>
              <a:ext uri="{FF2B5EF4-FFF2-40B4-BE49-F238E27FC236}">
                <a16:creationId xmlns:a16="http://schemas.microsoft.com/office/drawing/2014/main" id="{2FC3AB16-C2ED-6448-11F0-D8CB08D0A0C7}"/>
              </a:ext>
            </a:extLst>
          </p:cNvPr>
          <p:cNvSpPr/>
          <p:nvPr/>
        </p:nvSpPr>
        <p:spPr>
          <a:xfrm>
            <a:off x="933609" y="7119720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the rank of </a:t>
            </a:r>
            <a:r>
              <a:rPr lang="en-AU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Lieutenant General 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 effect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dateNumber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r>
              <a:rPr lang="en-GB" sz="2000" b="0" i="1" u="none" strike="noStrike" cap="none" baseline="30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{suffix}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{date}.</a:t>
            </a:r>
            <a:endParaRPr lang="en-GB"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111;p1">
            <a:extLst>
              <a:ext uri="{FF2B5EF4-FFF2-40B4-BE49-F238E27FC236}">
                <a16:creationId xmlns:a16="http://schemas.microsoft.com/office/drawing/2014/main" id="{53C421A2-A173-5B4C-97D2-1EAA9F2E2724}"/>
              </a:ext>
            </a:extLst>
          </p:cNvPr>
          <p:cNvSpPr/>
          <p:nvPr/>
        </p:nvSpPr>
        <p:spPr>
          <a:xfrm>
            <a:off x="933609" y="4820400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 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has completed all necessary trainings and been deemed suitable in all areas required for promotion.</a:t>
            </a:r>
          </a:p>
        </p:txBody>
      </p:sp>
      <p:sp>
        <p:nvSpPr>
          <p:cNvPr id="37" name="Google Shape;113;p1">
            <a:extLst>
              <a:ext uri="{FF2B5EF4-FFF2-40B4-BE49-F238E27FC236}">
                <a16:creationId xmlns:a16="http://schemas.microsoft.com/office/drawing/2014/main" id="{C99966DE-93A4-4A81-860F-6B98B545827A}"/>
              </a:ext>
            </a:extLst>
          </p:cNvPr>
          <p:cNvSpPr/>
          <p:nvPr/>
        </p:nvSpPr>
        <p:spPr>
          <a:xfrm>
            <a:off x="2985840" y="8685000"/>
            <a:ext cx="4277880" cy="598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{signaturerRankShort} {signaturer}</a:t>
            </a:r>
            <a:br>
              <a:rPr lang="en-AU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Officer Commanding</a:t>
            </a:r>
            <a:br>
              <a:rPr lang="en-AU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Australian Special Operations Taskforce HQ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" name="Google Shape;104;p1">
            <a:extLst>
              <a:ext uri="{FF2B5EF4-FFF2-40B4-BE49-F238E27FC236}">
                <a16:creationId xmlns:a16="http://schemas.microsoft.com/office/drawing/2014/main" id="{7592AAAD-1224-1622-6FB6-691E2FD7BB85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14400" y="8354520"/>
            <a:ext cx="1436400" cy="125244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11;p1">
            <a:extLst>
              <a:ext uri="{FF2B5EF4-FFF2-40B4-BE49-F238E27FC236}">
                <a16:creationId xmlns:a16="http://schemas.microsoft.com/office/drawing/2014/main" id="{37F1809B-927D-1CE2-9E64-67786060D7D4}"/>
              </a:ext>
            </a:extLst>
          </p:cNvPr>
          <p:cNvSpPr/>
          <p:nvPr/>
        </p:nvSpPr>
        <p:spPr>
          <a:xfrm>
            <a:off x="934292" y="5735481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algn="ctr"/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I,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signaturerRankFull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signaturer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},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Officer Commanding, Australian Special Operations Taskforce, hereby promote</a:t>
            </a:r>
            <a:endParaRPr lang="en-GB"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" name="Google Shape;1565;p81">
            <a:extLst>
              <a:ext uri="{FF2B5EF4-FFF2-40B4-BE49-F238E27FC236}">
                <a16:creationId xmlns:a16="http://schemas.microsoft.com/office/drawing/2014/main" id="{2C13D6E4-D84B-BC49-F700-514F1D8A804A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875019" y="1869758"/>
            <a:ext cx="526721" cy="5446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624;p84" descr="A gold crown and sword&#10;&#10;Description automatically generated">
            <a:extLst>
              <a:ext uri="{FF2B5EF4-FFF2-40B4-BE49-F238E27FC236}">
                <a16:creationId xmlns:a16="http://schemas.microsoft.com/office/drawing/2014/main" id="{4E7A6A8C-45D1-B8BF-E9A5-63DBF6BEFEAE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 l="21714" t="49230" r="20815" b="14720"/>
          <a:stretch/>
        </p:blipFill>
        <p:spPr>
          <a:xfrm>
            <a:off x="3590652" y="2319982"/>
            <a:ext cx="1175295" cy="73721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14;p1">
            <a:extLst>
              <a:ext uri="{FF2B5EF4-FFF2-40B4-BE49-F238E27FC236}">
                <a16:creationId xmlns:a16="http://schemas.microsoft.com/office/drawing/2014/main" id="{064E0CF6-F1BE-5285-65E8-C9EB91BC1792}"/>
              </a:ext>
            </a:extLst>
          </p:cNvPr>
          <p:cNvSpPr/>
          <p:nvPr/>
        </p:nvSpPr>
        <p:spPr>
          <a:xfrm>
            <a:off x="2932650" y="8215616"/>
            <a:ext cx="4539420" cy="521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{</a:t>
            </a:r>
            <a:r>
              <a:rPr lang="en-AU" sz="2800" b="0" i="1" u="none" strike="noStrike" cap="none" dirty="0" err="1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signaturerRankShort</a:t>
            </a: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} {</a:t>
            </a:r>
            <a:r>
              <a:rPr lang="en-AU" sz="2800" b="0" i="1" u="none" strike="noStrike" cap="none" dirty="0" err="1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signaturer</a:t>
            </a: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}</a:t>
            </a:r>
            <a:endParaRPr sz="2800" b="0" i="0" u="none" strike="noStrike" cap="none" dirty="0">
              <a:solidFill>
                <a:srgbClr val="000000"/>
              </a:solidFill>
              <a:latin typeface="Brush Script MT" panose="03060802040406070304" pitchFamily="66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39522062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803CF49E-4547-04E4-A6BC-D01E583F07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">
            <a:extLst>
              <a:ext uri="{FF2B5EF4-FFF2-40B4-BE49-F238E27FC236}">
                <a16:creationId xmlns:a16="http://schemas.microsoft.com/office/drawing/2014/main" id="{0D7CA7D0-BC45-A106-05F7-5A66E92C789F}"/>
              </a:ext>
            </a:extLst>
          </p:cNvPr>
          <p:cNvSpPr/>
          <p:nvPr/>
        </p:nvSpPr>
        <p:spPr>
          <a:xfrm rot="5400000">
            <a:off x="-1500189" y="1487486"/>
            <a:ext cx="11268076" cy="8293101"/>
          </a:xfrm>
          <a:prstGeom prst="rect">
            <a:avLst/>
          </a:prstGeom>
          <a:blipFill rotWithShape="0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0000" tIns="45000" rIns="90000" bIns="45000" anchor="t" anchorCtr="1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Google Shape;102;p1">
            <a:extLst>
              <a:ext uri="{FF2B5EF4-FFF2-40B4-BE49-F238E27FC236}">
                <a16:creationId xmlns:a16="http://schemas.microsoft.com/office/drawing/2014/main" id="{D9B0821D-F73D-D764-9962-4C8CC2432F8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10028" t="12535" r="10465" b="20264"/>
          <a:stretch/>
        </p:blipFill>
        <p:spPr>
          <a:xfrm rot="5400000">
            <a:off x="-1521845" y="1469005"/>
            <a:ext cx="11419340" cy="8401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103;p1">
            <a:extLst>
              <a:ext uri="{FF2B5EF4-FFF2-40B4-BE49-F238E27FC236}">
                <a16:creationId xmlns:a16="http://schemas.microsoft.com/office/drawing/2014/main" id="{180A8683-6C16-EC94-B87B-8201FAB05658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29378" y="738891"/>
            <a:ext cx="6821645" cy="9877373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105;p1">
            <a:extLst>
              <a:ext uri="{FF2B5EF4-FFF2-40B4-BE49-F238E27FC236}">
                <a16:creationId xmlns:a16="http://schemas.microsoft.com/office/drawing/2014/main" id="{8EA8DBEE-F943-016D-0BF7-13EFA4DC9D21}"/>
              </a:ext>
            </a:extLst>
          </p:cNvPr>
          <p:cNvSpPr/>
          <p:nvPr/>
        </p:nvSpPr>
        <p:spPr>
          <a:xfrm>
            <a:off x="933609" y="3422520"/>
            <a:ext cx="6419529" cy="737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4200" b="0" i="0" u="none" strike="noStrike" cap="none" dirty="0">
                <a:solidFill>
                  <a:schemeClr val="dk1"/>
                </a:solidFill>
                <a:latin typeface="Old English Text MT" panose="03040902040508030806" pitchFamily="66" charset="0"/>
                <a:sym typeface="Arial"/>
              </a:rPr>
              <a:t>Certificate Of Promotion</a:t>
            </a:r>
            <a:endParaRPr sz="4200" b="0" i="0" u="none" strike="noStrike" cap="none" dirty="0">
              <a:solidFill>
                <a:srgbClr val="000000"/>
              </a:solidFill>
              <a:latin typeface="Old English Text MT" panose="03040902040508030806" pitchFamily="66" charset="0"/>
              <a:sym typeface="Arial"/>
            </a:endParaRPr>
          </a:p>
        </p:txBody>
      </p:sp>
      <p:sp>
        <p:nvSpPr>
          <p:cNvPr id="30" name="Google Shape;106;p1">
            <a:extLst>
              <a:ext uri="{FF2B5EF4-FFF2-40B4-BE49-F238E27FC236}">
                <a16:creationId xmlns:a16="http://schemas.microsoft.com/office/drawing/2014/main" id="{9FEDCB92-DA73-F58A-D604-340A76FD06AB}"/>
              </a:ext>
            </a:extLst>
          </p:cNvPr>
          <p:cNvSpPr/>
          <p:nvPr/>
        </p:nvSpPr>
        <p:spPr>
          <a:xfrm>
            <a:off x="933609" y="4124520"/>
            <a:ext cx="6419529" cy="644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36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</a:t>
            </a:r>
            <a:endParaRPr sz="3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" name="Google Shape;107;p1">
            <a:extLst>
              <a:ext uri="{FF2B5EF4-FFF2-40B4-BE49-F238E27FC236}">
                <a16:creationId xmlns:a16="http://schemas.microsoft.com/office/drawing/2014/main" id="{9BD115AC-F508-9AE3-A428-82A3BF5A0F34}"/>
              </a:ext>
            </a:extLst>
          </p:cNvPr>
          <p:cNvCxnSpPr/>
          <p:nvPr/>
        </p:nvCxnSpPr>
        <p:spPr>
          <a:xfrm flipH="1">
            <a:off x="3722400" y="8696520"/>
            <a:ext cx="2822040" cy="792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33" name="Google Shape;109;p1">
            <a:extLst>
              <a:ext uri="{FF2B5EF4-FFF2-40B4-BE49-F238E27FC236}">
                <a16:creationId xmlns:a16="http://schemas.microsoft.com/office/drawing/2014/main" id="{5B2B1CD4-3CA4-9404-746D-27A99AA7DB1C}"/>
              </a:ext>
            </a:extLst>
          </p:cNvPr>
          <p:cNvSpPr/>
          <p:nvPr/>
        </p:nvSpPr>
        <p:spPr>
          <a:xfrm>
            <a:off x="933609" y="6433920"/>
            <a:ext cx="6419529" cy="583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32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110;p1">
            <a:extLst>
              <a:ext uri="{FF2B5EF4-FFF2-40B4-BE49-F238E27FC236}">
                <a16:creationId xmlns:a16="http://schemas.microsoft.com/office/drawing/2014/main" id="{25F1F9A2-0380-F7F0-6856-A9FA3D495461}"/>
              </a:ext>
            </a:extLst>
          </p:cNvPr>
          <p:cNvSpPr/>
          <p:nvPr/>
        </p:nvSpPr>
        <p:spPr>
          <a:xfrm>
            <a:off x="933609" y="7119720"/>
            <a:ext cx="6419529" cy="3986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the rank of </a:t>
            </a:r>
            <a:r>
              <a:rPr lang="en-AU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General 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 effect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dateNumber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r>
              <a:rPr lang="en-GB" sz="2000" b="0" i="1" u="none" strike="noStrike" cap="none" baseline="30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{suffix}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{date}.</a:t>
            </a:r>
            <a:endParaRPr lang="en-GB"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111;p1">
            <a:extLst>
              <a:ext uri="{FF2B5EF4-FFF2-40B4-BE49-F238E27FC236}">
                <a16:creationId xmlns:a16="http://schemas.microsoft.com/office/drawing/2014/main" id="{5C852D8E-1DF1-F72B-B184-383B5B3799A2}"/>
              </a:ext>
            </a:extLst>
          </p:cNvPr>
          <p:cNvSpPr/>
          <p:nvPr/>
        </p:nvSpPr>
        <p:spPr>
          <a:xfrm>
            <a:off x="933609" y="4820400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 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has completed all necessary trainings and been deemed suitable in all areas required for promotion.</a:t>
            </a:r>
          </a:p>
        </p:txBody>
      </p:sp>
      <p:sp>
        <p:nvSpPr>
          <p:cNvPr id="37" name="Google Shape;113;p1">
            <a:extLst>
              <a:ext uri="{FF2B5EF4-FFF2-40B4-BE49-F238E27FC236}">
                <a16:creationId xmlns:a16="http://schemas.microsoft.com/office/drawing/2014/main" id="{3E935875-52E3-7DD1-9FE2-7F874F581926}"/>
              </a:ext>
            </a:extLst>
          </p:cNvPr>
          <p:cNvSpPr/>
          <p:nvPr/>
        </p:nvSpPr>
        <p:spPr>
          <a:xfrm>
            <a:off x="2985840" y="8685000"/>
            <a:ext cx="4277880" cy="598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{signaturerRankShort} {signaturer}</a:t>
            </a:r>
            <a:br>
              <a:rPr lang="en-AU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Officer Commanding</a:t>
            </a:r>
            <a:br>
              <a:rPr lang="en-AU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Australian Special Operations Taskforce HQ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" name="Google Shape;104;p1">
            <a:extLst>
              <a:ext uri="{FF2B5EF4-FFF2-40B4-BE49-F238E27FC236}">
                <a16:creationId xmlns:a16="http://schemas.microsoft.com/office/drawing/2014/main" id="{DDB7F63D-6047-EE21-E819-3163D1C572E8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14400" y="8354520"/>
            <a:ext cx="1436400" cy="125244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11;p1">
            <a:extLst>
              <a:ext uri="{FF2B5EF4-FFF2-40B4-BE49-F238E27FC236}">
                <a16:creationId xmlns:a16="http://schemas.microsoft.com/office/drawing/2014/main" id="{3D7B1919-1250-9155-5506-587B0DB4062B}"/>
              </a:ext>
            </a:extLst>
          </p:cNvPr>
          <p:cNvSpPr/>
          <p:nvPr/>
        </p:nvSpPr>
        <p:spPr>
          <a:xfrm>
            <a:off x="934292" y="5735481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algn="ctr"/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I,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signaturerRankFull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signaturer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},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Officer Commanding, Australian Special Operations Taskforce, hereby promote</a:t>
            </a:r>
            <a:endParaRPr lang="en-GB"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" name="Google Shape;1624;p84" descr="A gold crown and sword&#10;&#10;Description automatically generated">
            <a:extLst>
              <a:ext uri="{FF2B5EF4-FFF2-40B4-BE49-F238E27FC236}">
                <a16:creationId xmlns:a16="http://schemas.microsoft.com/office/drawing/2014/main" id="{83EBDAE9-932E-489B-FC14-46AB5C96550D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 l="21714" t="49230" r="20815" b="14720"/>
          <a:stretch/>
        </p:blipFill>
        <p:spPr>
          <a:xfrm>
            <a:off x="3590652" y="2567632"/>
            <a:ext cx="1175295" cy="73721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1491;p77">
            <a:extLst>
              <a:ext uri="{FF2B5EF4-FFF2-40B4-BE49-F238E27FC236}">
                <a16:creationId xmlns:a16="http://schemas.microsoft.com/office/drawing/2014/main" id="{CDD5B071-1808-1729-3713-9E15CEEBD33B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888185" y="2136800"/>
            <a:ext cx="523080" cy="5446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1565;p81">
            <a:extLst>
              <a:ext uri="{FF2B5EF4-FFF2-40B4-BE49-F238E27FC236}">
                <a16:creationId xmlns:a16="http://schemas.microsoft.com/office/drawing/2014/main" id="{DBBE0DAB-7950-16BF-E27C-BA8EF0F2F65C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3884544" y="1522093"/>
            <a:ext cx="526721" cy="54468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14;p1">
            <a:extLst>
              <a:ext uri="{FF2B5EF4-FFF2-40B4-BE49-F238E27FC236}">
                <a16:creationId xmlns:a16="http://schemas.microsoft.com/office/drawing/2014/main" id="{E4D5BC8B-53D1-5E25-1431-9C3471EDACBD}"/>
              </a:ext>
            </a:extLst>
          </p:cNvPr>
          <p:cNvSpPr/>
          <p:nvPr/>
        </p:nvSpPr>
        <p:spPr>
          <a:xfrm>
            <a:off x="2932650" y="8215616"/>
            <a:ext cx="4539420" cy="521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{</a:t>
            </a:r>
            <a:r>
              <a:rPr lang="en-AU" sz="2800" b="0" i="1" u="none" strike="noStrike" cap="none" dirty="0" err="1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signaturerRankShort</a:t>
            </a: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} {</a:t>
            </a:r>
            <a:r>
              <a:rPr lang="en-AU" sz="2800" b="0" i="1" u="none" strike="noStrike" cap="none" dirty="0" err="1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signaturer</a:t>
            </a: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}</a:t>
            </a:r>
            <a:endParaRPr sz="2800" b="0" i="0" u="none" strike="noStrike" cap="none" dirty="0">
              <a:solidFill>
                <a:srgbClr val="000000"/>
              </a:solidFill>
              <a:latin typeface="Brush Script MT" panose="03060802040406070304" pitchFamily="66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57355742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70710CE1-372B-0826-F2AF-541568CCFC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">
            <a:extLst>
              <a:ext uri="{FF2B5EF4-FFF2-40B4-BE49-F238E27FC236}">
                <a16:creationId xmlns:a16="http://schemas.microsoft.com/office/drawing/2014/main" id="{50977DF4-B7CD-6C3F-8626-EC1C0BFED579}"/>
              </a:ext>
            </a:extLst>
          </p:cNvPr>
          <p:cNvSpPr/>
          <p:nvPr/>
        </p:nvSpPr>
        <p:spPr>
          <a:xfrm rot="5400000">
            <a:off x="-1500189" y="1487486"/>
            <a:ext cx="11268076" cy="8293101"/>
          </a:xfrm>
          <a:prstGeom prst="rect">
            <a:avLst/>
          </a:prstGeom>
          <a:blipFill rotWithShape="0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0000" tIns="45000" rIns="90000" bIns="45000" anchor="t" anchorCtr="1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Google Shape;102;p1">
            <a:extLst>
              <a:ext uri="{FF2B5EF4-FFF2-40B4-BE49-F238E27FC236}">
                <a16:creationId xmlns:a16="http://schemas.microsoft.com/office/drawing/2014/main" id="{C0AB1B05-FA1A-F92E-6520-380046689BD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10028" t="12535" r="10465" b="20264"/>
          <a:stretch/>
        </p:blipFill>
        <p:spPr>
          <a:xfrm rot="5400000">
            <a:off x="-1521845" y="1469005"/>
            <a:ext cx="11419340" cy="8401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103;p1">
            <a:extLst>
              <a:ext uri="{FF2B5EF4-FFF2-40B4-BE49-F238E27FC236}">
                <a16:creationId xmlns:a16="http://schemas.microsoft.com/office/drawing/2014/main" id="{657AFF69-2C17-F65C-21AA-E8981BBA4AA0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29378" y="738891"/>
            <a:ext cx="6821645" cy="9877373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105;p1">
            <a:extLst>
              <a:ext uri="{FF2B5EF4-FFF2-40B4-BE49-F238E27FC236}">
                <a16:creationId xmlns:a16="http://schemas.microsoft.com/office/drawing/2014/main" id="{7FF42669-8E92-0A12-8E82-819A35D5D548}"/>
              </a:ext>
            </a:extLst>
          </p:cNvPr>
          <p:cNvSpPr/>
          <p:nvPr/>
        </p:nvSpPr>
        <p:spPr>
          <a:xfrm>
            <a:off x="933609" y="3422520"/>
            <a:ext cx="6419529" cy="737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4200" b="0" i="0" u="none" strike="noStrike" cap="none" dirty="0">
                <a:solidFill>
                  <a:schemeClr val="dk1"/>
                </a:solidFill>
                <a:latin typeface="Old English Text MT" panose="03040902040508030806" pitchFamily="66" charset="0"/>
                <a:sym typeface="Arial"/>
              </a:rPr>
              <a:t>Certificate Of Promotion</a:t>
            </a:r>
            <a:endParaRPr sz="4200" b="0" i="0" u="none" strike="noStrike" cap="none" dirty="0">
              <a:solidFill>
                <a:srgbClr val="000000"/>
              </a:solidFill>
              <a:latin typeface="Old English Text MT" panose="03040902040508030806" pitchFamily="66" charset="0"/>
              <a:sym typeface="Arial"/>
            </a:endParaRPr>
          </a:p>
        </p:txBody>
      </p:sp>
      <p:sp>
        <p:nvSpPr>
          <p:cNvPr id="30" name="Google Shape;106;p1">
            <a:extLst>
              <a:ext uri="{FF2B5EF4-FFF2-40B4-BE49-F238E27FC236}">
                <a16:creationId xmlns:a16="http://schemas.microsoft.com/office/drawing/2014/main" id="{AC82E2EA-72DF-4FE5-D87C-64D1A127F10F}"/>
              </a:ext>
            </a:extLst>
          </p:cNvPr>
          <p:cNvSpPr/>
          <p:nvPr/>
        </p:nvSpPr>
        <p:spPr>
          <a:xfrm>
            <a:off x="933609" y="4124520"/>
            <a:ext cx="6419529" cy="644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36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</a:t>
            </a:r>
            <a:endParaRPr sz="3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" name="Google Shape;107;p1">
            <a:extLst>
              <a:ext uri="{FF2B5EF4-FFF2-40B4-BE49-F238E27FC236}">
                <a16:creationId xmlns:a16="http://schemas.microsoft.com/office/drawing/2014/main" id="{E820A4AB-087C-54AF-FF1F-C49866EE25F5}"/>
              </a:ext>
            </a:extLst>
          </p:cNvPr>
          <p:cNvCxnSpPr/>
          <p:nvPr/>
        </p:nvCxnSpPr>
        <p:spPr>
          <a:xfrm flipH="1">
            <a:off x="3722400" y="8696520"/>
            <a:ext cx="2822040" cy="792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33" name="Google Shape;109;p1">
            <a:extLst>
              <a:ext uri="{FF2B5EF4-FFF2-40B4-BE49-F238E27FC236}">
                <a16:creationId xmlns:a16="http://schemas.microsoft.com/office/drawing/2014/main" id="{C3C9A5BA-E64B-4FE4-E851-185621ED8153}"/>
              </a:ext>
            </a:extLst>
          </p:cNvPr>
          <p:cNvSpPr/>
          <p:nvPr/>
        </p:nvSpPr>
        <p:spPr>
          <a:xfrm>
            <a:off x="933609" y="6433920"/>
            <a:ext cx="6419529" cy="583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32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110;p1">
            <a:extLst>
              <a:ext uri="{FF2B5EF4-FFF2-40B4-BE49-F238E27FC236}">
                <a16:creationId xmlns:a16="http://schemas.microsoft.com/office/drawing/2014/main" id="{3B58F913-7C3E-0179-CA47-6708EF3A10C7}"/>
              </a:ext>
            </a:extLst>
          </p:cNvPr>
          <p:cNvSpPr/>
          <p:nvPr/>
        </p:nvSpPr>
        <p:spPr>
          <a:xfrm>
            <a:off x="933609" y="7119720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the rank of </a:t>
            </a:r>
            <a:r>
              <a:rPr lang="en-AU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Chief of Australian Special Operations Taskforce 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 effect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dateNumber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r>
              <a:rPr lang="en-GB" sz="2000" b="0" i="1" u="none" strike="noStrike" cap="none" baseline="30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{suffix}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{date}.</a:t>
            </a:r>
            <a:endParaRPr lang="en-GB"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111;p1">
            <a:extLst>
              <a:ext uri="{FF2B5EF4-FFF2-40B4-BE49-F238E27FC236}">
                <a16:creationId xmlns:a16="http://schemas.microsoft.com/office/drawing/2014/main" id="{28F3A3C3-050A-0A25-8325-DC190A0C9175}"/>
              </a:ext>
            </a:extLst>
          </p:cNvPr>
          <p:cNvSpPr/>
          <p:nvPr/>
        </p:nvSpPr>
        <p:spPr>
          <a:xfrm>
            <a:off x="933609" y="4820400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 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has completed all necessary trainings and been deemed suitable in all areas required for promotion.</a:t>
            </a:r>
          </a:p>
        </p:txBody>
      </p:sp>
      <p:sp>
        <p:nvSpPr>
          <p:cNvPr id="37" name="Google Shape;113;p1">
            <a:extLst>
              <a:ext uri="{FF2B5EF4-FFF2-40B4-BE49-F238E27FC236}">
                <a16:creationId xmlns:a16="http://schemas.microsoft.com/office/drawing/2014/main" id="{8E2351A7-12C7-FB9C-5CAA-F07761C9F406}"/>
              </a:ext>
            </a:extLst>
          </p:cNvPr>
          <p:cNvSpPr/>
          <p:nvPr/>
        </p:nvSpPr>
        <p:spPr>
          <a:xfrm>
            <a:off x="2985840" y="8685000"/>
            <a:ext cx="4277880" cy="598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{signaturerRankShort} {signaturer}</a:t>
            </a:r>
            <a:br>
              <a:rPr lang="en-AU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Officer Commanding</a:t>
            </a:r>
            <a:br>
              <a:rPr lang="en-AU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Australian Special Operations Taskforce HQ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" name="Google Shape;104;p1">
            <a:extLst>
              <a:ext uri="{FF2B5EF4-FFF2-40B4-BE49-F238E27FC236}">
                <a16:creationId xmlns:a16="http://schemas.microsoft.com/office/drawing/2014/main" id="{7F863C78-CD4D-33D5-090A-C40A3C0F4E8C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14400" y="8354520"/>
            <a:ext cx="1436400" cy="125244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11;p1">
            <a:extLst>
              <a:ext uri="{FF2B5EF4-FFF2-40B4-BE49-F238E27FC236}">
                <a16:creationId xmlns:a16="http://schemas.microsoft.com/office/drawing/2014/main" id="{A2FD1E47-47B5-3A07-4F8F-B0897C4EC306}"/>
              </a:ext>
            </a:extLst>
          </p:cNvPr>
          <p:cNvSpPr/>
          <p:nvPr/>
        </p:nvSpPr>
        <p:spPr>
          <a:xfrm>
            <a:off x="934292" y="5735481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algn="ctr"/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I,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signaturerRankFull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signaturer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},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Officer Commanding, Australian Special Operations Taskforce, hereby promote</a:t>
            </a:r>
            <a:endParaRPr lang="en-GB"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Google Shape;1660;p86" descr="A gold sword and a gold sword&#10;&#10;Description automatically generated with medium confidence">
            <a:extLst>
              <a:ext uri="{FF2B5EF4-FFF2-40B4-BE49-F238E27FC236}">
                <a16:creationId xmlns:a16="http://schemas.microsoft.com/office/drawing/2014/main" id="{55175818-0296-B7E2-8416-B28834D435B1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632991" y="1407418"/>
            <a:ext cx="1014417" cy="201072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114;p1">
            <a:extLst>
              <a:ext uri="{FF2B5EF4-FFF2-40B4-BE49-F238E27FC236}">
                <a16:creationId xmlns:a16="http://schemas.microsoft.com/office/drawing/2014/main" id="{4CC1DFF0-6C78-AA52-B398-67D5A2FCA57B}"/>
              </a:ext>
            </a:extLst>
          </p:cNvPr>
          <p:cNvSpPr/>
          <p:nvPr/>
        </p:nvSpPr>
        <p:spPr>
          <a:xfrm>
            <a:off x="2932650" y="8215616"/>
            <a:ext cx="4539420" cy="521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{</a:t>
            </a:r>
            <a:r>
              <a:rPr lang="en-AU" sz="2800" b="0" i="1" u="none" strike="noStrike" cap="none" dirty="0" err="1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signaturerRankShort</a:t>
            </a: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} {</a:t>
            </a:r>
            <a:r>
              <a:rPr lang="en-AU" sz="2800" b="0" i="1" u="none" strike="noStrike" cap="none" dirty="0" err="1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signaturer</a:t>
            </a: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}</a:t>
            </a:r>
            <a:endParaRPr sz="2800" b="0" i="0" u="none" strike="noStrike" cap="none" dirty="0">
              <a:solidFill>
                <a:srgbClr val="000000"/>
              </a:solidFill>
              <a:latin typeface="Brush Script MT" panose="03060802040406070304" pitchFamily="66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55023524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3D7A706D-2A01-036E-0FFC-CD64683641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">
            <a:extLst>
              <a:ext uri="{FF2B5EF4-FFF2-40B4-BE49-F238E27FC236}">
                <a16:creationId xmlns:a16="http://schemas.microsoft.com/office/drawing/2014/main" id="{61F7CA8D-178B-ACA2-053F-BFCFDA11BCFA}"/>
              </a:ext>
            </a:extLst>
          </p:cNvPr>
          <p:cNvSpPr/>
          <p:nvPr/>
        </p:nvSpPr>
        <p:spPr>
          <a:xfrm rot="5400000">
            <a:off x="-1500189" y="1487486"/>
            <a:ext cx="11268076" cy="8293101"/>
          </a:xfrm>
          <a:prstGeom prst="rect">
            <a:avLst/>
          </a:prstGeom>
          <a:blipFill rotWithShape="0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0000" tIns="45000" rIns="90000" bIns="45000" anchor="t" anchorCtr="1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Google Shape;102;p1">
            <a:extLst>
              <a:ext uri="{FF2B5EF4-FFF2-40B4-BE49-F238E27FC236}">
                <a16:creationId xmlns:a16="http://schemas.microsoft.com/office/drawing/2014/main" id="{CC526FFD-11CE-3304-BB4B-030E4E15849B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10028" t="12535" r="10465" b="20264"/>
          <a:stretch/>
        </p:blipFill>
        <p:spPr>
          <a:xfrm rot="5400000">
            <a:off x="-1521845" y="1469005"/>
            <a:ext cx="11419340" cy="8401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103;p1">
            <a:extLst>
              <a:ext uri="{FF2B5EF4-FFF2-40B4-BE49-F238E27FC236}">
                <a16:creationId xmlns:a16="http://schemas.microsoft.com/office/drawing/2014/main" id="{062F2CD2-E147-B417-8DCF-D2917E0DDBB7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29378" y="738891"/>
            <a:ext cx="6821645" cy="9877373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105;p1">
            <a:extLst>
              <a:ext uri="{FF2B5EF4-FFF2-40B4-BE49-F238E27FC236}">
                <a16:creationId xmlns:a16="http://schemas.microsoft.com/office/drawing/2014/main" id="{1570119A-3251-3B6F-7662-1B8349AC7FF7}"/>
              </a:ext>
            </a:extLst>
          </p:cNvPr>
          <p:cNvSpPr/>
          <p:nvPr/>
        </p:nvSpPr>
        <p:spPr>
          <a:xfrm>
            <a:off x="933609" y="3422520"/>
            <a:ext cx="6419529" cy="737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4200" b="0" i="0" u="none" strike="noStrike" cap="none" dirty="0">
                <a:solidFill>
                  <a:schemeClr val="dk1"/>
                </a:solidFill>
                <a:latin typeface="Old English Text MT" panose="03040902040508030806" pitchFamily="66" charset="0"/>
                <a:sym typeface="Arial"/>
              </a:rPr>
              <a:t>Certificate Of Promotion</a:t>
            </a:r>
            <a:endParaRPr sz="4200" b="0" i="0" u="none" strike="noStrike" cap="none" dirty="0">
              <a:solidFill>
                <a:srgbClr val="000000"/>
              </a:solidFill>
              <a:latin typeface="Old English Text MT" panose="03040902040508030806" pitchFamily="66" charset="0"/>
              <a:sym typeface="Arial"/>
            </a:endParaRPr>
          </a:p>
        </p:txBody>
      </p:sp>
      <p:sp>
        <p:nvSpPr>
          <p:cNvPr id="30" name="Google Shape;106;p1">
            <a:extLst>
              <a:ext uri="{FF2B5EF4-FFF2-40B4-BE49-F238E27FC236}">
                <a16:creationId xmlns:a16="http://schemas.microsoft.com/office/drawing/2014/main" id="{C4578CBC-D7A8-42A6-0E26-3EC31F7799B5}"/>
              </a:ext>
            </a:extLst>
          </p:cNvPr>
          <p:cNvSpPr/>
          <p:nvPr/>
        </p:nvSpPr>
        <p:spPr>
          <a:xfrm>
            <a:off x="933609" y="4124520"/>
            <a:ext cx="6419529" cy="644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36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</a:t>
            </a:r>
            <a:endParaRPr sz="3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" name="Google Shape;107;p1">
            <a:extLst>
              <a:ext uri="{FF2B5EF4-FFF2-40B4-BE49-F238E27FC236}">
                <a16:creationId xmlns:a16="http://schemas.microsoft.com/office/drawing/2014/main" id="{E4D37679-35FD-2153-4B20-A34D38B95E02}"/>
              </a:ext>
            </a:extLst>
          </p:cNvPr>
          <p:cNvCxnSpPr/>
          <p:nvPr/>
        </p:nvCxnSpPr>
        <p:spPr>
          <a:xfrm flipH="1">
            <a:off x="3722400" y="8696520"/>
            <a:ext cx="2822040" cy="792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33" name="Google Shape;109;p1">
            <a:extLst>
              <a:ext uri="{FF2B5EF4-FFF2-40B4-BE49-F238E27FC236}">
                <a16:creationId xmlns:a16="http://schemas.microsoft.com/office/drawing/2014/main" id="{55E24FFF-88E0-5B05-97EC-FD5A29DF47DE}"/>
              </a:ext>
            </a:extLst>
          </p:cNvPr>
          <p:cNvSpPr/>
          <p:nvPr/>
        </p:nvSpPr>
        <p:spPr>
          <a:xfrm>
            <a:off x="933609" y="6433920"/>
            <a:ext cx="6419529" cy="583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32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110;p1">
            <a:extLst>
              <a:ext uri="{FF2B5EF4-FFF2-40B4-BE49-F238E27FC236}">
                <a16:creationId xmlns:a16="http://schemas.microsoft.com/office/drawing/2014/main" id="{2525171B-C4E1-0DE4-C9C9-69421AD3A098}"/>
              </a:ext>
            </a:extLst>
          </p:cNvPr>
          <p:cNvSpPr/>
          <p:nvPr/>
        </p:nvSpPr>
        <p:spPr>
          <a:xfrm>
            <a:off x="933609" y="7119720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the rank of </a:t>
            </a:r>
            <a:r>
              <a:rPr lang="en-AU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Aircraftsman 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 effect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dateNumber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r>
              <a:rPr lang="en-GB" sz="2000" b="0" i="1" u="none" strike="noStrike" cap="none" baseline="30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{suffix}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{date}.</a:t>
            </a:r>
            <a:endParaRPr lang="en-GB"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111;p1">
            <a:extLst>
              <a:ext uri="{FF2B5EF4-FFF2-40B4-BE49-F238E27FC236}">
                <a16:creationId xmlns:a16="http://schemas.microsoft.com/office/drawing/2014/main" id="{1CE5F726-C3D4-4587-A9D4-2E5651C883AE}"/>
              </a:ext>
            </a:extLst>
          </p:cNvPr>
          <p:cNvSpPr/>
          <p:nvPr/>
        </p:nvSpPr>
        <p:spPr>
          <a:xfrm>
            <a:off x="933609" y="4820400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 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has completed all necessary trainings and been deemed suitable in all areas required for promotion.</a:t>
            </a:r>
          </a:p>
        </p:txBody>
      </p:sp>
      <p:sp>
        <p:nvSpPr>
          <p:cNvPr id="37" name="Google Shape;113;p1">
            <a:extLst>
              <a:ext uri="{FF2B5EF4-FFF2-40B4-BE49-F238E27FC236}">
                <a16:creationId xmlns:a16="http://schemas.microsoft.com/office/drawing/2014/main" id="{F86F1694-5F3A-FA4C-550B-5A55D066F89E}"/>
              </a:ext>
            </a:extLst>
          </p:cNvPr>
          <p:cNvSpPr/>
          <p:nvPr/>
        </p:nvSpPr>
        <p:spPr>
          <a:xfrm>
            <a:off x="2985840" y="8685000"/>
            <a:ext cx="4277880" cy="598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{signaturerRankShort} {signaturer}</a:t>
            </a:r>
            <a:br>
              <a:rPr lang="en-AU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Officer Commanding</a:t>
            </a:r>
            <a:br>
              <a:rPr lang="en-AU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Australian Special Operations Taskforce HQ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" name="Google Shape;104;p1">
            <a:extLst>
              <a:ext uri="{FF2B5EF4-FFF2-40B4-BE49-F238E27FC236}">
                <a16:creationId xmlns:a16="http://schemas.microsoft.com/office/drawing/2014/main" id="{6044E20B-EE22-1018-8CA7-18C72B8C4B18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14400" y="8354520"/>
            <a:ext cx="1436400" cy="125244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11;p1">
            <a:extLst>
              <a:ext uri="{FF2B5EF4-FFF2-40B4-BE49-F238E27FC236}">
                <a16:creationId xmlns:a16="http://schemas.microsoft.com/office/drawing/2014/main" id="{4D6C8C31-506B-44A8-03BB-619D78807C32}"/>
              </a:ext>
            </a:extLst>
          </p:cNvPr>
          <p:cNvSpPr/>
          <p:nvPr/>
        </p:nvSpPr>
        <p:spPr>
          <a:xfrm>
            <a:off x="934292" y="5735481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algn="ctr"/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I,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signaturerRankFull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signaturer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},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Officer Commanding, Australian Special Operations Taskforce, hereby promote</a:t>
            </a:r>
            <a:endParaRPr lang="en-GB"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Google Shape;1678;p87">
            <a:extLst>
              <a:ext uri="{FF2B5EF4-FFF2-40B4-BE49-F238E27FC236}">
                <a16:creationId xmlns:a16="http://schemas.microsoft.com/office/drawing/2014/main" id="{7158E043-6E20-A4D8-C768-476034727DAB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382839" y="1706250"/>
            <a:ext cx="1502020" cy="150202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14;p1">
            <a:extLst>
              <a:ext uri="{FF2B5EF4-FFF2-40B4-BE49-F238E27FC236}">
                <a16:creationId xmlns:a16="http://schemas.microsoft.com/office/drawing/2014/main" id="{A6D95429-8AF1-0760-BDF5-389EE62F8797}"/>
              </a:ext>
            </a:extLst>
          </p:cNvPr>
          <p:cNvSpPr/>
          <p:nvPr/>
        </p:nvSpPr>
        <p:spPr>
          <a:xfrm>
            <a:off x="2932650" y="8215616"/>
            <a:ext cx="4539420" cy="521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{</a:t>
            </a:r>
            <a:r>
              <a:rPr lang="en-AU" sz="2800" b="0" i="1" u="none" strike="noStrike" cap="none" dirty="0" err="1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signaturerRankShort</a:t>
            </a: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} {</a:t>
            </a:r>
            <a:r>
              <a:rPr lang="en-AU" sz="2800" b="0" i="1" u="none" strike="noStrike" cap="none" dirty="0" err="1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signaturer</a:t>
            </a: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}</a:t>
            </a:r>
            <a:endParaRPr sz="2800" b="0" i="0" u="none" strike="noStrike" cap="none" dirty="0">
              <a:solidFill>
                <a:srgbClr val="000000"/>
              </a:solidFill>
              <a:latin typeface="Brush Script MT" panose="03060802040406070304" pitchFamily="66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91625090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B8A5E0F6-0E39-801C-D602-B440FCAEFA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">
            <a:extLst>
              <a:ext uri="{FF2B5EF4-FFF2-40B4-BE49-F238E27FC236}">
                <a16:creationId xmlns:a16="http://schemas.microsoft.com/office/drawing/2014/main" id="{38607971-91B2-974E-5A41-D2E4B9DF819C}"/>
              </a:ext>
            </a:extLst>
          </p:cNvPr>
          <p:cNvSpPr/>
          <p:nvPr/>
        </p:nvSpPr>
        <p:spPr>
          <a:xfrm rot="5400000">
            <a:off x="-1500189" y="1487486"/>
            <a:ext cx="11268076" cy="8293101"/>
          </a:xfrm>
          <a:prstGeom prst="rect">
            <a:avLst/>
          </a:prstGeom>
          <a:blipFill rotWithShape="0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0000" tIns="45000" rIns="90000" bIns="45000" anchor="t" anchorCtr="1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Google Shape;102;p1">
            <a:extLst>
              <a:ext uri="{FF2B5EF4-FFF2-40B4-BE49-F238E27FC236}">
                <a16:creationId xmlns:a16="http://schemas.microsoft.com/office/drawing/2014/main" id="{BF66B416-FB90-5357-3519-7A099AE355F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10028" t="12535" r="10465" b="20264"/>
          <a:stretch/>
        </p:blipFill>
        <p:spPr>
          <a:xfrm rot="5400000">
            <a:off x="-1521845" y="1469005"/>
            <a:ext cx="11419340" cy="8401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103;p1">
            <a:extLst>
              <a:ext uri="{FF2B5EF4-FFF2-40B4-BE49-F238E27FC236}">
                <a16:creationId xmlns:a16="http://schemas.microsoft.com/office/drawing/2014/main" id="{A085E63C-8042-9D29-B241-7FBFC69ACFAC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29378" y="738891"/>
            <a:ext cx="6821645" cy="9877373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105;p1">
            <a:extLst>
              <a:ext uri="{FF2B5EF4-FFF2-40B4-BE49-F238E27FC236}">
                <a16:creationId xmlns:a16="http://schemas.microsoft.com/office/drawing/2014/main" id="{7ACE0D30-6450-8162-3076-D36804B209AA}"/>
              </a:ext>
            </a:extLst>
          </p:cNvPr>
          <p:cNvSpPr/>
          <p:nvPr/>
        </p:nvSpPr>
        <p:spPr>
          <a:xfrm>
            <a:off x="933609" y="3422520"/>
            <a:ext cx="6419529" cy="737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4200" b="0" i="0" u="none" strike="noStrike" cap="none" dirty="0">
                <a:solidFill>
                  <a:schemeClr val="dk1"/>
                </a:solidFill>
                <a:latin typeface="Old English Text MT" panose="03040902040508030806" pitchFamily="66" charset="0"/>
                <a:sym typeface="Arial"/>
              </a:rPr>
              <a:t>Certificate Of Promotion</a:t>
            </a:r>
            <a:endParaRPr sz="4200" b="0" i="0" u="none" strike="noStrike" cap="none" dirty="0">
              <a:solidFill>
                <a:srgbClr val="000000"/>
              </a:solidFill>
              <a:latin typeface="Old English Text MT" panose="03040902040508030806" pitchFamily="66" charset="0"/>
              <a:sym typeface="Arial"/>
            </a:endParaRPr>
          </a:p>
        </p:txBody>
      </p:sp>
      <p:sp>
        <p:nvSpPr>
          <p:cNvPr id="30" name="Google Shape;106;p1">
            <a:extLst>
              <a:ext uri="{FF2B5EF4-FFF2-40B4-BE49-F238E27FC236}">
                <a16:creationId xmlns:a16="http://schemas.microsoft.com/office/drawing/2014/main" id="{4B92FBDD-363A-2B0D-ECAB-5FD36497F936}"/>
              </a:ext>
            </a:extLst>
          </p:cNvPr>
          <p:cNvSpPr/>
          <p:nvPr/>
        </p:nvSpPr>
        <p:spPr>
          <a:xfrm>
            <a:off x="933609" y="4124520"/>
            <a:ext cx="6419529" cy="644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36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</a:t>
            </a:r>
            <a:endParaRPr sz="3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" name="Google Shape;107;p1">
            <a:extLst>
              <a:ext uri="{FF2B5EF4-FFF2-40B4-BE49-F238E27FC236}">
                <a16:creationId xmlns:a16="http://schemas.microsoft.com/office/drawing/2014/main" id="{3652037D-47A1-EF5C-8D6A-9F2027813E00}"/>
              </a:ext>
            </a:extLst>
          </p:cNvPr>
          <p:cNvCxnSpPr/>
          <p:nvPr/>
        </p:nvCxnSpPr>
        <p:spPr>
          <a:xfrm flipH="1">
            <a:off x="3722400" y="8696520"/>
            <a:ext cx="2822040" cy="792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33" name="Google Shape;109;p1">
            <a:extLst>
              <a:ext uri="{FF2B5EF4-FFF2-40B4-BE49-F238E27FC236}">
                <a16:creationId xmlns:a16="http://schemas.microsoft.com/office/drawing/2014/main" id="{348239AA-95F4-1D4F-EDCC-CF7EB1049DD0}"/>
              </a:ext>
            </a:extLst>
          </p:cNvPr>
          <p:cNvSpPr/>
          <p:nvPr/>
        </p:nvSpPr>
        <p:spPr>
          <a:xfrm>
            <a:off x="933609" y="6433920"/>
            <a:ext cx="6419529" cy="583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32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110;p1">
            <a:extLst>
              <a:ext uri="{FF2B5EF4-FFF2-40B4-BE49-F238E27FC236}">
                <a16:creationId xmlns:a16="http://schemas.microsoft.com/office/drawing/2014/main" id="{291A988D-0A15-D54F-A4A5-5129B335C065}"/>
              </a:ext>
            </a:extLst>
          </p:cNvPr>
          <p:cNvSpPr/>
          <p:nvPr/>
        </p:nvSpPr>
        <p:spPr>
          <a:xfrm>
            <a:off x="933609" y="7119720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the rank of </a:t>
            </a:r>
            <a:r>
              <a:rPr lang="en-AU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Leading Aircraftsman 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 effect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dateNumber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r>
              <a:rPr lang="en-GB" sz="2000" b="0" i="1" u="none" strike="noStrike" cap="none" baseline="30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{suffix}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{date}.</a:t>
            </a:r>
            <a:endParaRPr lang="en-GB"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111;p1">
            <a:extLst>
              <a:ext uri="{FF2B5EF4-FFF2-40B4-BE49-F238E27FC236}">
                <a16:creationId xmlns:a16="http://schemas.microsoft.com/office/drawing/2014/main" id="{0537E2FE-4E4A-50B1-000C-C9B754ED05F8}"/>
              </a:ext>
            </a:extLst>
          </p:cNvPr>
          <p:cNvSpPr/>
          <p:nvPr/>
        </p:nvSpPr>
        <p:spPr>
          <a:xfrm>
            <a:off x="933609" y="4820400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 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has completed all necessary trainings and been deemed suitable in all areas required for promotion.</a:t>
            </a:r>
          </a:p>
        </p:txBody>
      </p:sp>
      <p:sp>
        <p:nvSpPr>
          <p:cNvPr id="37" name="Google Shape;113;p1">
            <a:extLst>
              <a:ext uri="{FF2B5EF4-FFF2-40B4-BE49-F238E27FC236}">
                <a16:creationId xmlns:a16="http://schemas.microsoft.com/office/drawing/2014/main" id="{603DD066-2F78-B84B-8558-CDBF88CC4B0E}"/>
              </a:ext>
            </a:extLst>
          </p:cNvPr>
          <p:cNvSpPr/>
          <p:nvPr/>
        </p:nvSpPr>
        <p:spPr>
          <a:xfrm>
            <a:off x="2985840" y="8685000"/>
            <a:ext cx="4277880" cy="598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{signaturerRankShort} {signaturer}</a:t>
            </a:r>
            <a:br>
              <a:rPr lang="en-AU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Officer Commanding</a:t>
            </a:r>
            <a:br>
              <a:rPr lang="en-AU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Australian Special Operations Taskforce HQ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" name="Google Shape;104;p1">
            <a:extLst>
              <a:ext uri="{FF2B5EF4-FFF2-40B4-BE49-F238E27FC236}">
                <a16:creationId xmlns:a16="http://schemas.microsoft.com/office/drawing/2014/main" id="{16FEC550-3A9A-67F6-3011-6F8FC5D1DA1B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14400" y="8354520"/>
            <a:ext cx="1436400" cy="125244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11;p1">
            <a:extLst>
              <a:ext uri="{FF2B5EF4-FFF2-40B4-BE49-F238E27FC236}">
                <a16:creationId xmlns:a16="http://schemas.microsoft.com/office/drawing/2014/main" id="{39494C3E-A4D8-73AF-F415-BD1C9E822397}"/>
              </a:ext>
            </a:extLst>
          </p:cNvPr>
          <p:cNvSpPr/>
          <p:nvPr/>
        </p:nvSpPr>
        <p:spPr>
          <a:xfrm>
            <a:off x="934292" y="5735481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algn="ctr"/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I,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signaturerRankFull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signaturer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},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Officer Commanding, Australian Special Operations Taskforce, hereby promote</a:t>
            </a:r>
            <a:endParaRPr lang="en-GB"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" name="Google Shape;1696;p88">
            <a:extLst>
              <a:ext uri="{FF2B5EF4-FFF2-40B4-BE49-F238E27FC236}">
                <a16:creationId xmlns:a16="http://schemas.microsoft.com/office/drawing/2014/main" id="{60034CCE-4E44-969E-4CAC-2CB436BFC0BF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166400" y="1976728"/>
            <a:ext cx="1947600" cy="121861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14;p1">
            <a:extLst>
              <a:ext uri="{FF2B5EF4-FFF2-40B4-BE49-F238E27FC236}">
                <a16:creationId xmlns:a16="http://schemas.microsoft.com/office/drawing/2014/main" id="{5674E4F3-FDFD-C5A0-9CE8-2A284B1266C8}"/>
              </a:ext>
            </a:extLst>
          </p:cNvPr>
          <p:cNvSpPr/>
          <p:nvPr/>
        </p:nvSpPr>
        <p:spPr>
          <a:xfrm>
            <a:off x="2932650" y="8215616"/>
            <a:ext cx="4539420" cy="521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{</a:t>
            </a:r>
            <a:r>
              <a:rPr lang="en-AU" sz="2800" b="0" i="1" u="none" strike="noStrike" cap="none" dirty="0" err="1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signaturerRankShort</a:t>
            </a: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} {</a:t>
            </a:r>
            <a:r>
              <a:rPr lang="en-AU" sz="2800" b="0" i="1" u="none" strike="noStrike" cap="none" dirty="0" err="1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signaturer</a:t>
            </a: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}</a:t>
            </a:r>
            <a:endParaRPr sz="2800" b="0" i="0" u="none" strike="noStrike" cap="none" dirty="0">
              <a:solidFill>
                <a:srgbClr val="000000"/>
              </a:solidFill>
              <a:latin typeface="Brush Script MT" panose="03060802040406070304" pitchFamily="66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36026514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0108706C-DC3B-A380-1A46-707BE843A4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">
            <a:extLst>
              <a:ext uri="{FF2B5EF4-FFF2-40B4-BE49-F238E27FC236}">
                <a16:creationId xmlns:a16="http://schemas.microsoft.com/office/drawing/2014/main" id="{50650794-817B-027B-D3E8-DFB3DE1C77CB}"/>
              </a:ext>
            </a:extLst>
          </p:cNvPr>
          <p:cNvSpPr/>
          <p:nvPr/>
        </p:nvSpPr>
        <p:spPr>
          <a:xfrm rot="5400000">
            <a:off x="-1500189" y="1487486"/>
            <a:ext cx="11268076" cy="8293101"/>
          </a:xfrm>
          <a:prstGeom prst="rect">
            <a:avLst/>
          </a:prstGeom>
          <a:blipFill rotWithShape="0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0000" tIns="45000" rIns="90000" bIns="45000" anchor="t" anchorCtr="1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Google Shape;102;p1">
            <a:extLst>
              <a:ext uri="{FF2B5EF4-FFF2-40B4-BE49-F238E27FC236}">
                <a16:creationId xmlns:a16="http://schemas.microsoft.com/office/drawing/2014/main" id="{A8D10104-0536-F5A1-180A-DCF47D86E39B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10028" t="12535" r="10465" b="20264"/>
          <a:stretch/>
        </p:blipFill>
        <p:spPr>
          <a:xfrm rot="5400000">
            <a:off x="-1521845" y="1469005"/>
            <a:ext cx="11419340" cy="8401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103;p1">
            <a:extLst>
              <a:ext uri="{FF2B5EF4-FFF2-40B4-BE49-F238E27FC236}">
                <a16:creationId xmlns:a16="http://schemas.microsoft.com/office/drawing/2014/main" id="{158EE863-2DB7-7F21-890C-8444BCE12ABB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29378" y="738891"/>
            <a:ext cx="6821645" cy="9877373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105;p1">
            <a:extLst>
              <a:ext uri="{FF2B5EF4-FFF2-40B4-BE49-F238E27FC236}">
                <a16:creationId xmlns:a16="http://schemas.microsoft.com/office/drawing/2014/main" id="{F17FABDE-9819-9DB4-D415-116B1BD784CD}"/>
              </a:ext>
            </a:extLst>
          </p:cNvPr>
          <p:cNvSpPr/>
          <p:nvPr/>
        </p:nvSpPr>
        <p:spPr>
          <a:xfrm>
            <a:off x="933609" y="3422520"/>
            <a:ext cx="6419529" cy="737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4200" b="0" i="0" u="none" strike="noStrike" cap="none" dirty="0">
                <a:solidFill>
                  <a:schemeClr val="dk1"/>
                </a:solidFill>
                <a:latin typeface="Old English Text MT" panose="03040902040508030806" pitchFamily="66" charset="0"/>
                <a:sym typeface="Arial"/>
              </a:rPr>
              <a:t>Certificate Of Promotion</a:t>
            </a:r>
            <a:endParaRPr sz="4200" b="0" i="0" u="none" strike="noStrike" cap="none" dirty="0">
              <a:solidFill>
                <a:srgbClr val="000000"/>
              </a:solidFill>
              <a:latin typeface="Old English Text MT" panose="03040902040508030806" pitchFamily="66" charset="0"/>
              <a:sym typeface="Arial"/>
            </a:endParaRPr>
          </a:p>
        </p:txBody>
      </p:sp>
      <p:sp>
        <p:nvSpPr>
          <p:cNvPr id="30" name="Google Shape;106;p1">
            <a:extLst>
              <a:ext uri="{FF2B5EF4-FFF2-40B4-BE49-F238E27FC236}">
                <a16:creationId xmlns:a16="http://schemas.microsoft.com/office/drawing/2014/main" id="{FD87E113-69A3-79F7-E7FA-42D576748139}"/>
              </a:ext>
            </a:extLst>
          </p:cNvPr>
          <p:cNvSpPr/>
          <p:nvPr/>
        </p:nvSpPr>
        <p:spPr>
          <a:xfrm>
            <a:off x="933609" y="4124520"/>
            <a:ext cx="6419529" cy="644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36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</a:t>
            </a:r>
            <a:endParaRPr sz="3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" name="Google Shape;107;p1">
            <a:extLst>
              <a:ext uri="{FF2B5EF4-FFF2-40B4-BE49-F238E27FC236}">
                <a16:creationId xmlns:a16="http://schemas.microsoft.com/office/drawing/2014/main" id="{4501DDE7-47B7-7085-0A60-4C30E5DA6426}"/>
              </a:ext>
            </a:extLst>
          </p:cNvPr>
          <p:cNvCxnSpPr/>
          <p:nvPr/>
        </p:nvCxnSpPr>
        <p:spPr>
          <a:xfrm flipH="1">
            <a:off x="3722400" y="8696520"/>
            <a:ext cx="2822040" cy="792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33" name="Google Shape;109;p1">
            <a:extLst>
              <a:ext uri="{FF2B5EF4-FFF2-40B4-BE49-F238E27FC236}">
                <a16:creationId xmlns:a16="http://schemas.microsoft.com/office/drawing/2014/main" id="{0A9E7215-5091-91E9-B93C-7E689DAB4F01}"/>
              </a:ext>
            </a:extLst>
          </p:cNvPr>
          <p:cNvSpPr/>
          <p:nvPr/>
        </p:nvSpPr>
        <p:spPr>
          <a:xfrm>
            <a:off x="933609" y="6433920"/>
            <a:ext cx="6419529" cy="583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32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110;p1">
            <a:extLst>
              <a:ext uri="{FF2B5EF4-FFF2-40B4-BE49-F238E27FC236}">
                <a16:creationId xmlns:a16="http://schemas.microsoft.com/office/drawing/2014/main" id="{EB24A452-67FC-CC4B-DE94-12F5215E4A95}"/>
              </a:ext>
            </a:extLst>
          </p:cNvPr>
          <p:cNvSpPr/>
          <p:nvPr/>
        </p:nvSpPr>
        <p:spPr>
          <a:xfrm>
            <a:off x="933609" y="7119720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the rank of </a:t>
            </a:r>
            <a:r>
              <a:rPr lang="en-AU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Loadmaster 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 effect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dateNumber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r>
              <a:rPr lang="en-GB" sz="2000" b="0" i="1" u="none" strike="noStrike" cap="none" baseline="30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{suffix}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{date}.</a:t>
            </a:r>
            <a:endParaRPr lang="en-GB"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111;p1">
            <a:extLst>
              <a:ext uri="{FF2B5EF4-FFF2-40B4-BE49-F238E27FC236}">
                <a16:creationId xmlns:a16="http://schemas.microsoft.com/office/drawing/2014/main" id="{3640D38A-E8BD-9C26-BF7B-E5D272F2DEEB}"/>
              </a:ext>
            </a:extLst>
          </p:cNvPr>
          <p:cNvSpPr/>
          <p:nvPr/>
        </p:nvSpPr>
        <p:spPr>
          <a:xfrm>
            <a:off x="933609" y="4820400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 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has completed all necessary trainings and been deemed suitable in all areas required for promotion.</a:t>
            </a:r>
          </a:p>
        </p:txBody>
      </p:sp>
      <p:sp>
        <p:nvSpPr>
          <p:cNvPr id="37" name="Google Shape;113;p1">
            <a:extLst>
              <a:ext uri="{FF2B5EF4-FFF2-40B4-BE49-F238E27FC236}">
                <a16:creationId xmlns:a16="http://schemas.microsoft.com/office/drawing/2014/main" id="{4B7E456A-5271-21F0-10ED-62EC6645F0CF}"/>
              </a:ext>
            </a:extLst>
          </p:cNvPr>
          <p:cNvSpPr/>
          <p:nvPr/>
        </p:nvSpPr>
        <p:spPr>
          <a:xfrm>
            <a:off x="2985840" y="8685000"/>
            <a:ext cx="4277880" cy="598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{signaturerRankShort} {signaturer}</a:t>
            </a:r>
            <a:br>
              <a:rPr lang="en-AU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Officer Commanding</a:t>
            </a:r>
            <a:br>
              <a:rPr lang="en-AU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Australian Special Operations Taskforce HQ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" name="Google Shape;104;p1">
            <a:extLst>
              <a:ext uri="{FF2B5EF4-FFF2-40B4-BE49-F238E27FC236}">
                <a16:creationId xmlns:a16="http://schemas.microsoft.com/office/drawing/2014/main" id="{A9B9642E-E089-7C74-3BA0-CF7AD81A4F90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14400" y="8354520"/>
            <a:ext cx="1436400" cy="125244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11;p1">
            <a:extLst>
              <a:ext uri="{FF2B5EF4-FFF2-40B4-BE49-F238E27FC236}">
                <a16:creationId xmlns:a16="http://schemas.microsoft.com/office/drawing/2014/main" id="{FC5FA24E-34F0-7E84-A602-41564FBB1361}"/>
              </a:ext>
            </a:extLst>
          </p:cNvPr>
          <p:cNvSpPr/>
          <p:nvPr/>
        </p:nvSpPr>
        <p:spPr>
          <a:xfrm>
            <a:off x="934292" y="5735481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algn="ctr"/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I,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signaturerRankFull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signaturer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},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Officer Commanding, Australian Special Operations Taskforce, hereby promote</a:t>
            </a:r>
            <a:endParaRPr lang="en-GB"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" name="Google Shape;1714;p89">
            <a:extLst>
              <a:ext uri="{FF2B5EF4-FFF2-40B4-BE49-F238E27FC236}">
                <a16:creationId xmlns:a16="http://schemas.microsoft.com/office/drawing/2014/main" id="{6FDDA153-2072-8106-75C4-800A94E3FD27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158178" y="1697471"/>
            <a:ext cx="1951342" cy="159159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14;p1">
            <a:extLst>
              <a:ext uri="{FF2B5EF4-FFF2-40B4-BE49-F238E27FC236}">
                <a16:creationId xmlns:a16="http://schemas.microsoft.com/office/drawing/2014/main" id="{CA372A24-A786-ECC1-DF4C-C19493E37856}"/>
              </a:ext>
            </a:extLst>
          </p:cNvPr>
          <p:cNvSpPr/>
          <p:nvPr/>
        </p:nvSpPr>
        <p:spPr>
          <a:xfrm>
            <a:off x="2932650" y="8215616"/>
            <a:ext cx="4539420" cy="521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{</a:t>
            </a:r>
            <a:r>
              <a:rPr lang="en-AU" sz="2800" b="0" i="1" u="none" strike="noStrike" cap="none" dirty="0" err="1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signaturerRankShort</a:t>
            </a: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} {</a:t>
            </a:r>
            <a:r>
              <a:rPr lang="en-AU" sz="2800" b="0" i="1" u="none" strike="noStrike" cap="none" dirty="0" err="1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signaturer</a:t>
            </a: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}</a:t>
            </a:r>
            <a:endParaRPr sz="2800" b="0" i="0" u="none" strike="noStrike" cap="none" dirty="0">
              <a:solidFill>
                <a:srgbClr val="000000"/>
              </a:solidFill>
              <a:latin typeface="Brush Script MT" panose="03060802040406070304" pitchFamily="66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56487215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F9F32C7D-645B-BE7E-441F-A8579BAA64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">
            <a:extLst>
              <a:ext uri="{FF2B5EF4-FFF2-40B4-BE49-F238E27FC236}">
                <a16:creationId xmlns:a16="http://schemas.microsoft.com/office/drawing/2014/main" id="{B4D1ED33-AB86-9E6C-CFC2-6B7D9EC994FD}"/>
              </a:ext>
            </a:extLst>
          </p:cNvPr>
          <p:cNvSpPr/>
          <p:nvPr/>
        </p:nvSpPr>
        <p:spPr>
          <a:xfrm rot="5400000">
            <a:off x="-1500189" y="1487486"/>
            <a:ext cx="11268076" cy="8293101"/>
          </a:xfrm>
          <a:prstGeom prst="rect">
            <a:avLst/>
          </a:prstGeom>
          <a:blipFill rotWithShape="0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0000" tIns="45000" rIns="90000" bIns="45000" anchor="t" anchorCtr="1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Google Shape;102;p1">
            <a:extLst>
              <a:ext uri="{FF2B5EF4-FFF2-40B4-BE49-F238E27FC236}">
                <a16:creationId xmlns:a16="http://schemas.microsoft.com/office/drawing/2014/main" id="{CEF2D6CC-D291-D176-F822-44AED4240EC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10028" t="12535" r="10465" b="20264"/>
          <a:stretch/>
        </p:blipFill>
        <p:spPr>
          <a:xfrm rot="5400000">
            <a:off x="-1521845" y="1469005"/>
            <a:ext cx="11419340" cy="8401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103;p1">
            <a:extLst>
              <a:ext uri="{FF2B5EF4-FFF2-40B4-BE49-F238E27FC236}">
                <a16:creationId xmlns:a16="http://schemas.microsoft.com/office/drawing/2014/main" id="{DE0FAB4D-AE19-9934-153B-91A0062BD540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29378" y="738891"/>
            <a:ext cx="6821645" cy="9877373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105;p1">
            <a:extLst>
              <a:ext uri="{FF2B5EF4-FFF2-40B4-BE49-F238E27FC236}">
                <a16:creationId xmlns:a16="http://schemas.microsoft.com/office/drawing/2014/main" id="{ADFEDFDA-9B75-03C1-A4C8-85418B85754E}"/>
              </a:ext>
            </a:extLst>
          </p:cNvPr>
          <p:cNvSpPr/>
          <p:nvPr/>
        </p:nvSpPr>
        <p:spPr>
          <a:xfrm>
            <a:off x="933609" y="3422520"/>
            <a:ext cx="6419529" cy="737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4200" b="0" i="0" u="none" strike="noStrike" cap="none" dirty="0">
                <a:solidFill>
                  <a:schemeClr val="dk1"/>
                </a:solidFill>
                <a:latin typeface="Old English Text MT" panose="03040902040508030806" pitchFamily="66" charset="0"/>
                <a:sym typeface="Arial"/>
              </a:rPr>
              <a:t>Certificate Of Promotion</a:t>
            </a:r>
            <a:endParaRPr sz="4200" b="0" i="0" u="none" strike="noStrike" cap="none" dirty="0">
              <a:solidFill>
                <a:srgbClr val="000000"/>
              </a:solidFill>
              <a:latin typeface="Old English Text MT" panose="03040902040508030806" pitchFamily="66" charset="0"/>
              <a:sym typeface="Arial"/>
            </a:endParaRPr>
          </a:p>
        </p:txBody>
      </p:sp>
      <p:sp>
        <p:nvSpPr>
          <p:cNvPr id="30" name="Google Shape;106;p1">
            <a:extLst>
              <a:ext uri="{FF2B5EF4-FFF2-40B4-BE49-F238E27FC236}">
                <a16:creationId xmlns:a16="http://schemas.microsoft.com/office/drawing/2014/main" id="{BA153C2D-9F70-EAC5-0F22-DF33E4D40115}"/>
              </a:ext>
            </a:extLst>
          </p:cNvPr>
          <p:cNvSpPr/>
          <p:nvPr/>
        </p:nvSpPr>
        <p:spPr>
          <a:xfrm>
            <a:off x="933609" y="4124520"/>
            <a:ext cx="6419529" cy="644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36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</a:t>
            </a:r>
            <a:endParaRPr sz="3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" name="Google Shape;107;p1">
            <a:extLst>
              <a:ext uri="{FF2B5EF4-FFF2-40B4-BE49-F238E27FC236}">
                <a16:creationId xmlns:a16="http://schemas.microsoft.com/office/drawing/2014/main" id="{9786068D-EAD9-869B-6C83-E824171D65C1}"/>
              </a:ext>
            </a:extLst>
          </p:cNvPr>
          <p:cNvCxnSpPr/>
          <p:nvPr/>
        </p:nvCxnSpPr>
        <p:spPr>
          <a:xfrm flipH="1">
            <a:off x="3722400" y="8696520"/>
            <a:ext cx="2822040" cy="792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33" name="Google Shape;109;p1">
            <a:extLst>
              <a:ext uri="{FF2B5EF4-FFF2-40B4-BE49-F238E27FC236}">
                <a16:creationId xmlns:a16="http://schemas.microsoft.com/office/drawing/2014/main" id="{D1E43CA4-8BBE-B95D-CE4F-C8093CC86F2A}"/>
              </a:ext>
            </a:extLst>
          </p:cNvPr>
          <p:cNvSpPr/>
          <p:nvPr/>
        </p:nvSpPr>
        <p:spPr>
          <a:xfrm>
            <a:off x="933609" y="6433920"/>
            <a:ext cx="6419529" cy="583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32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110;p1">
            <a:extLst>
              <a:ext uri="{FF2B5EF4-FFF2-40B4-BE49-F238E27FC236}">
                <a16:creationId xmlns:a16="http://schemas.microsoft.com/office/drawing/2014/main" id="{8507886F-6420-DB58-A496-E65C20F8C38D}"/>
              </a:ext>
            </a:extLst>
          </p:cNvPr>
          <p:cNvSpPr/>
          <p:nvPr/>
        </p:nvSpPr>
        <p:spPr>
          <a:xfrm>
            <a:off x="933609" y="7119720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the rank of </a:t>
            </a:r>
            <a:r>
              <a:rPr lang="en-AU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Senior Loadmaster 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 effect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dateNumber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r>
              <a:rPr lang="en-GB" sz="2000" b="0" i="1" u="none" strike="noStrike" cap="none" baseline="30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{suffix}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{date}.</a:t>
            </a:r>
            <a:endParaRPr lang="en-GB"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111;p1">
            <a:extLst>
              <a:ext uri="{FF2B5EF4-FFF2-40B4-BE49-F238E27FC236}">
                <a16:creationId xmlns:a16="http://schemas.microsoft.com/office/drawing/2014/main" id="{1FEA2EDB-532D-E38B-E161-7E81238DFF9E}"/>
              </a:ext>
            </a:extLst>
          </p:cNvPr>
          <p:cNvSpPr/>
          <p:nvPr/>
        </p:nvSpPr>
        <p:spPr>
          <a:xfrm>
            <a:off x="933609" y="4820400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 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has completed all necessary trainings and been deemed suitable in all areas required for promotion.</a:t>
            </a:r>
          </a:p>
        </p:txBody>
      </p:sp>
      <p:sp>
        <p:nvSpPr>
          <p:cNvPr id="37" name="Google Shape;113;p1">
            <a:extLst>
              <a:ext uri="{FF2B5EF4-FFF2-40B4-BE49-F238E27FC236}">
                <a16:creationId xmlns:a16="http://schemas.microsoft.com/office/drawing/2014/main" id="{226778B9-AF37-82C9-669D-176C7BD54C41}"/>
              </a:ext>
            </a:extLst>
          </p:cNvPr>
          <p:cNvSpPr/>
          <p:nvPr/>
        </p:nvSpPr>
        <p:spPr>
          <a:xfrm>
            <a:off x="2985840" y="8685000"/>
            <a:ext cx="4277880" cy="598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{signaturerRankShort} {signaturer}</a:t>
            </a:r>
            <a:br>
              <a:rPr lang="en-AU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Officer Commanding</a:t>
            </a:r>
            <a:br>
              <a:rPr lang="en-AU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Australian Special Operations Taskforce HQ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" name="Google Shape;104;p1">
            <a:extLst>
              <a:ext uri="{FF2B5EF4-FFF2-40B4-BE49-F238E27FC236}">
                <a16:creationId xmlns:a16="http://schemas.microsoft.com/office/drawing/2014/main" id="{28DBEBDB-A458-E630-90CC-7E3663EDA946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14400" y="8354520"/>
            <a:ext cx="1436400" cy="125244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11;p1">
            <a:extLst>
              <a:ext uri="{FF2B5EF4-FFF2-40B4-BE49-F238E27FC236}">
                <a16:creationId xmlns:a16="http://schemas.microsoft.com/office/drawing/2014/main" id="{833FA509-9348-6E5F-B885-16413E4326A0}"/>
              </a:ext>
            </a:extLst>
          </p:cNvPr>
          <p:cNvSpPr/>
          <p:nvPr/>
        </p:nvSpPr>
        <p:spPr>
          <a:xfrm>
            <a:off x="934292" y="5735481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algn="ctr"/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I,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signaturerRankFull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signaturer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},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Officer Commanding, Australian Special Operations Taskforce, hereby promote</a:t>
            </a:r>
            <a:endParaRPr lang="en-GB"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" name="Google Shape;1732;p90">
            <a:extLst>
              <a:ext uri="{FF2B5EF4-FFF2-40B4-BE49-F238E27FC236}">
                <a16:creationId xmlns:a16="http://schemas.microsoft.com/office/drawing/2014/main" id="{A2A115C6-53EA-BFDC-B293-52B2622C94F4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311525" y="1702018"/>
            <a:ext cx="1657350" cy="16573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14;p1">
            <a:extLst>
              <a:ext uri="{FF2B5EF4-FFF2-40B4-BE49-F238E27FC236}">
                <a16:creationId xmlns:a16="http://schemas.microsoft.com/office/drawing/2014/main" id="{0E4147C6-2998-C5D1-82F3-50536CD06B7B}"/>
              </a:ext>
            </a:extLst>
          </p:cNvPr>
          <p:cNvSpPr/>
          <p:nvPr/>
        </p:nvSpPr>
        <p:spPr>
          <a:xfrm>
            <a:off x="2932650" y="8215616"/>
            <a:ext cx="4539420" cy="521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{</a:t>
            </a:r>
            <a:r>
              <a:rPr lang="en-AU" sz="2800" b="0" i="1" u="none" strike="noStrike" cap="none" dirty="0" err="1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signaturerRankShort</a:t>
            </a: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} {</a:t>
            </a:r>
            <a:r>
              <a:rPr lang="en-AU" sz="2800" b="0" i="1" u="none" strike="noStrike" cap="none" dirty="0" err="1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signaturer</a:t>
            </a: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}</a:t>
            </a:r>
            <a:endParaRPr sz="2800" b="0" i="0" u="none" strike="noStrike" cap="none" dirty="0">
              <a:solidFill>
                <a:srgbClr val="000000"/>
              </a:solidFill>
              <a:latin typeface="Brush Script MT" panose="03060802040406070304" pitchFamily="66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51865146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F395EB01-4667-855E-DDF0-C2C2C0BC21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">
            <a:extLst>
              <a:ext uri="{FF2B5EF4-FFF2-40B4-BE49-F238E27FC236}">
                <a16:creationId xmlns:a16="http://schemas.microsoft.com/office/drawing/2014/main" id="{C17336BE-681B-7FF5-2A7E-6AF2983D7CDC}"/>
              </a:ext>
            </a:extLst>
          </p:cNvPr>
          <p:cNvSpPr/>
          <p:nvPr/>
        </p:nvSpPr>
        <p:spPr>
          <a:xfrm rot="5400000">
            <a:off x="-1500189" y="1487486"/>
            <a:ext cx="11268076" cy="8293101"/>
          </a:xfrm>
          <a:prstGeom prst="rect">
            <a:avLst/>
          </a:prstGeom>
          <a:blipFill rotWithShape="0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0000" tIns="45000" rIns="90000" bIns="45000" anchor="t" anchorCtr="1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Google Shape;102;p1">
            <a:extLst>
              <a:ext uri="{FF2B5EF4-FFF2-40B4-BE49-F238E27FC236}">
                <a16:creationId xmlns:a16="http://schemas.microsoft.com/office/drawing/2014/main" id="{16CED046-E56A-1F7D-136A-F86F926A66E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10028" t="12535" r="10465" b="20264"/>
          <a:stretch/>
        </p:blipFill>
        <p:spPr>
          <a:xfrm rot="5400000">
            <a:off x="-1521845" y="1469005"/>
            <a:ext cx="11419340" cy="8401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103;p1">
            <a:extLst>
              <a:ext uri="{FF2B5EF4-FFF2-40B4-BE49-F238E27FC236}">
                <a16:creationId xmlns:a16="http://schemas.microsoft.com/office/drawing/2014/main" id="{BEAB8F68-AF59-9330-5B13-788C78BA34E6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29378" y="738891"/>
            <a:ext cx="6821645" cy="9877373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105;p1">
            <a:extLst>
              <a:ext uri="{FF2B5EF4-FFF2-40B4-BE49-F238E27FC236}">
                <a16:creationId xmlns:a16="http://schemas.microsoft.com/office/drawing/2014/main" id="{1689E109-B0FD-7E09-9A19-82BE7E78FDF6}"/>
              </a:ext>
            </a:extLst>
          </p:cNvPr>
          <p:cNvSpPr/>
          <p:nvPr/>
        </p:nvSpPr>
        <p:spPr>
          <a:xfrm>
            <a:off x="933609" y="3422520"/>
            <a:ext cx="6419529" cy="737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4200" b="0" i="0" u="none" strike="noStrike" cap="none" dirty="0">
                <a:solidFill>
                  <a:schemeClr val="dk1"/>
                </a:solidFill>
                <a:latin typeface="Old English Text MT" panose="03040902040508030806" pitchFamily="66" charset="0"/>
                <a:sym typeface="Arial"/>
              </a:rPr>
              <a:t>Certificate Of Promotion</a:t>
            </a:r>
            <a:endParaRPr sz="4200" b="0" i="0" u="none" strike="noStrike" cap="none" dirty="0">
              <a:solidFill>
                <a:srgbClr val="000000"/>
              </a:solidFill>
              <a:latin typeface="Old English Text MT" panose="03040902040508030806" pitchFamily="66" charset="0"/>
              <a:sym typeface="Arial"/>
            </a:endParaRPr>
          </a:p>
        </p:txBody>
      </p:sp>
      <p:sp>
        <p:nvSpPr>
          <p:cNvPr id="30" name="Google Shape;106;p1">
            <a:extLst>
              <a:ext uri="{FF2B5EF4-FFF2-40B4-BE49-F238E27FC236}">
                <a16:creationId xmlns:a16="http://schemas.microsoft.com/office/drawing/2014/main" id="{4D5DB851-F68D-679B-0AA4-F964FFC14601}"/>
              </a:ext>
            </a:extLst>
          </p:cNvPr>
          <p:cNvSpPr/>
          <p:nvPr/>
        </p:nvSpPr>
        <p:spPr>
          <a:xfrm>
            <a:off x="933609" y="4124520"/>
            <a:ext cx="6419529" cy="644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36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</a:t>
            </a:r>
            <a:endParaRPr sz="3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" name="Google Shape;107;p1">
            <a:extLst>
              <a:ext uri="{FF2B5EF4-FFF2-40B4-BE49-F238E27FC236}">
                <a16:creationId xmlns:a16="http://schemas.microsoft.com/office/drawing/2014/main" id="{92D76E9C-E5B2-AECA-C7BC-FD4F914076D7}"/>
              </a:ext>
            </a:extLst>
          </p:cNvPr>
          <p:cNvCxnSpPr/>
          <p:nvPr/>
        </p:nvCxnSpPr>
        <p:spPr>
          <a:xfrm flipH="1">
            <a:off x="3722400" y="8696520"/>
            <a:ext cx="2822040" cy="792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33" name="Google Shape;109;p1">
            <a:extLst>
              <a:ext uri="{FF2B5EF4-FFF2-40B4-BE49-F238E27FC236}">
                <a16:creationId xmlns:a16="http://schemas.microsoft.com/office/drawing/2014/main" id="{0B1D787E-134E-0020-7938-907981EFA8D4}"/>
              </a:ext>
            </a:extLst>
          </p:cNvPr>
          <p:cNvSpPr/>
          <p:nvPr/>
        </p:nvSpPr>
        <p:spPr>
          <a:xfrm>
            <a:off x="933609" y="6433920"/>
            <a:ext cx="6419529" cy="583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32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110;p1">
            <a:extLst>
              <a:ext uri="{FF2B5EF4-FFF2-40B4-BE49-F238E27FC236}">
                <a16:creationId xmlns:a16="http://schemas.microsoft.com/office/drawing/2014/main" id="{4CD685FC-085F-B55A-E4EE-B222F58A7A72}"/>
              </a:ext>
            </a:extLst>
          </p:cNvPr>
          <p:cNvSpPr/>
          <p:nvPr/>
        </p:nvSpPr>
        <p:spPr>
          <a:xfrm>
            <a:off x="933609" y="7119720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the rank of </a:t>
            </a:r>
            <a:r>
              <a:rPr lang="en-AU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Flight Sergeant 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 effect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dateNumber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r>
              <a:rPr lang="en-GB" sz="2000" b="0" i="1" u="none" strike="noStrike" cap="none" baseline="30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{suffix}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{date}.</a:t>
            </a:r>
            <a:endParaRPr lang="en-GB"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111;p1">
            <a:extLst>
              <a:ext uri="{FF2B5EF4-FFF2-40B4-BE49-F238E27FC236}">
                <a16:creationId xmlns:a16="http://schemas.microsoft.com/office/drawing/2014/main" id="{43A3B4FD-B13D-ABCC-989B-48467D021F0F}"/>
              </a:ext>
            </a:extLst>
          </p:cNvPr>
          <p:cNvSpPr/>
          <p:nvPr/>
        </p:nvSpPr>
        <p:spPr>
          <a:xfrm>
            <a:off x="933609" y="4820400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 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has completed all necessary trainings and been deemed suitable in all areas required for promotion.</a:t>
            </a:r>
          </a:p>
        </p:txBody>
      </p:sp>
      <p:sp>
        <p:nvSpPr>
          <p:cNvPr id="37" name="Google Shape;113;p1">
            <a:extLst>
              <a:ext uri="{FF2B5EF4-FFF2-40B4-BE49-F238E27FC236}">
                <a16:creationId xmlns:a16="http://schemas.microsoft.com/office/drawing/2014/main" id="{D67D102A-E0D7-E83B-96A3-3003C17FAFED}"/>
              </a:ext>
            </a:extLst>
          </p:cNvPr>
          <p:cNvSpPr/>
          <p:nvPr/>
        </p:nvSpPr>
        <p:spPr>
          <a:xfrm>
            <a:off x="2985840" y="8685000"/>
            <a:ext cx="4277880" cy="598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{signaturerRankShort} {signaturer}</a:t>
            </a:r>
            <a:br>
              <a:rPr lang="en-AU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Officer Commanding</a:t>
            </a:r>
            <a:br>
              <a:rPr lang="en-AU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Australian Special Operations Taskforce HQ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" name="Google Shape;104;p1">
            <a:extLst>
              <a:ext uri="{FF2B5EF4-FFF2-40B4-BE49-F238E27FC236}">
                <a16:creationId xmlns:a16="http://schemas.microsoft.com/office/drawing/2014/main" id="{83EF9587-6778-C25C-317A-B422FED5DB02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14400" y="8354520"/>
            <a:ext cx="1436400" cy="125244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11;p1">
            <a:extLst>
              <a:ext uri="{FF2B5EF4-FFF2-40B4-BE49-F238E27FC236}">
                <a16:creationId xmlns:a16="http://schemas.microsoft.com/office/drawing/2014/main" id="{07D4FE36-FAE2-F02A-9A41-9232655CEEF9}"/>
              </a:ext>
            </a:extLst>
          </p:cNvPr>
          <p:cNvSpPr/>
          <p:nvPr/>
        </p:nvSpPr>
        <p:spPr>
          <a:xfrm>
            <a:off x="934292" y="5735481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algn="ctr"/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I,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signaturerRankFull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signaturer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},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Officer Commanding, Australian Special Operations Taskforce, hereby promote</a:t>
            </a:r>
            <a:endParaRPr lang="en-GB"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Google Shape;1750;p91">
            <a:extLst>
              <a:ext uri="{FF2B5EF4-FFF2-40B4-BE49-F238E27FC236}">
                <a16:creationId xmlns:a16="http://schemas.microsoft.com/office/drawing/2014/main" id="{E3956912-A52C-E2C1-F61A-859ADA1EEC3E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439572" y="1514252"/>
            <a:ext cx="1388553" cy="1833202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14;p1">
            <a:extLst>
              <a:ext uri="{FF2B5EF4-FFF2-40B4-BE49-F238E27FC236}">
                <a16:creationId xmlns:a16="http://schemas.microsoft.com/office/drawing/2014/main" id="{8F589CDD-CF19-49C9-A880-CF56BFE24DC5}"/>
              </a:ext>
            </a:extLst>
          </p:cNvPr>
          <p:cNvSpPr/>
          <p:nvPr/>
        </p:nvSpPr>
        <p:spPr>
          <a:xfrm>
            <a:off x="2932650" y="8215616"/>
            <a:ext cx="4539420" cy="521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{</a:t>
            </a:r>
            <a:r>
              <a:rPr lang="en-AU" sz="2800" b="0" i="1" u="none" strike="noStrike" cap="none" dirty="0" err="1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signaturerRankShort</a:t>
            </a: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} {</a:t>
            </a:r>
            <a:r>
              <a:rPr lang="en-AU" sz="2800" b="0" i="1" u="none" strike="noStrike" cap="none" dirty="0" err="1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signaturer</a:t>
            </a: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}</a:t>
            </a:r>
            <a:endParaRPr sz="2800" b="0" i="0" u="none" strike="noStrike" cap="none" dirty="0">
              <a:solidFill>
                <a:srgbClr val="000000"/>
              </a:solidFill>
              <a:latin typeface="Brush Script MT" panose="03060802040406070304" pitchFamily="66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07571137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628D7CEC-870C-18AF-03C3-18C605FC51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">
            <a:extLst>
              <a:ext uri="{FF2B5EF4-FFF2-40B4-BE49-F238E27FC236}">
                <a16:creationId xmlns:a16="http://schemas.microsoft.com/office/drawing/2014/main" id="{0D23F3B0-31D1-0F01-BD31-7767DB684A90}"/>
              </a:ext>
            </a:extLst>
          </p:cNvPr>
          <p:cNvSpPr/>
          <p:nvPr/>
        </p:nvSpPr>
        <p:spPr>
          <a:xfrm rot="5400000">
            <a:off x="-1500189" y="1487486"/>
            <a:ext cx="11268076" cy="8293101"/>
          </a:xfrm>
          <a:prstGeom prst="rect">
            <a:avLst/>
          </a:prstGeom>
          <a:blipFill rotWithShape="0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0000" tIns="45000" rIns="90000" bIns="45000" anchor="t" anchorCtr="1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Google Shape;102;p1">
            <a:extLst>
              <a:ext uri="{FF2B5EF4-FFF2-40B4-BE49-F238E27FC236}">
                <a16:creationId xmlns:a16="http://schemas.microsoft.com/office/drawing/2014/main" id="{ADE56885-91A0-96EA-994E-896D2734B31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10028" t="12535" r="10465" b="20264"/>
          <a:stretch/>
        </p:blipFill>
        <p:spPr>
          <a:xfrm rot="5400000">
            <a:off x="-1521845" y="1469005"/>
            <a:ext cx="11419340" cy="8401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103;p1">
            <a:extLst>
              <a:ext uri="{FF2B5EF4-FFF2-40B4-BE49-F238E27FC236}">
                <a16:creationId xmlns:a16="http://schemas.microsoft.com/office/drawing/2014/main" id="{D46EA27D-D9B1-7ECF-EA33-B4A80539ADD1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29378" y="738891"/>
            <a:ext cx="6821645" cy="9877373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105;p1">
            <a:extLst>
              <a:ext uri="{FF2B5EF4-FFF2-40B4-BE49-F238E27FC236}">
                <a16:creationId xmlns:a16="http://schemas.microsoft.com/office/drawing/2014/main" id="{3B25F9F2-3550-BAE4-9719-CB54E03C488F}"/>
              </a:ext>
            </a:extLst>
          </p:cNvPr>
          <p:cNvSpPr/>
          <p:nvPr/>
        </p:nvSpPr>
        <p:spPr>
          <a:xfrm>
            <a:off x="933609" y="3422520"/>
            <a:ext cx="6419529" cy="737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4200" b="0" i="0" u="none" strike="noStrike" cap="none" dirty="0">
                <a:solidFill>
                  <a:schemeClr val="dk1"/>
                </a:solidFill>
                <a:latin typeface="Old English Text MT" panose="03040902040508030806" pitchFamily="66" charset="0"/>
                <a:sym typeface="Arial"/>
              </a:rPr>
              <a:t>Certificate Of Promotion</a:t>
            </a:r>
            <a:endParaRPr sz="4200" b="0" i="0" u="none" strike="noStrike" cap="none" dirty="0">
              <a:solidFill>
                <a:srgbClr val="000000"/>
              </a:solidFill>
              <a:latin typeface="Old English Text MT" panose="03040902040508030806" pitchFamily="66" charset="0"/>
              <a:sym typeface="Arial"/>
            </a:endParaRPr>
          </a:p>
        </p:txBody>
      </p:sp>
      <p:sp>
        <p:nvSpPr>
          <p:cNvPr id="30" name="Google Shape;106;p1">
            <a:extLst>
              <a:ext uri="{FF2B5EF4-FFF2-40B4-BE49-F238E27FC236}">
                <a16:creationId xmlns:a16="http://schemas.microsoft.com/office/drawing/2014/main" id="{1F309839-E56A-8AF4-D18D-76A8A9A763AA}"/>
              </a:ext>
            </a:extLst>
          </p:cNvPr>
          <p:cNvSpPr/>
          <p:nvPr/>
        </p:nvSpPr>
        <p:spPr>
          <a:xfrm>
            <a:off x="933609" y="4124520"/>
            <a:ext cx="6419529" cy="644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36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</a:t>
            </a:r>
            <a:endParaRPr sz="3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" name="Google Shape;107;p1">
            <a:extLst>
              <a:ext uri="{FF2B5EF4-FFF2-40B4-BE49-F238E27FC236}">
                <a16:creationId xmlns:a16="http://schemas.microsoft.com/office/drawing/2014/main" id="{81271F51-E293-66D7-2679-6B621E978318}"/>
              </a:ext>
            </a:extLst>
          </p:cNvPr>
          <p:cNvCxnSpPr/>
          <p:nvPr/>
        </p:nvCxnSpPr>
        <p:spPr>
          <a:xfrm flipH="1">
            <a:off x="3722400" y="8696520"/>
            <a:ext cx="2822040" cy="792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33" name="Google Shape;109;p1">
            <a:extLst>
              <a:ext uri="{FF2B5EF4-FFF2-40B4-BE49-F238E27FC236}">
                <a16:creationId xmlns:a16="http://schemas.microsoft.com/office/drawing/2014/main" id="{DD8D43CF-C67F-5A3A-E369-F6AB9E5AE5FE}"/>
              </a:ext>
            </a:extLst>
          </p:cNvPr>
          <p:cNvSpPr/>
          <p:nvPr/>
        </p:nvSpPr>
        <p:spPr>
          <a:xfrm>
            <a:off x="933609" y="6433920"/>
            <a:ext cx="6419529" cy="583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32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110;p1">
            <a:extLst>
              <a:ext uri="{FF2B5EF4-FFF2-40B4-BE49-F238E27FC236}">
                <a16:creationId xmlns:a16="http://schemas.microsoft.com/office/drawing/2014/main" id="{80FEC6CE-0FD4-E48E-B167-11260F65920D}"/>
              </a:ext>
            </a:extLst>
          </p:cNvPr>
          <p:cNvSpPr/>
          <p:nvPr/>
        </p:nvSpPr>
        <p:spPr>
          <a:xfrm>
            <a:off x="933609" y="7119720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the rank of </a:t>
            </a:r>
            <a:r>
              <a:rPr lang="en-AU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Officer Cadet 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 effect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dateNumber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r>
              <a:rPr lang="en-GB" sz="2000" b="0" i="1" u="none" strike="noStrike" cap="none" baseline="30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{suffix}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{date}.</a:t>
            </a:r>
            <a:endParaRPr lang="en-GB"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111;p1">
            <a:extLst>
              <a:ext uri="{FF2B5EF4-FFF2-40B4-BE49-F238E27FC236}">
                <a16:creationId xmlns:a16="http://schemas.microsoft.com/office/drawing/2014/main" id="{F8C0AE98-C441-9FB8-360F-A494024CFF4A}"/>
              </a:ext>
            </a:extLst>
          </p:cNvPr>
          <p:cNvSpPr/>
          <p:nvPr/>
        </p:nvSpPr>
        <p:spPr>
          <a:xfrm>
            <a:off x="933609" y="4820400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 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has completed all necessary trainings and been deemed suitable in all areas required for promotion.</a:t>
            </a:r>
          </a:p>
        </p:txBody>
      </p:sp>
      <p:sp>
        <p:nvSpPr>
          <p:cNvPr id="37" name="Google Shape;113;p1">
            <a:extLst>
              <a:ext uri="{FF2B5EF4-FFF2-40B4-BE49-F238E27FC236}">
                <a16:creationId xmlns:a16="http://schemas.microsoft.com/office/drawing/2014/main" id="{4AFA80B8-7A12-B0AE-4F5B-83B8D5B35FBF}"/>
              </a:ext>
            </a:extLst>
          </p:cNvPr>
          <p:cNvSpPr/>
          <p:nvPr/>
        </p:nvSpPr>
        <p:spPr>
          <a:xfrm>
            <a:off x="2985840" y="8685000"/>
            <a:ext cx="4277880" cy="598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{signaturerRankShort} {signaturer}</a:t>
            </a:r>
            <a:br>
              <a:rPr lang="en-AU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Officer Commanding</a:t>
            </a:r>
            <a:br>
              <a:rPr lang="en-AU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Australian Special Operations Taskforce HQ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" name="Google Shape;104;p1">
            <a:extLst>
              <a:ext uri="{FF2B5EF4-FFF2-40B4-BE49-F238E27FC236}">
                <a16:creationId xmlns:a16="http://schemas.microsoft.com/office/drawing/2014/main" id="{98FEDD21-8317-C312-74B1-D0B7DDF57E5B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14400" y="8354520"/>
            <a:ext cx="1436400" cy="125244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11;p1">
            <a:extLst>
              <a:ext uri="{FF2B5EF4-FFF2-40B4-BE49-F238E27FC236}">
                <a16:creationId xmlns:a16="http://schemas.microsoft.com/office/drawing/2014/main" id="{2EE397F9-E660-DCE8-69F4-41EB92704D1F}"/>
              </a:ext>
            </a:extLst>
          </p:cNvPr>
          <p:cNvSpPr/>
          <p:nvPr/>
        </p:nvSpPr>
        <p:spPr>
          <a:xfrm>
            <a:off x="934292" y="5735481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algn="ctr"/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I,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signaturerRankFull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signaturer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},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Officer Commanding, Australian Special Operations Taskforce, hereby promote</a:t>
            </a:r>
            <a:endParaRPr lang="en-GB"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Google Shape;1768;p92" descr="A white and gold military insignia&#10;&#10;Description automatically generated">
            <a:extLst>
              <a:ext uri="{FF2B5EF4-FFF2-40B4-BE49-F238E27FC236}">
                <a16:creationId xmlns:a16="http://schemas.microsoft.com/office/drawing/2014/main" id="{43F807F3-CD57-63F0-0851-D437818AB3A2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603658" y="1344594"/>
            <a:ext cx="1073083" cy="1975447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14;p1">
            <a:extLst>
              <a:ext uri="{FF2B5EF4-FFF2-40B4-BE49-F238E27FC236}">
                <a16:creationId xmlns:a16="http://schemas.microsoft.com/office/drawing/2014/main" id="{69309183-494A-73BB-8D5E-DA7FD31804A3}"/>
              </a:ext>
            </a:extLst>
          </p:cNvPr>
          <p:cNvSpPr/>
          <p:nvPr/>
        </p:nvSpPr>
        <p:spPr>
          <a:xfrm>
            <a:off x="2932650" y="8215616"/>
            <a:ext cx="4539420" cy="521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{</a:t>
            </a:r>
            <a:r>
              <a:rPr lang="en-AU" sz="2800" b="0" i="1" u="none" strike="noStrike" cap="none" dirty="0" err="1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signaturerRankShort</a:t>
            </a: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} {</a:t>
            </a:r>
            <a:r>
              <a:rPr lang="en-AU" sz="2800" b="0" i="1" u="none" strike="noStrike" cap="none" dirty="0" err="1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signaturer</a:t>
            </a: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}</a:t>
            </a:r>
            <a:endParaRPr sz="2800" b="0" i="0" u="none" strike="noStrike" cap="none" dirty="0">
              <a:solidFill>
                <a:srgbClr val="000000"/>
              </a:solidFill>
              <a:latin typeface="Brush Script MT" panose="03060802040406070304" pitchFamily="66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32221171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D02A09B4-17C4-F432-7730-FFAFBCE35E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">
            <a:extLst>
              <a:ext uri="{FF2B5EF4-FFF2-40B4-BE49-F238E27FC236}">
                <a16:creationId xmlns:a16="http://schemas.microsoft.com/office/drawing/2014/main" id="{4289B131-A1F2-8E2F-92F1-F244CA6BE239}"/>
              </a:ext>
            </a:extLst>
          </p:cNvPr>
          <p:cNvSpPr/>
          <p:nvPr/>
        </p:nvSpPr>
        <p:spPr>
          <a:xfrm rot="5400000">
            <a:off x="-1500189" y="1487486"/>
            <a:ext cx="11268076" cy="8293101"/>
          </a:xfrm>
          <a:prstGeom prst="rect">
            <a:avLst/>
          </a:prstGeom>
          <a:blipFill rotWithShape="0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0000" tIns="45000" rIns="90000" bIns="45000" anchor="t" anchorCtr="1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Google Shape;102;p1">
            <a:extLst>
              <a:ext uri="{FF2B5EF4-FFF2-40B4-BE49-F238E27FC236}">
                <a16:creationId xmlns:a16="http://schemas.microsoft.com/office/drawing/2014/main" id="{CD7FCBB7-FCD3-8CE9-C53E-D349D38EEB87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10028" t="12535" r="10465" b="20264"/>
          <a:stretch/>
        </p:blipFill>
        <p:spPr>
          <a:xfrm rot="5400000">
            <a:off x="-1521845" y="1469005"/>
            <a:ext cx="11419340" cy="8401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103;p1">
            <a:extLst>
              <a:ext uri="{FF2B5EF4-FFF2-40B4-BE49-F238E27FC236}">
                <a16:creationId xmlns:a16="http://schemas.microsoft.com/office/drawing/2014/main" id="{90AD2675-DB34-8709-63CE-69DC3058B522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29378" y="738891"/>
            <a:ext cx="6821645" cy="9877373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105;p1">
            <a:extLst>
              <a:ext uri="{FF2B5EF4-FFF2-40B4-BE49-F238E27FC236}">
                <a16:creationId xmlns:a16="http://schemas.microsoft.com/office/drawing/2014/main" id="{6391034A-08B8-CE3E-63B6-D96E03530D6D}"/>
              </a:ext>
            </a:extLst>
          </p:cNvPr>
          <p:cNvSpPr/>
          <p:nvPr/>
        </p:nvSpPr>
        <p:spPr>
          <a:xfrm>
            <a:off x="933609" y="3422520"/>
            <a:ext cx="6419529" cy="737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4200" b="0" i="0" u="none" strike="noStrike" cap="none" dirty="0">
                <a:solidFill>
                  <a:schemeClr val="dk1"/>
                </a:solidFill>
                <a:latin typeface="Old English Text MT" panose="03040902040508030806" pitchFamily="66" charset="0"/>
                <a:sym typeface="Arial"/>
              </a:rPr>
              <a:t>Certificate Of Promotion</a:t>
            </a:r>
            <a:endParaRPr sz="4200" b="0" i="0" u="none" strike="noStrike" cap="none" dirty="0">
              <a:solidFill>
                <a:srgbClr val="000000"/>
              </a:solidFill>
              <a:latin typeface="Old English Text MT" panose="03040902040508030806" pitchFamily="66" charset="0"/>
              <a:sym typeface="Arial"/>
            </a:endParaRPr>
          </a:p>
        </p:txBody>
      </p:sp>
      <p:sp>
        <p:nvSpPr>
          <p:cNvPr id="30" name="Google Shape;106;p1">
            <a:extLst>
              <a:ext uri="{FF2B5EF4-FFF2-40B4-BE49-F238E27FC236}">
                <a16:creationId xmlns:a16="http://schemas.microsoft.com/office/drawing/2014/main" id="{837646B1-2B3D-6A7F-89B7-06BB4F532AB3}"/>
              </a:ext>
            </a:extLst>
          </p:cNvPr>
          <p:cNvSpPr/>
          <p:nvPr/>
        </p:nvSpPr>
        <p:spPr>
          <a:xfrm>
            <a:off x="933609" y="4124520"/>
            <a:ext cx="6419529" cy="644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36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</a:t>
            </a:r>
            <a:endParaRPr sz="3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" name="Google Shape;107;p1">
            <a:extLst>
              <a:ext uri="{FF2B5EF4-FFF2-40B4-BE49-F238E27FC236}">
                <a16:creationId xmlns:a16="http://schemas.microsoft.com/office/drawing/2014/main" id="{839F60AF-54C9-9B4E-6E01-25EFC78F919A}"/>
              </a:ext>
            </a:extLst>
          </p:cNvPr>
          <p:cNvCxnSpPr/>
          <p:nvPr/>
        </p:nvCxnSpPr>
        <p:spPr>
          <a:xfrm flipH="1">
            <a:off x="3722400" y="8696520"/>
            <a:ext cx="2822040" cy="792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33" name="Google Shape;109;p1">
            <a:extLst>
              <a:ext uri="{FF2B5EF4-FFF2-40B4-BE49-F238E27FC236}">
                <a16:creationId xmlns:a16="http://schemas.microsoft.com/office/drawing/2014/main" id="{468798D8-5E7F-C4B3-6C15-7C58229C685E}"/>
              </a:ext>
            </a:extLst>
          </p:cNvPr>
          <p:cNvSpPr/>
          <p:nvPr/>
        </p:nvSpPr>
        <p:spPr>
          <a:xfrm>
            <a:off x="933609" y="6433920"/>
            <a:ext cx="6419529" cy="583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32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110;p1">
            <a:extLst>
              <a:ext uri="{FF2B5EF4-FFF2-40B4-BE49-F238E27FC236}">
                <a16:creationId xmlns:a16="http://schemas.microsoft.com/office/drawing/2014/main" id="{720C8043-7582-F9C7-021E-2DFE3D65F157}"/>
              </a:ext>
            </a:extLst>
          </p:cNvPr>
          <p:cNvSpPr/>
          <p:nvPr/>
        </p:nvSpPr>
        <p:spPr>
          <a:xfrm>
            <a:off x="933609" y="7119720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the rank of </a:t>
            </a:r>
            <a:r>
              <a:rPr lang="en-AU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Pilot Officer 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 effect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dateNumber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r>
              <a:rPr lang="en-GB" sz="2000" b="0" i="1" u="none" strike="noStrike" cap="none" baseline="30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{suffix}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{date}.</a:t>
            </a:r>
            <a:endParaRPr lang="en-GB"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111;p1">
            <a:extLst>
              <a:ext uri="{FF2B5EF4-FFF2-40B4-BE49-F238E27FC236}">
                <a16:creationId xmlns:a16="http://schemas.microsoft.com/office/drawing/2014/main" id="{772970ED-3A03-67B3-DF2A-814EB562D0F0}"/>
              </a:ext>
            </a:extLst>
          </p:cNvPr>
          <p:cNvSpPr/>
          <p:nvPr/>
        </p:nvSpPr>
        <p:spPr>
          <a:xfrm>
            <a:off x="933609" y="4820400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 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has completed all necessary trainings and been deemed suitable in all areas required for promotion.</a:t>
            </a:r>
          </a:p>
        </p:txBody>
      </p:sp>
      <p:sp>
        <p:nvSpPr>
          <p:cNvPr id="37" name="Google Shape;113;p1">
            <a:extLst>
              <a:ext uri="{FF2B5EF4-FFF2-40B4-BE49-F238E27FC236}">
                <a16:creationId xmlns:a16="http://schemas.microsoft.com/office/drawing/2014/main" id="{AC343E02-5F3D-5B05-6AE3-E692165ECC8E}"/>
              </a:ext>
            </a:extLst>
          </p:cNvPr>
          <p:cNvSpPr/>
          <p:nvPr/>
        </p:nvSpPr>
        <p:spPr>
          <a:xfrm>
            <a:off x="2985840" y="8685000"/>
            <a:ext cx="4277880" cy="598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{signaturerRankShort} {signaturer}</a:t>
            </a:r>
            <a:br>
              <a:rPr lang="en-AU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Officer Commanding</a:t>
            </a:r>
            <a:br>
              <a:rPr lang="en-AU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Australian Special Operations Taskforce HQ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" name="Google Shape;104;p1">
            <a:extLst>
              <a:ext uri="{FF2B5EF4-FFF2-40B4-BE49-F238E27FC236}">
                <a16:creationId xmlns:a16="http://schemas.microsoft.com/office/drawing/2014/main" id="{CC6A2CA3-1884-B95E-1B4A-16CBFB89542E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14400" y="8354520"/>
            <a:ext cx="1436400" cy="125244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11;p1">
            <a:extLst>
              <a:ext uri="{FF2B5EF4-FFF2-40B4-BE49-F238E27FC236}">
                <a16:creationId xmlns:a16="http://schemas.microsoft.com/office/drawing/2014/main" id="{382FBD64-D2FE-7801-9AE2-949349497E77}"/>
              </a:ext>
            </a:extLst>
          </p:cNvPr>
          <p:cNvSpPr/>
          <p:nvPr/>
        </p:nvSpPr>
        <p:spPr>
          <a:xfrm>
            <a:off x="934292" y="5735481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algn="ctr"/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I,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signaturerRankFull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signaturer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},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Officer Commanding, Australian Special Operations Taskforce, hereby promote</a:t>
            </a:r>
            <a:endParaRPr lang="en-GB"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" name="Google Shape;1786;p93">
            <a:extLst>
              <a:ext uri="{FF2B5EF4-FFF2-40B4-BE49-F238E27FC236}">
                <a16:creationId xmlns:a16="http://schemas.microsoft.com/office/drawing/2014/main" id="{FEE3850F-190E-36FD-3E0A-B8FB7B0B7B5C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603659" y="1344594"/>
            <a:ext cx="1073082" cy="1975447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14;p1">
            <a:extLst>
              <a:ext uri="{FF2B5EF4-FFF2-40B4-BE49-F238E27FC236}">
                <a16:creationId xmlns:a16="http://schemas.microsoft.com/office/drawing/2014/main" id="{A0182E31-AF78-AAA4-0D39-05048322A934}"/>
              </a:ext>
            </a:extLst>
          </p:cNvPr>
          <p:cNvSpPr/>
          <p:nvPr/>
        </p:nvSpPr>
        <p:spPr>
          <a:xfrm>
            <a:off x="2932650" y="8215616"/>
            <a:ext cx="4539420" cy="521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{</a:t>
            </a:r>
            <a:r>
              <a:rPr lang="en-AU" sz="2800" b="0" i="1" u="none" strike="noStrike" cap="none" dirty="0" err="1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signaturerRankShort</a:t>
            </a: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} {</a:t>
            </a:r>
            <a:r>
              <a:rPr lang="en-AU" sz="2800" b="0" i="1" u="none" strike="noStrike" cap="none" dirty="0" err="1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signaturer</a:t>
            </a: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}</a:t>
            </a:r>
            <a:endParaRPr sz="2800" b="0" i="0" u="none" strike="noStrike" cap="none" dirty="0">
              <a:solidFill>
                <a:srgbClr val="000000"/>
              </a:solidFill>
              <a:latin typeface="Brush Script MT" panose="03060802040406070304" pitchFamily="66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64164349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9E749CEF-5C53-626A-4EF9-488DE4B8D6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">
            <a:extLst>
              <a:ext uri="{FF2B5EF4-FFF2-40B4-BE49-F238E27FC236}">
                <a16:creationId xmlns:a16="http://schemas.microsoft.com/office/drawing/2014/main" id="{F9FE8E96-E129-814D-C57A-059ABB2026BF}"/>
              </a:ext>
            </a:extLst>
          </p:cNvPr>
          <p:cNvSpPr/>
          <p:nvPr/>
        </p:nvSpPr>
        <p:spPr>
          <a:xfrm rot="5400000">
            <a:off x="-1500189" y="1487486"/>
            <a:ext cx="11268076" cy="8293101"/>
          </a:xfrm>
          <a:prstGeom prst="rect">
            <a:avLst/>
          </a:prstGeom>
          <a:blipFill rotWithShape="0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0000" tIns="45000" rIns="90000" bIns="45000" anchor="t" anchorCtr="1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Google Shape;102;p1">
            <a:extLst>
              <a:ext uri="{FF2B5EF4-FFF2-40B4-BE49-F238E27FC236}">
                <a16:creationId xmlns:a16="http://schemas.microsoft.com/office/drawing/2014/main" id="{9F6F9C44-2ED7-5093-7C49-FC52ABED177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10028" t="12535" r="10465" b="20264"/>
          <a:stretch/>
        </p:blipFill>
        <p:spPr>
          <a:xfrm rot="5400000">
            <a:off x="-1521845" y="1469005"/>
            <a:ext cx="11419340" cy="8401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103;p1">
            <a:extLst>
              <a:ext uri="{FF2B5EF4-FFF2-40B4-BE49-F238E27FC236}">
                <a16:creationId xmlns:a16="http://schemas.microsoft.com/office/drawing/2014/main" id="{F623E7BD-1FFE-2BEE-6BF4-EA5132D13203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29378" y="738891"/>
            <a:ext cx="6821645" cy="9877373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105;p1">
            <a:extLst>
              <a:ext uri="{FF2B5EF4-FFF2-40B4-BE49-F238E27FC236}">
                <a16:creationId xmlns:a16="http://schemas.microsoft.com/office/drawing/2014/main" id="{0F293D5D-000D-98BD-65EC-9C0229DFD1A7}"/>
              </a:ext>
            </a:extLst>
          </p:cNvPr>
          <p:cNvSpPr/>
          <p:nvPr/>
        </p:nvSpPr>
        <p:spPr>
          <a:xfrm>
            <a:off x="933609" y="3422520"/>
            <a:ext cx="6419529" cy="737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4200" b="0" i="0" u="none" strike="noStrike" cap="none" dirty="0">
                <a:solidFill>
                  <a:schemeClr val="dk1"/>
                </a:solidFill>
                <a:latin typeface="Old English Text MT" panose="03040902040508030806" pitchFamily="66" charset="0"/>
                <a:sym typeface="Arial"/>
              </a:rPr>
              <a:t>Certificate Of Promotion</a:t>
            </a:r>
            <a:endParaRPr sz="4200" b="0" i="0" u="none" strike="noStrike" cap="none" dirty="0">
              <a:solidFill>
                <a:srgbClr val="000000"/>
              </a:solidFill>
              <a:latin typeface="Old English Text MT" panose="03040902040508030806" pitchFamily="66" charset="0"/>
              <a:sym typeface="Arial"/>
            </a:endParaRPr>
          </a:p>
        </p:txBody>
      </p:sp>
      <p:sp>
        <p:nvSpPr>
          <p:cNvPr id="30" name="Google Shape;106;p1">
            <a:extLst>
              <a:ext uri="{FF2B5EF4-FFF2-40B4-BE49-F238E27FC236}">
                <a16:creationId xmlns:a16="http://schemas.microsoft.com/office/drawing/2014/main" id="{D45E8410-1400-7DA8-565A-AFB30CFDDB1D}"/>
              </a:ext>
            </a:extLst>
          </p:cNvPr>
          <p:cNvSpPr/>
          <p:nvPr/>
        </p:nvSpPr>
        <p:spPr>
          <a:xfrm>
            <a:off x="933609" y="4124520"/>
            <a:ext cx="6419529" cy="644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36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</a:t>
            </a:r>
            <a:endParaRPr sz="3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" name="Google Shape;107;p1">
            <a:extLst>
              <a:ext uri="{FF2B5EF4-FFF2-40B4-BE49-F238E27FC236}">
                <a16:creationId xmlns:a16="http://schemas.microsoft.com/office/drawing/2014/main" id="{0F96E014-EADD-6835-30E8-435A4375DC88}"/>
              </a:ext>
            </a:extLst>
          </p:cNvPr>
          <p:cNvCxnSpPr/>
          <p:nvPr/>
        </p:nvCxnSpPr>
        <p:spPr>
          <a:xfrm flipH="1">
            <a:off x="3722400" y="8696520"/>
            <a:ext cx="2822040" cy="792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33" name="Google Shape;109;p1">
            <a:extLst>
              <a:ext uri="{FF2B5EF4-FFF2-40B4-BE49-F238E27FC236}">
                <a16:creationId xmlns:a16="http://schemas.microsoft.com/office/drawing/2014/main" id="{655A1D5E-5B87-D305-1FC5-1AF8986ECC13}"/>
              </a:ext>
            </a:extLst>
          </p:cNvPr>
          <p:cNvSpPr/>
          <p:nvPr/>
        </p:nvSpPr>
        <p:spPr>
          <a:xfrm>
            <a:off x="933609" y="6433920"/>
            <a:ext cx="6419529" cy="583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32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110;p1">
            <a:extLst>
              <a:ext uri="{FF2B5EF4-FFF2-40B4-BE49-F238E27FC236}">
                <a16:creationId xmlns:a16="http://schemas.microsoft.com/office/drawing/2014/main" id="{40CAE427-135D-1CED-AE59-DD414F9D7590}"/>
              </a:ext>
            </a:extLst>
          </p:cNvPr>
          <p:cNvSpPr/>
          <p:nvPr/>
        </p:nvSpPr>
        <p:spPr>
          <a:xfrm>
            <a:off x="933609" y="7119720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the rank of </a:t>
            </a:r>
            <a:r>
              <a:rPr lang="en-AU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Flying Officer 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 effect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dateNumber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r>
              <a:rPr lang="en-GB" sz="2000" b="0" i="1" u="none" strike="noStrike" cap="none" baseline="30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{suffix}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{date}.</a:t>
            </a:r>
            <a:endParaRPr lang="en-GB"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111;p1">
            <a:extLst>
              <a:ext uri="{FF2B5EF4-FFF2-40B4-BE49-F238E27FC236}">
                <a16:creationId xmlns:a16="http://schemas.microsoft.com/office/drawing/2014/main" id="{B5464FC2-44B2-3749-50DB-66BF52049E57}"/>
              </a:ext>
            </a:extLst>
          </p:cNvPr>
          <p:cNvSpPr/>
          <p:nvPr/>
        </p:nvSpPr>
        <p:spPr>
          <a:xfrm>
            <a:off x="933609" y="4820400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 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has completed all necessary trainings and been deemed suitable in all areas required for promotion.</a:t>
            </a:r>
          </a:p>
        </p:txBody>
      </p:sp>
      <p:sp>
        <p:nvSpPr>
          <p:cNvPr id="37" name="Google Shape;113;p1">
            <a:extLst>
              <a:ext uri="{FF2B5EF4-FFF2-40B4-BE49-F238E27FC236}">
                <a16:creationId xmlns:a16="http://schemas.microsoft.com/office/drawing/2014/main" id="{8A567356-C8B1-481B-985B-686D87C8B81A}"/>
              </a:ext>
            </a:extLst>
          </p:cNvPr>
          <p:cNvSpPr/>
          <p:nvPr/>
        </p:nvSpPr>
        <p:spPr>
          <a:xfrm>
            <a:off x="2985840" y="8685000"/>
            <a:ext cx="4277880" cy="598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{signaturerRankShort} {signaturer}</a:t>
            </a:r>
            <a:br>
              <a:rPr lang="en-AU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Officer Commanding</a:t>
            </a:r>
            <a:br>
              <a:rPr lang="en-AU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Australian Special Operations Taskforce HQ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" name="Google Shape;104;p1">
            <a:extLst>
              <a:ext uri="{FF2B5EF4-FFF2-40B4-BE49-F238E27FC236}">
                <a16:creationId xmlns:a16="http://schemas.microsoft.com/office/drawing/2014/main" id="{150CE965-8C26-021E-0F09-B07B8698F3FD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14400" y="8354520"/>
            <a:ext cx="1436400" cy="125244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11;p1">
            <a:extLst>
              <a:ext uri="{FF2B5EF4-FFF2-40B4-BE49-F238E27FC236}">
                <a16:creationId xmlns:a16="http://schemas.microsoft.com/office/drawing/2014/main" id="{0A65F4BE-37FD-8E31-9795-FFEF912B7A3A}"/>
              </a:ext>
            </a:extLst>
          </p:cNvPr>
          <p:cNvSpPr/>
          <p:nvPr/>
        </p:nvSpPr>
        <p:spPr>
          <a:xfrm>
            <a:off x="934292" y="5735481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algn="ctr"/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I,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signaturerRankFull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signaturer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},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Officer Commanding, Australian Special Operations Taskforce, hereby promote</a:t>
            </a:r>
            <a:endParaRPr lang="en-GB"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" name="Google Shape;1805;p94">
            <a:extLst>
              <a:ext uri="{FF2B5EF4-FFF2-40B4-BE49-F238E27FC236}">
                <a16:creationId xmlns:a16="http://schemas.microsoft.com/office/drawing/2014/main" id="{D67BAD5D-D141-DBEA-8263-79BD7EB80088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603658" y="1344594"/>
            <a:ext cx="1073083" cy="197544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14;p1">
            <a:extLst>
              <a:ext uri="{FF2B5EF4-FFF2-40B4-BE49-F238E27FC236}">
                <a16:creationId xmlns:a16="http://schemas.microsoft.com/office/drawing/2014/main" id="{6F5159DE-A6B1-E881-E4D8-CCCE8EFCA8CF}"/>
              </a:ext>
            </a:extLst>
          </p:cNvPr>
          <p:cNvSpPr/>
          <p:nvPr/>
        </p:nvSpPr>
        <p:spPr>
          <a:xfrm>
            <a:off x="2932650" y="8215616"/>
            <a:ext cx="4539420" cy="521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{</a:t>
            </a:r>
            <a:r>
              <a:rPr lang="en-AU" sz="2800" b="0" i="1" u="none" strike="noStrike" cap="none" dirty="0" err="1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signaturerRankShort</a:t>
            </a: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} {</a:t>
            </a:r>
            <a:r>
              <a:rPr lang="en-AU" sz="2800" b="0" i="1" u="none" strike="noStrike" cap="none" dirty="0" err="1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signaturer</a:t>
            </a: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}</a:t>
            </a:r>
            <a:endParaRPr sz="2800" b="0" i="0" u="none" strike="noStrike" cap="none" dirty="0">
              <a:solidFill>
                <a:srgbClr val="000000"/>
              </a:solidFill>
              <a:latin typeface="Brush Script MT" panose="03060802040406070304" pitchFamily="66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49068219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64D91DC4-0786-5BAA-5460-96736174F1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">
            <a:extLst>
              <a:ext uri="{FF2B5EF4-FFF2-40B4-BE49-F238E27FC236}">
                <a16:creationId xmlns:a16="http://schemas.microsoft.com/office/drawing/2014/main" id="{76C81F0B-A6AE-C3EB-1FA4-E3FCA8948806}"/>
              </a:ext>
            </a:extLst>
          </p:cNvPr>
          <p:cNvSpPr/>
          <p:nvPr/>
        </p:nvSpPr>
        <p:spPr>
          <a:xfrm rot="5400000">
            <a:off x="-1500189" y="1487486"/>
            <a:ext cx="11268076" cy="8293101"/>
          </a:xfrm>
          <a:prstGeom prst="rect">
            <a:avLst/>
          </a:prstGeom>
          <a:blipFill rotWithShape="0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0000" tIns="45000" rIns="90000" bIns="45000" anchor="t" anchorCtr="1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Google Shape;102;p1">
            <a:extLst>
              <a:ext uri="{FF2B5EF4-FFF2-40B4-BE49-F238E27FC236}">
                <a16:creationId xmlns:a16="http://schemas.microsoft.com/office/drawing/2014/main" id="{6A21FBBA-4A2F-2AD4-CAC6-4BCF83CB6333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10028" t="12535" r="10465" b="20264"/>
          <a:stretch/>
        </p:blipFill>
        <p:spPr>
          <a:xfrm rot="5400000">
            <a:off x="-1521845" y="1469005"/>
            <a:ext cx="11419340" cy="8401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103;p1">
            <a:extLst>
              <a:ext uri="{FF2B5EF4-FFF2-40B4-BE49-F238E27FC236}">
                <a16:creationId xmlns:a16="http://schemas.microsoft.com/office/drawing/2014/main" id="{DD631B56-7D04-2985-7C7B-ED0EE1A04BC0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29378" y="738891"/>
            <a:ext cx="6821645" cy="9877373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105;p1">
            <a:extLst>
              <a:ext uri="{FF2B5EF4-FFF2-40B4-BE49-F238E27FC236}">
                <a16:creationId xmlns:a16="http://schemas.microsoft.com/office/drawing/2014/main" id="{12ACE5AE-A3C3-29FD-890C-91FF4B6260C6}"/>
              </a:ext>
            </a:extLst>
          </p:cNvPr>
          <p:cNvSpPr/>
          <p:nvPr/>
        </p:nvSpPr>
        <p:spPr>
          <a:xfrm>
            <a:off x="933609" y="3422520"/>
            <a:ext cx="6419529" cy="737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4200" b="0" i="0" u="none" strike="noStrike" cap="none" dirty="0">
                <a:solidFill>
                  <a:schemeClr val="dk1"/>
                </a:solidFill>
                <a:latin typeface="Old English Text MT" panose="03040902040508030806" pitchFamily="66" charset="0"/>
                <a:sym typeface="Arial"/>
              </a:rPr>
              <a:t>Certificate Of Promotion</a:t>
            </a:r>
            <a:endParaRPr sz="4200" b="0" i="0" u="none" strike="noStrike" cap="none" dirty="0">
              <a:solidFill>
                <a:srgbClr val="000000"/>
              </a:solidFill>
              <a:latin typeface="Old English Text MT" panose="03040902040508030806" pitchFamily="66" charset="0"/>
              <a:sym typeface="Arial"/>
            </a:endParaRPr>
          </a:p>
        </p:txBody>
      </p:sp>
      <p:sp>
        <p:nvSpPr>
          <p:cNvPr id="30" name="Google Shape;106;p1">
            <a:extLst>
              <a:ext uri="{FF2B5EF4-FFF2-40B4-BE49-F238E27FC236}">
                <a16:creationId xmlns:a16="http://schemas.microsoft.com/office/drawing/2014/main" id="{623D6DAD-5646-00E4-76CF-D7CA1AA50931}"/>
              </a:ext>
            </a:extLst>
          </p:cNvPr>
          <p:cNvSpPr/>
          <p:nvPr/>
        </p:nvSpPr>
        <p:spPr>
          <a:xfrm>
            <a:off x="933609" y="4124520"/>
            <a:ext cx="6419529" cy="644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36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</a:t>
            </a:r>
            <a:endParaRPr sz="3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" name="Google Shape;107;p1">
            <a:extLst>
              <a:ext uri="{FF2B5EF4-FFF2-40B4-BE49-F238E27FC236}">
                <a16:creationId xmlns:a16="http://schemas.microsoft.com/office/drawing/2014/main" id="{1EDDFC65-8686-ACD3-4404-6FDC486C556F}"/>
              </a:ext>
            </a:extLst>
          </p:cNvPr>
          <p:cNvCxnSpPr/>
          <p:nvPr/>
        </p:nvCxnSpPr>
        <p:spPr>
          <a:xfrm flipH="1">
            <a:off x="3722400" y="8696520"/>
            <a:ext cx="2822040" cy="792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33" name="Google Shape;109;p1">
            <a:extLst>
              <a:ext uri="{FF2B5EF4-FFF2-40B4-BE49-F238E27FC236}">
                <a16:creationId xmlns:a16="http://schemas.microsoft.com/office/drawing/2014/main" id="{00D2C762-D6DD-F915-6417-95F4FEB2EEB7}"/>
              </a:ext>
            </a:extLst>
          </p:cNvPr>
          <p:cNvSpPr/>
          <p:nvPr/>
        </p:nvSpPr>
        <p:spPr>
          <a:xfrm>
            <a:off x="933609" y="6433920"/>
            <a:ext cx="6419529" cy="583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32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110;p1">
            <a:extLst>
              <a:ext uri="{FF2B5EF4-FFF2-40B4-BE49-F238E27FC236}">
                <a16:creationId xmlns:a16="http://schemas.microsoft.com/office/drawing/2014/main" id="{8DD32676-9042-C271-2C7A-1DAB267B35B0}"/>
              </a:ext>
            </a:extLst>
          </p:cNvPr>
          <p:cNvSpPr/>
          <p:nvPr/>
        </p:nvSpPr>
        <p:spPr>
          <a:xfrm>
            <a:off x="933609" y="7119720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the rank of </a:t>
            </a:r>
            <a:r>
              <a:rPr lang="en-AU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Flight Lieutenant 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 effect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dateNumber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r>
              <a:rPr lang="en-GB" sz="2000" b="0" i="1" u="none" strike="noStrike" cap="none" baseline="30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{suffix}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{date}.</a:t>
            </a:r>
            <a:endParaRPr lang="en-GB"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111;p1">
            <a:extLst>
              <a:ext uri="{FF2B5EF4-FFF2-40B4-BE49-F238E27FC236}">
                <a16:creationId xmlns:a16="http://schemas.microsoft.com/office/drawing/2014/main" id="{B94E920F-1B2E-4FC6-5F2C-694BC3216A6A}"/>
              </a:ext>
            </a:extLst>
          </p:cNvPr>
          <p:cNvSpPr/>
          <p:nvPr/>
        </p:nvSpPr>
        <p:spPr>
          <a:xfrm>
            <a:off x="933609" y="4820400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 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has completed all necessary trainings and been deemed suitable in all areas required for promotion.</a:t>
            </a:r>
          </a:p>
        </p:txBody>
      </p:sp>
      <p:sp>
        <p:nvSpPr>
          <p:cNvPr id="37" name="Google Shape;113;p1">
            <a:extLst>
              <a:ext uri="{FF2B5EF4-FFF2-40B4-BE49-F238E27FC236}">
                <a16:creationId xmlns:a16="http://schemas.microsoft.com/office/drawing/2014/main" id="{DFBB60DC-2F3F-6F72-2767-3D35143D5140}"/>
              </a:ext>
            </a:extLst>
          </p:cNvPr>
          <p:cNvSpPr/>
          <p:nvPr/>
        </p:nvSpPr>
        <p:spPr>
          <a:xfrm>
            <a:off x="2985840" y="8685000"/>
            <a:ext cx="4277880" cy="598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{signaturerRankShort} {signaturer}</a:t>
            </a:r>
            <a:br>
              <a:rPr lang="en-AU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Officer Commanding</a:t>
            </a:r>
            <a:br>
              <a:rPr lang="en-AU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Australian Special Operations Taskforce HQ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" name="Google Shape;104;p1">
            <a:extLst>
              <a:ext uri="{FF2B5EF4-FFF2-40B4-BE49-F238E27FC236}">
                <a16:creationId xmlns:a16="http://schemas.microsoft.com/office/drawing/2014/main" id="{1DCECF04-ABB7-C8C3-4111-03A4F8B43BED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14400" y="8354520"/>
            <a:ext cx="1436400" cy="125244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11;p1">
            <a:extLst>
              <a:ext uri="{FF2B5EF4-FFF2-40B4-BE49-F238E27FC236}">
                <a16:creationId xmlns:a16="http://schemas.microsoft.com/office/drawing/2014/main" id="{DD52DEE3-8BF4-E60D-63ED-84E46523ACA0}"/>
              </a:ext>
            </a:extLst>
          </p:cNvPr>
          <p:cNvSpPr/>
          <p:nvPr/>
        </p:nvSpPr>
        <p:spPr>
          <a:xfrm>
            <a:off x="934292" y="5735481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algn="ctr"/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I,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signaturerRankFull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signaturer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},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Officer Commanding, Australian Special Operations Taskforce, hereby promote</a:t>
            </a:r>
            <a:endParaRPr lang="en-GB"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" name="Google Shape;1823;p95">
            <a:extLst>
              <a:ext uri="{FF2B5EF4-FFF2-40B4-BE49-F238E27FC236}">
                <a16:creationId xmlns:a16="http://schemas.microsoft.com/office/drawing/2014/main" id="{FF575AFF-6774-3E32-DD03-4463FBB22CB4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603659" y="1344594"/>
            <a:ext cx="1073082" cy="1975447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14;p1">
            <a:extLst>
              <a:ext uri="{FF2B5EF4-FFF2-40B4-BE49-F238E27FC236}">
                <a16:creationId xmlns:a16="http://schemas.microsoft.com/office/drawing/2014/main" id="{EBF1B524-B485-5D4F-46DF-D77877383933}"/>
              </a:ext>
            </a:extLst>
          </p:cNvPr>
          <p:cNvSpPr/>
          <p:nvPr/>
        </p:nvSpPr>
        <p:spPr>
          <a:xfrm>
            <a:off x="2932650" y="8215616"/>
            <a:ext cx="4539420" cy="521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{</a:t>
            </a:r>
            <a:r>
              <a:rPr lang="en-AU" sz="2800" b="0" i="1" u="none" strike="noStrike" cap="none" dirty="0" err="1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signaturerRankShort</a:t>
            </a: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} {</a:t>
            </a:r>
            <a:r>
              <a:rPr lang="en-AU" sz="2800" b="0" i="1" u="none" strike="noStrike" cap="none" dirty="0" err="1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signaturer</a:t>
            </a: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}</a:t>
            </a:r>
            <a:endParaRPr sz="2800" b="0" i="0" u="none" strike="noStrike" cap="none" dirty="0">
              <a:solidFill>
                <a:srgbClr val="000000"/>
              </a:solidFill>
              <a:latin typeface="Brush Script MT" panose="03060802040406070304" pitchFamily="66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07182969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33365184-8FB2-19FB-C38F-B493EE94BD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">
            <a:extLst>
              <a:ext uri="{FF2B5EF4-FFF2-40B4-BE49-F238E27FC236}">
                <a16:creationId xmlns:a16="http://schemas.microsoft.com/office/drawing/2014/main" id="{09F0EFFD-0032-33A0-55BB-6648CA3E256D}"/>
              </a:ext>
            </a:extLst>
          </p:cNvPr>
          <p:cNvSpPr/>
          <p:nvPr/>
        </p:nvSpPr>
        <p:spPr>
          <a:xfrm rot="5400000">
            <a:off x="-1500189" y="1487486"/>
            <a:ext cx="11268076" cy="8293101"/>
          </a:xfrm>
          <a:prstGeom prst="rect">
            <a:avLst/>
          </a:prstGeom>
          <a:blipFill rotWithShape="0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0000" tIns="45000" rIns="90000" bIns="45000" anchor="t" anchorCtr="1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Google Shape;102;p1">
            <a:extLst>
              <a:ext uri="{FF2B5EF4-FFF2-40B4-BE49-F238E27FC236}">
                <a16:creationId xmlns:a16="http://schemas.microsoft.com/office/drawing/2014/main" id="{DDF00F5B-E259-A7DE-DD82-84002FACB6AB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10028" t="12535" r="10465" b="20264"/>
          <a:stretch/>
        </p:blipFill>
        <p:spPr>
          <a:xfrm rot="5400000">
            <a:off x="-1521845" y="1469005"/>
            <a:ext cx="11419340" cy="8401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103;p1">
            <a:extLst>
              <a:ext uri="{FF2B5EF4-FFF2-40B4-BE49-F238E27FC236}">
                <a16:creationId xmlns:a16="http://schemas.microsoft.com/office/drawing/2014/main" id="{0A290B97-A6B2-59A6-F1B4-4355D2A89469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29378" y="738891"/>
            <a:ext cx="6821645" cy="9877373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105;p1">
            <a:extLst>
              <a:ext uri="{FF2B5EF4-FFF2-40B4-BE49-F238E27FC236}">
                <a16:creationId xmlns:a16="http://schemas.microsoft.com/office/drawing/2014/main" id="{5C77A1A5-482F-8B57-8DB2-DB53C084880B}"/>
              </a:ext>
            </a:extLst>
          </p:cNvPr>
          <p:cNvSpPr/>
          <p:nvPr/>
        </p:nvSpPr>
        <p:spPr>
          <a:xfrm>
            <a:off x="933609" y="3422520"/>
            <a:ext cx="6419529" cy="737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4200" b="0" i="0" u="none" strike="noStrike" cap="none" dirty="0">
                <a:solidFill>
                  <a:schemeClr val="dk1"/>
                </a:solidFill>
                <a:latin typeface="Old English Text MT" panose="03040902040508030806" pitchFamily="66" charset="0"/>
                <a:sym typeface="Arial"/>
              </a:rPr>
              <a:t>Certificate Of Promotion</a:t>
            </a:r>
            <a:endParaRPr sz="4200" b="0" i="0" u="none" strike="noStrike" cap="none" dirty="0">
              <a:solidFill>
                <a:srgbClr val="000000"/>
              </a:solidFill>
              <a:latin typeface="Old English Text MT" panose="03040902040508030806" pitchFamily="66" charset="0"/>
              <a:sym typeface="Arial"/>
            </a:endParaRPr>
          </a:p>
        </p:txBody>
      </p:sp>
      <p:sp>
        <p:nvSpPr>
          <p:cNvPr id="30" name="Google Shape;106;p1">
            <a:extLst>
              <a:ext uri="{FF2B5EF4-FFF2-40B4-BE49-F238E27FC236}">
                <a16:creationId xmlns:a16="http://schemas.microsoft.com/office/drawing/2014/main" id="{E9476F7D-9361-6AA3-6605-E22AC0B0C9B6}"/>
              </a:ext>
            </a:extLst>
          </p:cNvPr>
          <p:cNvSpPr/>
          <p:nvPr/>
        </p:nvSpPr>
        <p:spPr>
          <a:xfrm>
            <a:off x="933609" y="4124520"/>
            <a:ext cx="6419529" cy="644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36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</a:t>
            </a:r>
            <a:endParaRPr sz="3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" name="Google Shape;107;p1">
            <a:extLst>
              <a:ext uri="{FF2B5EF4-FFF2-40B4-BE49-F238E27FC236}">
                <a16:creationId xmlns:a16="http://schemas.microsoft.com/office/drawing/2014/main" id="{CB16189F-C446-6671-4D56-DBAB7A07BEEF}"/>
              </a:ext>
            </a:extLst>
          </p:cNvPr>
          <p:cNvCxnSpPr/>
          <p:nvPr/>
        </p:nvCxnSpPr>
        <p:spPr>
          <a:xfrm flipH="1">
            <a:off x="3722400" y="8696520"/>
            <a:ext cx="2822040" cy="792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33" name="Google Shape;109;p1">
            <a:extLst>
              <a:ext uri="{FF2B5EF4-FFF2-40B4-BE49-F238E27FC236}">
                <a16:creationId xmlns:a16="http://schemas.microsoft.com/office/drawing/2014/main" id="{25294852-8ACB-C8E0-7608-32FCF0191E40}"/>
              </a:ext>
            </a:extLst>
          </p:cNvPr>
          <p:cNvSpPr/>
          <p:nvPr/>
        </p:nvSpPr>
        <p:spPr>
          <a:xfrm>
            <a:off x="933609" y="6433920"/>
            <a:ext cx="6419529" cy="583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32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110;p1">
            <a:extLst>
              <a:ext uri="{FF2B5EF4-FFF2-40B4-BE49-F238E27FC236}">
                <a16:creationId xmlns:a16="http://schemas.microsoft.com/office/drawing/2014/main" id="{43162CC0-57B0-81C6-6564-1FA6915E2B75}"/>
              </a:ext>
            </a:extLst>
          </p:cNvPr>
          <p:cNvSpPr/>
          <p:nvPr/>
        </p:nvSpPr>
        <p:spPr>
          <a:xfrm>
            <a:off x="933609" y="7119720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the rank of </a:t>
            </a:r>
            <a:r>
              <a:rPr lang="en-GB" sz="2000" i="1" dirty="0">
                <a:latin typeface="Times New Roman"/>
                <a:cs typeface="Times New Roman"/>
                <a:sym typeface="Times New Roman"/>
              </a:rPr>
              <a:t>Senior </a:t>
            </a:r>
            <a:r>
              <a:rPr lang="en-AU" sz="2000" i="1" dirty="0">
                <a:latin typeface="Times New Roman"/>
                <a:cs typeface="Times New Roman"/>
                <a:sym typeface="Times New Roman"/>
              </a:rPr>
              <a:t>Flight Lieutenant 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 effect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dateNumber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r>
              <a:rPr lang="en-GB" sz="2000" b="0" i="1" u="none" strike="noStrike" cap="none" baseline="30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{suffix}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{date}.</a:t>
            </a:r>
            <a:endParaRPr lang="en-GB"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111;p1">
            <a:extLst>
              <a:ext uri="{FF2B5EF4-FFF2-40B4-BE49-F238E27FC236}">
                <a16:creationId xmlns:a16="http://schemas.microsoft.com/office/drawing/2014/main" id="{D8281584-71F6-7E2C-B7B7-4271CC8BE65D}"/>
              </a:ext>
            </a:extLst>
          </p:cNvPr>
          <p:cNvSpPr/>
          <p:nvPr/>
        </p:nvSpPr>
        <p:spPr>
          <a:xfrm>
            <a:off x="933609" y="4820400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 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has completed all necessary trainings and been deemed suitable in all areas required for promotion.</a:t>
            </a:r>
          </a:p>
        </p:txBody>
      </p:sp>
      <p:sp>
        <p:nvSpPr>
          <p:cNvPr id="37" name="Google Shape;113;p1">
            <a:extLst>
              <a:ext uri="{FF2B5EF4-FFF2-40B4-BE49-F238E27FC236}">
                <a16:creationId xmlns:a16="http://schemas.microsoft.com/office/drawing/2014/main" id="{42315FE4-DD4C-4263-BAEE-F112E2A1F6C7}"/>
              </a:ext>
            </a:extLst>
          </p:cNvPr>
          <p:cNvSpPr/>
          <p:nvPr/>
        </p:nvSpPr>
        <p:spPr>
          <a:xfrm>
            <a:off x="2985840" y="8685000"/>
            <a:ext cx="4277880" cy="598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{signaturerRankShort} {signaturer}</a:t>
            </a:r>
            <a:br>
              <a:rPr lang="en-AU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Officer Commanding</a:t>
            </a:r>
            <a:br>
              <a:rPr lang="en-AU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Australian Special Operations Taskforce HQ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" name="Google Shape;104;p1">
            <a:extLst>
              <a:ext uri="{FF2B5EF4-FFF2-40B4-BE49-F238E27FC236}">
                <a16:creationId xmlns:a16="http://schemas.microsoft.com/office/drawing/2014/main" id="{EA263D59-D7FD-A937-FFB1-F852B5548880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14400" y="8354520"/>
            <a:ext cx="1436400" cy="125244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11;p1">
            <a:extLst>
              <a:ext uri="{FF2B5EF4-FFF2-40B4-BE49-F238E27FC236}">
                <a16:creationId xmlns:a16="http://schemas.microsoft.com/office/drawing/2014/main" id="{DE77F958-9A28-0118-24F5-3DC0DD8A9551}"/>
              </a:ext>
            </a:extLst>
          </p:cNvPr>
          <p:cNvSpPr/>
          <p:nvPr/>
        </p:nvSpPr>
        <p:spPr>
          <a:xfrm>
            <a:off x="934292" y="5735481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algn="ctr"/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I,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signaturerRankFull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signaturer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},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Officer Commanding, Australian Special Operations Taskforce, hereby promote</a:t>
            </a:r>
            <a:endParaRPr lang="en-GB"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Google Shape;1823;p95">
            <a:extLst>
              <a:ext uri="{FF2B5EF4-FFF2-40B4-BE49-F238E27FC236}">
                <a16:creationId xmlns:a16="http://schemas.microsoft.com/office/drawing/2014/main" id="{FA8864F0-DE64-B31A-A222-C72538784E0C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603659" y="1344594"/>
            <a:ext cx="1073082" cy="1975447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14;p1">
            <a:extLst>
              <a:ext uri="{FF2B5EF4-FFF2-40B4-BE49-F238E27FC236}">
                <a16:creationId xmlns:a16="http://schemas.microsoft.com/office/drawing/2014/main" id="{663F018A-8388-94B1-6E03-68908EA8B017}"/>
              </a:ext>
            </a:extLst>
          </p:cNvPr>
          <p:cNvSpPr/>
          <p:nvPr/>
        </p:nvSpPr>
        <p:spPr>
          <a:xfrm>
            <a:off x="2932650" y="8215616"/>
            <a:ext cx="4539420" cy="521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{</a:t>
            </a:r>
            <a:r>
              <a:rPr lang="en-AU" sz="2800" b="0" i="1" u="none" strike="noStrike" cap="none" dirty="0" err="1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signaturerRankShort</a:t>
            </a: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} {</a:t>
            </a:r>
            <a:r>
              <a:rPr lang="en-AU" sz="2800" b="0" i="1" u="none" strike="noStrike" cap="none" dirty="0" err="1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signaturer</a:t>
            </a: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}</a:t>
            </a:r>
            <a:endParaRPr sz="2800" b="0" i="0" u="none" strike="noStrike" cap="none" dirty="0">
              <a:solidFill>
                <a:srgbClr val="000000"/>
              </a:solidFill>
              <a:latin typeface="Brush Script MT" panose="03060802040406070304" pitchFamily="66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95555691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C42A0178-A957-9FC0-E2D9-D17E8FB64D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">
            <a:extLst>
              <a:ext uri="{FF2B5EF4-FFF2-40B4-BE49-F238E27FC236}">
                <a16:creationId xmlns:a16="http://schemas.microsoft.com/office/drawing/2014/main" id="{24E33122-041F-2548-AA5A-91F8EC0E212D}"/>
              </a:ext>
            </a:extLst>
          </p:cNvPr>
          <p:cNvSpPr/>
          <p:nvPr/>
        </p:nvSpPr>
        <p:spPr>
          <a:xfrm rot="5400000">
            <a:off x="-1500189" y="1487486"/>
            <a:ext cx="11268076" cy="8293101"/>
          </a:xfrm>
          <a:prstGeom prst="rect">
            <a:avLst/>
          </a:prstGeom>
          <a:blipFill rotWithShape="0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0000" tIns="45000" rIns="90000" bIns="45000" anchor="t" anchorCtr="1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Google Shape;102;p1">
            <a:extLst>
              <a:ext uri="{FF2B5EF4-FFF2-40B4-BE49-F238E27FC236}">
                <a16:creationId xmlns:a16="http://schemas.microsoft.com/office/drawing/2014/main" id="{D16A63D7-9F3F-749B-90FF-CF18999231D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10028" t="12535" r="10465" b="20264"/>
          <a:stretch/>
        </p:blipFill>
        <p:spPr>
          <a:xfrm rot="5400000">
            <a:off x="-1521845" y="1469005"/>
            <a:ext cx="11419340" cy="8401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103;p1">
            <a:extLst>
              <a:ext uri="{FF2B5EF4-FFF2-40B4-BE49-F238E27FC236}">
                <a16:creationId xmlns:a16="http://schemas.microsoft.com/office/drawing/2014/main" id="{8AF06167-364A-4982-4DC4-836E9E6C0483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29378" y="738891"/>
            <a:ext cx="6821645" cy="9877373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105;p1">
            <a:extLst>
              <a:ext uri="{FF2B5EF4-FFF2-40B4-BE49-F238E27FC236}">
                <a16:creationId xmlns:a16="http://schemas.microsoft.com/office/drawing/2014/main" id="{2DBB2D9E-C471-A2C9-E44D-6FC6DBF899F9}"/>
              </a:ext>
            </a:extLst>
          </p:cNvPr>
          <p:cNvSpPr/>
          <p:nvPr/>
        </p:nvSpPr>
        <p:spPr>
          <a:xfrm>
            <a:off x="933609" y="3422520"/>
            <a:ext cx="6419529" cy="737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4200" b="0" i="0" u="none" strike="noStrike" cap="none" dirty="0">
                <a:solidFill>
                  <a:schemeClr val="dk1"/>
                </a:solidFill>
                <a:latin typeface="Old English Text MT" panose="03040902040508030806" pitchFamily="66" charset="0"/>
                <a:sym typeface="Arial"/>
              </a:rPr>
              <a:t>Certificate Of Promotion</a:t>
            </a:r>
            <a:endParaRPr sz="4200" b="0" i="0" u="none" strike="noStrike" cap="none" dirty="0">
              <a:solidFill>
                <a:srgbClr val="000000"/>
              </a:solidFill>
              <a:latin typeface="Old English Text MT" panose="03040902040508030806" pitchFamily="66" charset="0"/>
              <a:sym typeface="Arial"/>
            </a:endParaRPr>
          </a:p>
        </p:txBody>
      </p:sp>
      <p:sp>
        <p:nvSpPr>
          <p:cNvPr id="30" name="Google Shape;106;p1">
            <a:extLst>
              <a:ext uri="{FF2B5EF4-FFF2-40B4-BE49-F238E27FC236}">
                <a16:creationId xmlns:a16="http://schemas.microsoft.com/office/drawing/2014/main" id="{DAEA413D-47A1-CA74-5627-45FDC0AAFA33}"/>
              </a:ext>
            </a:extLst>
          </p:cNvPr>
          <p:cNvSpPr/>
          <p:nvPr/>
        </p:nvSpPr>
        <p:spPr>
          <a:xfrm>
            <a:off x="933609" y="4124520"/>
            <a:ext cx="6419529" cy="644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36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</a:t>
            </a:r>
            <a:endParaRPr sz="3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" name="Google Shape;107;p1">
            <a:extLst>
              <a:ext uri="{FF2B5EF4-FFF2-40B4-BE49-F238E27FC236}">
                <a16:creationId xmlns:a16="http://schemas.microsoft.com/office/drawing/2014/main" id="{DB9CC8DB-A9FA-A6A8-B807-625AB054E8F9}"/>
              </a:ext>
            </a:extLst>
          </p:cNvPr>
          <p:cNvCxnSpPr/>
          <p:nvPr/>
        </p:nvCxnSpPr>
        <p:spPr>
          <a:xfrm flipH="1">
            <a:off x="3722400" y="8696520"/>
            <a:ext cx="2822040" cy="792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33" name="Google Shape;109;p1">
            <a:extLst>
              <a:ext uri="{FF2B5EF4-FFF2-40B4-BE49-F238E27FC236}">
                <a16:creationId xmlns:a16="http://schemas.microsoft.com/office/drawing/2014/main" id="{1930A36B-684E-B5A3-558C-7FAF91CD10E8}"/>
              </a:ext>
            </a:extLst>
          </p:cNvPr>
          <p:cNvSpPr/>
          <p:nvPr/>
        </p:nvSpPr>
        <p:spPr>
          <a:xfrm>
            <a:off x="933609" y="6433920"/>
            <a:ext cx="6419529" cy="583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32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110;p1">
            <a:extLst>
              <a:ext uri="{FF2B5EF4-FFF2-40B4-BE49-F238E27FC236}">
                <a16:creationId xmlns:a16="http://schemas.microsoft.com/office/drawing/2014/main" id="{3C90D04A-60FF-090D-7C20-6B1CDA261A7F}"/>
              </a:ext>
            </a:extLst>
          </p:cNvPr>
          <p:cNvSpPr/>
          <p:nvPr/>
        </p:nvSpPr>
        <p:spPr>
          <a:xfrm>
            <a:off x="933609" y="7119720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the rank of </a:t>
            </a:r>
            <a:r>
              <a:rPr lang="en-AU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Flight Leader 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 effect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dateNumber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r>
              <a:rPr lang="en-GB" sz="2000" b="0" i="1" u="none" strike="noStrike" cap="none" baseline="30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{suffix}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{date}.</a:t>
            </a:r>
            <a:endParaRPr lang="en-GB"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111;p1">
            <a:extLst>
              <a:ext uri="{FF2B5EF4-FFF2-40B4-BE49-F238E27FC236}">
                <a16:creationId xmlns:a16="http://schemas.microsoft.com/office/drawing/2014/main" id="{40AC854D-3A95-3061-9D37-596FB5067F4E}"/>
              </a:ext>
            </a:extLst>
          </p:cNvPr>
          <p:cNvSpPr/>
          <p:nvPr/>
        </p:nvSpPr>
        <p:spPr>
          <a:xfrm>
            <a:off x="933609" y="4820400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 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has completed all necessary trainings and been deemed suitable in all areas required for promotion.</a:t>
            </a:r>
          </a:p>
        </p:txBody>
      </p:sp>
      <p:sp>
        <p:nvSpPr>
          <p:cNvPr id="37" name="Google Shape;113;p1">
            <a:extLst>
              <a:ext uri="{FF2B5EF4-FFF2-40B4-BE49-F238E27FC236}">
                <a16:creationId xmlns:a16="http://schemas.microsoft.com/office/drawing/2014/main" id="{3527C11E-2590-F42B-E1A4-56F5753E481B}"/>
              </a:ext>
            </a:extLst>
          </p:cNvPr>
          <p:cNvSpPr/>
          <p:nvPr/>
        </p:nvSpPr>
        <p:spPr>
          <a:xfrm>
            <a:off x="2985840" y="8685000"/>
            <a:ext cx="4277880" cy="598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{signaturerRankShort} {signaturer}</a:t>
            </a:r>
            <a:br>
              <a:rPr lang="en-AU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Officer Commanding</a:t>
            </a:r>
            <a:br>
              <a:rPr lang="en-AU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Australian Special Operations Taskforce HQ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" name="Google Shape;104;p1">
            <a:extLst>
              <a:ext uri="{FF2B5EF4-FFF2-40B4-BE49-F238E27FC236}">
                <a16:creationId xmlns:a16="http://schemas.microsoft.com/office/drawing/2014/main" id="{F24616D3-84C3-90D1-4171-D67A73231899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14400" y="8354520"/>
            <a:ext cx="1436400" cy="125244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11;p1">
            <a:extLst>
              <a:ext uri="{FF2B5EF4-FFF2-40B4-BE49-F238E27FC236}">
                <a16:creationId xmlns:a16="http://schemas.microsoft.com/office/drawing/2014/main" id="{017EB02C-89E2-6276-AFFA-521EB9C6F8B5}"/>
              </a:ext>
            </a:extLst>
          </p:cNvPr>
          <p:cNvSpPr/>
          <p:nvPr/>
        </p:nvSpPr>
        <p:spPr>
          <a:xfrm>
            <a:off x="934292" y="5735481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algn="ctr"/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I,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signaturerRankFull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signaturer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},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Officer Commanding, Australian Special Operations Taskforce, hereby promote</a:t>
            </a:r>
            <a:endParaRPr lang="en-GB"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0DDCFF27-0A24-3723-0F96-DAFFC35BCDD2}"/>
              </a:ext>
            </a:extLst>
          </p:cNvPr>
          <p:cNvGrpSpPr/>
          <p:nvPr/>
        </p:nvGrpSpPr>
        <p:grpSpPr>
          <a:xfrm>
            <a:off x="3604567" y="1352432"/>
            <a:ext cx="1072174" cy="1973774"/>
            <a:chOff x="4882730" y="1376247"/>
            <a:chExt cx="1072174" cy="1973774"/>
          </a:xfrm>
        </p:grpSpPr>
        <p:pic>
          <p:nvPicPr>
            <p:cNvPr id="20" name="Google Shape;1876;p98">
              <a:extLst>
                <a:ext uri="{FF2B5EF4-FFF2-40B4-BE49-F238E27FC236}">
                  <a16:creationId xmlns:a16="http://schemas.microsoft.com/office/drawing/2014/main" id="{68E5F728-17DC-7019-15A6-E8A9C603DC02}"/>
                </a:ext>
              </a:extLst>
            </p:cNvPr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4882731" y="1376247"/>
              <a:ext cx="1072173" cy="19737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" name="Google Shape;1876;p98">
              <a:extLst>
                <a:ext uri="{FF2B5EF4-FFF2-40B4-BE49-F238E27FC236}">
                  <a16:creationId xmlns:a16="http://schemas.microsoft.com/office/drawing/2014/main" id="{A247AC41-33CD-739C-63C9-47FEA2304C76}"/>
                </a:ext>
              </a:extLst>
            </p:cNvPr>
            <p:cNvPicPr preferRelativeResize="0"/>
            <p:nvPr/>
          </p:nvPicPr>
          <p:blipFill rotWithShape="1">
            <a:blip r:embed="rId7">
              <a:alphaModFix/>
            </a:blip>
            <a:srcRect t="57144" b="31232"/>
            <a:stretch>
              <a:fillRect/>
            </a:stretch>
          </p:blipFill>
          <p:spPr>
            <a:xfrm rot="10800000">
              <a:off x="4882731" y="2315761"/>
              <a:ext cx="1072173" cy="22943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" name="Google Shape;1876;p98">
              <a:extLst>
                <a:ext uri="{FF2B5EF4-FFF2-40B4-BE49-F238E27FC236}">
                  <a16:creationId xmlns:a16="http://schemas.microsoft.com/office/drawing/2014/main" id="{ABC44B05-5361-4C71-001D-E5A7E99403C3}"/>
                </a:ext>
              </a:extLst>
            </p:cNvPr>
            <p:cNvPicPr preferRelativeResize="0"/>
            <p:nvPr/>
          </p:nvPicPr>
          <p:blipFill rotWithShape="1">
            <a:blip r:embed="rId7">
              <a:alphaModFix/>
            </a:blip>
            <a:srcRect t="8481" b="52883"/>
            <a:stretch>
              <a:fillRect/>
            </a:stretch>
          </p:blipFill>
          <p:spPr>
            <a:xfrm>
              <a:off x="4882730" y="1587865"/>
              <a:ext cx="1072173" cy="76259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" name="Google Shape;114;p1">
            <a:extLst>
              <a:ext uri="{FF2B5EF4-FFF2-40B4-BE49-F238E27FC236}">
                <a16:creationId xmlns:a16="http://schemas.microsoft.com/office/drawing/2014/main" id="{4E2107B2-9D8C-60BF-2058-2749E786204F}"/>
              </a:ext>
            </a:extLst>
          </p:cNvPr>
          <p:cNvSpPr/>
          <p:nvPr/>
        </p:nvSpPr>
        <p:spPr>
          <a:xfrm>
            <a:off x="2932650" y="8215616"/>
            <a:ext cx="4539420" cy="521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{</a:t>
            </a:r>
            <a:r>
              <a:rPr lang="en-AU" sz="2800" b="0" i="1" u="none" strike="noStrike" cap="none" dirty="0" err="1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signaturerRankShort</a:t>
            </a: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} {</a:t>
            </a:r>
            <a:r>
              <a:rPr lang="en-AU" sz="2800" b="0" i="1" u="none" strike="noStrike" cap="none" dirty="0" err="1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signaturer</a:t>
            </a: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}</a:t>
            </a:r>
            <a:endParaRPr sz="2800" b="0" i="0" u="none" strike="noStrike" cap="none" dirty="0">
              <a:solidFill>
                <a:srgbClr val="000000"/>
              </a:solidFill>
              <a:latin typeface="Brush Script MT" panose="03060802040406070304" pitchFamily="66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45497598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9D9E0E2B-097C-D000-D77B-6FDB3EE1BA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">
            <a:extLst>
              <a:ext uri="{FF2B5EF4-FFF2-40B4-BE49-F238E27FC236}">
                <a16:creationId xmlns:a16="http://schemas.microsoft.com/office/drawing/2014/main" id="{B5C63564-E480-A7FE-A794-57BFE45C1D1C}"/>
              </a:ext>
            </a:extLst>
          </p:cNvPr>
          <p:cNvSpPr/>
          <p:nvPr/>
        </p:nvSpPr>
        <p:spPr>
          <a:xfrm rot="5400000">
            <a:off x="-1500189" y="1487486"/>
            <a:ext cx="11268076" cy="8293101"/>
          </a:xfrm>
          <a:prstGeom prst="rect">
            <a:avLst/>
          </a:prstGeom>
          <a:blipFill rotWithShape="0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0000" tIns="45000" rIns="90000" bIns="45000" anchor="t" anchorCtr="1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Google Shape;102;p1">
            <a:extLst>
              <a:ext uri="{FF2B5EF4-FFF2-40B4-BE49-F238E27FC236}">
                <a16:creationId xmlns:a16="http://schemas.microsoft.com/office/drawing/2014/main" id="{AD6259E6-58EB-0D5F-44FF-980E3E4E3E03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10028" t="12535" r="10465" b="20264"/>
          <a:stretch/>
        </p:blipFill>
        <p:spPr>
          <a:xfrm rot="5400000">
            <a:off x="-1521845" y="1469005"/>
            <a:ext cx="11419340" cy="8401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103;p1">
            <a:extLst>
              <a:ext uri="{FF2B5EF4-FFF2-40B4-BE49-F238E27FC236}">
                <a16:creationId xmlns:a16="http://schemas.microsoft.com/office/drawing/2014/main" id="{A1E669F4-E01F-1DBC-823B-34D776EF4899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29378" y="738891"/>
            <a:ext cx="6821645" cy="9877373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105;p1">
            <a:extLst>
              <a:ext uri="{FF2B5EF4-FFF2-40B4-BE49-F238E27FC236}">
                <a16:creationId xmlns:a16="http://schemas.microsoft.com/office/drawing/2014/main" id="{0749A0FB-C21F-0507-C09D-39D9D3556E75}"/>
              </a:ext>
            </a:extLst>
          </p:cNvPr>
          <p:cNvSpPr/>
          <p:nvPr/>
        </p:nvSpPr>
        <p:spPr>
          <a:xfrm>
            <a:off x="933609" y="3422520"/>
            <a:ext cx="6419529" cy="737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4200" b="0" i="0" u="none" strike="noStrike" cap="none" dirty="0">
                <a:solidFill>
                  <a:schemeClr val="dk1"/>
                </a:solidFill>
                <a:latin typeface="Old English Text MT" panose="03040902040508030806" pitchFamily="66" charset="0"/>
                <a:sym typeface="Arial"/>
              </a:rPr>
              <a:t>Certificate Of Promotion</a:t>
            </a:r>
            <a:endParaRPr sz="4200" b="0" i="0" u="none" strike="noStrike" cap="none" dirty="0">
              <a:solidFill>
                <a:srgbClr val="000000"/>
              </a:solidFill>
              <a:latin typeface="Old English Text MT" panose="03040902040508030806" pitchFamily="66" charset="0"/>
              <a:sym typeface="Arial"/>
            </a:endParaRPr>
          </a:p>
        </p:txBody>
      </p:sp>
      <p:sp>
        <p:nvSpPr>
          <p:cNvPr id="30" name="Google Shape;106;p1">
            <a:extLst>
              <a:ext uri="{FF2B5EF4-FFF2-40B4-BE49-F238E27FC236}">
                <a16:creationId xmlns:a16="http://schemas.microsoft.com/office/drawing/2014/main" id="{03D25068-B322-C991-5913-384F401F7911}"/>
              </a:ext>
            </a:extLst>
          </p:cNvPr>
          <p:cNvSpPr/>
          <p:nvPr/>
        </p:nvSpPr>
        <p:spPr>
          <a:xfrm>
            <a:off x="933609" y="4124520"/>
            <a:ext cx="6419529" cy="644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36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</a:t>
            </a:r>
            <a:endParaRPr sz="3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" name="Google Shape;107;p1">
            <a:extLst>
              <a:ext uri="{FF2B5EF4-FFF2-40B4-BE49-F238E27FC236}">
                <a16:creationId xmlns:a16="http://schemas.microsoft.com/office/drawing/2014/main" id="{FAD66E9A-DCDF-2028-7B70-75C95AD23235}"/>
              </a:ext>
            </a:extLst>
          </p:cNvPr>
          <p:cNvCxnSpPr/>
          <p:nvPr/>
        </p:nvCxnSpPr>
        <p:spPr>
          <a:xfrm flipH="1">
            <a:off x="3722400" y="8696520"/>
            <a:ext cx="2822040" cy="792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33" name="Google Shape;109;p1">
            <a:extLst>
              <a:ext uri="{FF2B5EF4-FFF2-40B4-BE49-F238E27FC236}">
                <a16:creationId xmlns:a16="http://schemas.microsoft.com/office/drawing/2014/main" id="{B6248FFB-E8B7-7916-D518-2F843845414C}"/>
              </a:ext>
            </a:extLst>
          </p:cNvPr>
          <p:cNvSpPr/>
          <p:nvPr/>
        </p:nvSpPr>
        <p:spPr>
          <a:xfrm>
            <a:off x="933609" y="6433920"/>
            <a:ext cx="6419529" cy="583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32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110;p1">
            <a:extLst>
              <a:ext uri="{FF2B5EF4-FFF2-40B4-BE49-F238E27FC236}">
                <a16:creationId xmlns:a16="http://schemas.microsoft.com/office/drawing/2014/main" id="{3AAA4C0F-378E-DD2B-6408-1460CBFE497C}"/>
              </a:ext>
            </a:extLst>
          </p:cNvPr>
          <p:cNvSpPr/>
          <p:nvPr/>
        </p:nvSpPr>
        <p:spPr>
          <a:xfrm>
            <a:off x="933609" y="7119720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the rank of </a:t>
            </a:r>
            <a:r>
              <a:rPr lang="en-AU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Squadron Leader 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 effect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dateNumber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r>
              <a:rPr lang="en-GB" sz="2000" b="0" i="1" u="none" strike="noStrike" cap="none" baseline="30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{suffix}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{date}.</a:t>
            </a:r>
            <a:endParaRPr lang="en-GB"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111;p1">
            <a:extLst>
              <a:ext uri="{FF2B5EF4-FFF2-40B4-BE49-F238E27FC236}">
                <a16:creationId xmlns:a16="http://schemas.microsoft.com/office/drawing/2014/main" id="{DC72469C-D382-7A8B-69E5-33C8422DFAD7}"/>
              </a:ext>
            </a:extLst>
          </p:cNvPr>
          <p:cNvSpPr/>
          <p:nvPr/>
        </p:nvSpPr>
        <p:spPr>
          <a:xfrm>
            <a:off x="933609" y="4820400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 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has completed all necessary trainings and been deemed suitable in all areas required for promotion.</a:t>
            </a:r>
          </a:p>
        </p:txBody>
      </p:sp>
      <p:sp>
        <p:nvSpPr>
          <p:cNvPr id="37" name="Google Shape;113;p1">
            <a:extLst>
              <a:ext uri="{FF2B5EF4-FFF2-40B4-BE49-F238E27FC236}">
                <a16:creationId xmlns:a16="http://schemas.microsoft.com/office/drawing/2014/main" id="{36F394DF-E438-467F-B3D2-BBD42582A8C2}"/>
              </a:ext>
            </a:extLst>
          </p:cNvPr>
          <p:cNvSpPr/>
          <p:nvPr/>
        </p:nvSpPr>
        <p:spPr>
          <a:xfrm>
            <a:off x="2985840" y="8685000"/>
            <a:ext cx="4277880" cy="598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{signaturerRankShort} {signaturer}</a:t>
            </a:r>
            <a:br>
              <a:rPr lang="en-AU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Officer Commanding</a:t>
            </a:r>
            <a:br>
              <a:rPr lang="en-AU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Australian Special Operations Taskforce HQ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" name="Google Shape;104;p1">
            <a:extLst>
              <a:ext uri="{FF2B5EF4-FFF2-40B4-BE49-F238E27FC236}">
                <a16:creationId xmlns:a16="http://schemas.microsoft.com/office/drawing/2014/main" id="{6D33B22C-4EF2-C87B-F286-A7AC0F6E7D8C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14400" y="8354520"/>
            <a:ext cx="1436400" cy="125244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11;p1">
            <a:extLst>
              <a:ext uri="{FF2B5EF4-FFF2-40B4-BE49-F238E27FC236}">
                <a16:creationId xmlns:a16="http://schemas.microsoft.com/office/drawing/2014/main" id="{F1FA761D-5C71-A1C7-AFA4-98E1730BDACF}"/>
              </a:ext>
            </a:extLst>
          </p:cNvPr>
          <p:cNvSpPr/>
          <p:nvPr/>
        </p:nvSpPr>
        <p:spPr>
          <a:xfrm>
            <a:off x="934292" y="5735481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algn="ctr"/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I,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signaturerRankFull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signaturer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},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Officer Commanding, Australian Special Operations Taskforce, hereby promote</a:t>
            </a:r>
            <a:endParaRPr lang="en-GB"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" name="Google Shape;1876;p98">
            <a:extLst>
              <a:ext uri="{FF2B5EF4-FFF2-40B4-BE49-F238E27FC236}">
                <a16:creationId xmlns:a16="http://schemas.microsoft.com/office/drawing/2014/main" id="{BF7642D0-C5BC-73A8-3E62-EACAFAC2D437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604567" y="1352432"/>
            <a:ext cx="1072173" cy="197377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14;p1">
            <a:extLst>
              <a:ext uri="{FF2B5EF4-FFF2-40B4-BE49-F238E27FC236}">
                <a16:creationId xmlns:a16="http://schemas.microsoft.com/office/drawing/2014/main" id="{124D7BD4-4998-CF96-C090-EA3EA3AFC42E}"/>
              </a:ext>
            </a:extLst>
          </p:cNvPr>
          <p:cNvSpPr/>
          <p:nvPr/>
        </p:nvSpPr>
        <p:spPr>
          <a:xfrm>
            <a:off x="2932650" y="8215616"/>
            <a:ext cx="4539420" cy="521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{</a:t>
            </a:r>
            <a:r>
              <a:rPr lang="en-AU" sz="2800" b="0" i="1" u="none" strike="noStrike" cap="none" dirty="0" err="1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signaturerRankShort</a:t>
            </a: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} {</a:t>
            </a:r>
            <a:r>
              <a:rPr lang="en-AU" sz="2800" b="0" i="1" u="none" strike="noStrike" cap="none" dirty="0" err="1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signaturer</a:t>
            </a: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}</a:t>
            </a:r>
            <a:endParaRPr sz="2800" b="0" i="0" u="none" strike="noStrike" cap="none" dirty="0">
              <a:solidFill>
                <a:srgbClr val="000000"/>
              </a:solidFill>
              <a:latin typeface="Brush Script MT" panose="03060802040406070304" pitchFamily="66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39415453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AA18997B-3201-5F47-DBEC-5FD1312552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">
            <a:extLst>
              <a:ext uri="{FF2B5EF4-FFF2-40B4-BE49-F238E27FC236}">
                <a16:creationId xmlns:a16="http://schemas.microsoft.com/office/drawing/2014/main" id="{93879602-FB2F-1318-2A25-E8345F4D198F}"/>
              </a:ext>
            </a:extLst>
          </p:cNvPr>
          <p:cNvSpPr/>
          <p:nvPr/>
        </p:nvSpPr>
        <p:spPr>
          <a:xfrm rot="5400000">
            <a:off x="-1500189" y="1487486"/>
            <a:ext cx="11268076" cy="8293101"/>
          </a:xfrm>
          <a:prstGeom prst="rect">
            <a:avLst/>
          </a:prstGeom>
          <a:blipFill rotWithShape="0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0000" tIns="45000" rIns="90000" bIns="45000" anchor="t" anchorCtr="1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Google Shape;102;p1">
            <a:extLst>
              <a:ext uri="{FF2B5EF4-FFF2-40B4-BE49-F238E27FC236}">
                <a16:creationId xmlns:a16="http://schemas.microsoft.com/office/drawing/2014/main" id="{6BF5A626-DD94-D7CE-8729-CB9648BFC3E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10028" t="12535" r="10465" b="20264"/>
          <a:stretch/>
        </p:blipFill>
        <p:spPr>
          <a:xfrm rot="5400000">
            <a:off x="-1521845" y="1469005"/>
            <a:ext cx="11419340" cy="8401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103;p1">
            <a:extLst>
              <a:ext uri="{FF2B5EF4-FFF2-40B4-BE49-F238E27FC236}">
                <a16:creationId xmlns:a16="http://schemas.microsoft.com/office/drawing/2014/main" id="{04BAACE2-6D5F-DD2C-DB74-342155847E0C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29378" y="738891"/>
            <a:ext cx="6821645" cy="9877373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105;p1">
            <a:extLst>
              <a:ext uri="{FF2B5EF4-FFF2-40B4-BE49-F238E27FC236}">
                <a16:creationId xmlns:a16="http://schemas.microsoft.com/office/drawing/2014/main" id="{20C4FB51-4EB2-C0E9-836D-246125F0175B}"/>
              </a:ext>
            </a:extLst>
          </p:cNvPr>
          <p:cNvSpPr/>
          <p:nvPr/>
        </p:nvSpPr>
        <p:spPr>
          <a:xfrm>
            <a:off x="933609" y="3422520"/>
            <a:ext cx="6419529" cy="737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4200" b="0" i="0" u="none" strike="noStrike" cap="none" dirty="0">
                <a:solidFill>
                  <a:schemeClr val="dk1"/>
                </a:solidFill>
                <a:latin typeface="Old English Text MT" panose="03040902040508030806" pitchFamily="66" charset="0"/>
                <a:sym typeface="Arial"/>
              </a:rPr>
              <a:t>Certificate Of Promotion</a:t>
            </a:r>
            <a:endParaRPr sz="4200" b="0" i="0" u="none" strike="noStrike" cap="none" dirty="0">
              <a:solidFill>
                <a:srgbClr val="000000"/>
              </a:solidFill>
              <a:latin typeface="Old English Text MT" panose="03040902040508030806" pitchFamily="66" charset="0"/>
              <a:sym typeface="Arial"/>
            </a:endParaRPr>
          </a:p>
        </p:txBody>
      </p:sp>
      <p:sp>
        <p:nvSpPr>
          <p:cNvPr id="30" name="Google Shape;106;p1">
            <a:extLst>
              <a:ext uri="{FF2B5EF4-FFF2-40B4-BE49-F238E27FC236}">
                <a16:creationId xmlns:a16="http://schemas.microsoft.com/office/drawing/2014/main" id="{01C72DE7-4169-9C52-7E9F-8815AC1454CB}"/>
              </a:ext>
            </a:extLst>
          </p:cNvPr>
          <p:cNvSpPr/>
          <p:nvPr/>
        </p:nvSpPr>
        <p:spPr>
          <a:xfrm>
            <a:off x="933609" y="4124520"/>
            <a:ext cx="6419529" cy="644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36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</a:t>
            </a:r>
            <a:endParaRPr sz="3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" name="Google Shape;107;p1">
            <a:extLst>
              <a:ext uri="{FF2B5EF4-FFF2-40B4-BE49-F238E27FC236}">
                <a16:creationId xmlns:a16="http://schemas.microsoft.com/office/drawing/2014/main" id="{AE0D79A5-DBAD-9555-0D7C-2A596A82FE62}"/>
              </a:ext>
            </a:extLst>
          </p:cNvPr>
          <p:cNvCxnSpPr/>
          <p:nvPr/>
        </p:nvCxnSpPr>
        <p:spPr>
          <a:xfrm flipH="1">
            <a:off x="3722400" y="8696520"/>
            <a:ext cx="2822040" cy="792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33" name="Google Shape;109;p1">
            <a:extLst>
              <a:ext uri="{FF2B5EF4-FFF2-40B4-BE49-F238E27FC236}">
                <a16:creationId xmlns:a16="http://schemas.microsoft.com/office/drawing/2014/main" id="{1927D51B-6477-F4EE-1320-A020681AD218}"/>
              </a:ext>
            </a:extLst>
          </p:cNvPr>
          <p:cNvSpPr/>
          <p:nvPr/>
        </p:nvSpPr>
        <p:spPr>
          <a:xfrm>
            <a:off x="933609" y="6433920"/>
            <a:ext cx="6419529" cy="583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32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110;p1">
            <a:extLst>
              <a:ext uri="{FF2B5EF4-FFF2-40B4-BE49-F238E27FC236}">
                <a16:creationId xmlns:a16="http://schemas.microsoft.com/office/drawing/2014/main" id="{A54D08F4-C24A-F393-851D-0FFA912CF053}"/>
              </a:ext>
            </a:extLst>
          </p:cNvPr>
          <p:cNvSpPr/>
          <p:nvPr/>
        </p:nvSpPr>
        <p:spPr>
          <a:xfrm>
            <a:off x="933609" y="7119720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the rank of </a:t>
            </a:r>
            <a:r>
              <a:rPr lang="en-AU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Wing Captain 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 effect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dateNumber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r>
              <a:rPr lang="en-GB" sz="2000" b="0" i="1" u="none" strike="noStrike" cap="none" baseline="30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{suffix}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{date}.</a:t>
            </a:r>
            <a:endParaRPr lang="en-GB"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111;p1">
            <a:extLst>
              <a:ext uri="{FF2B5EF4-FFF2-40B4-BE49-F238E27FC236}">
                <a16:creationId xmlns:a16="http://schemas.microsoft.com/office/drawing/2014/main" id="{C4C7DEAA-B89F-C45B-98BA-6C92744DDACF}"/>
              </a:ext>
            </a:extLst>
          </p:cNvPr>
          <p:cNvSpPr/>
          <p:nvPr/>
        </p:nvSpPr>
        <p:spPr>
          <a:xfrm>
            <a:off x="933609" y="4820400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 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has completed all necessary trainings and been deemed suitable in all areas required for promotion.</a:t>
            </a:r>
          </a:p>
        </p:txBody>
      </p:sp>
      <p:sp>
        <p:nvSpPr>
          <p:cNvPr id="37" name="Google Shape;113;p1">
            <a:extLst>
              <a:ext uri="{FF2B5EF4-FFF2-40B4-BE49-F238E27FC236}">
                <a16:creationId xmlns:a16="http://schemas.microsoft.com/office/drawing/2014/main" id="{7E2A4DEC-E7DF-AD28-D625-68C6949C4F81}"/>
              </a:ext>
            </a:extLst>
          </p:cNvPr>
          <p:cNvSpPr/>
          <p:nvPr/>
        </p:nvSpPr>
        <p:spPr>
          <a:xfrm>
            <a:off x="2985840" y="8685000"/>
            <a:ext cx="4277880" cy="598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{signaturerRankShort} {signaturer}</a:t>
            </a:r>
            <a:br>
              <a:rPr lang="en-AU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Officer Commanding</a:t>
            </a:r>
            <a:br>
              <a:rPr lang="en-AU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Australian Special Operations Taskforce HQ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" name="Google Shape;104;p1">
            <a:extLst>
              <a:ext uri="{FF2B5EF4-FFF2-40B4-BE49-F238E27FC236}">
                <a16:creationId xmlns:a16="http://schemas.microsoft.com/office/drawing/2014/main" id="{AC885004-621E-5B72-3570-59577D2DB978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14400" y="8354520"/>
            <a:ext cx="1436400" cy="125244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11;p1">
            <a:extLst>
              <a:ext uri="{FF2B5EF4-FFF2-40B4-BE49-F238E27FC236}">
                <a16:creationId xmlns:a16="http://schemas.microsoft.com/office/drawing/2014/main" id="{DF11EAF6-3674-CE4C-8005-85C5A02B02B3}"/>
              </a:ext>
            </a:extLst>
          </p:cNvPr>
          <p:cNvSpPr/>
          <p:nvPr/>
        </p:nvSpPr>
        <p:spPr>
          <a:xfrm>
            <a:off x="934292" y="5735481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algn="ctr"/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I,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signaturerRankFull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signaturer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},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Officer Commanding, Australian Special Operations Taskforce, hereby promote</a:t>
            </a:r>
            <a:endParaRPr lang="en-GB"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" name="Google Shape;1858;p97">
            <a:extLst>
              <a:ext uri="{FF2B5EF4-FFF2-40B4-BE49-F238E27FC236}">
                <a16:creationId xmlns:a16="http://schemas.microsoft.com/office/drawing/2014/main" id="{248FB9A2-7822-B534-C595-EDF72B84D6E1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605879" y="1348681"/>
            <a:ext cx="1073084" cy="19754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913;p100">
            <a:extLst>
              <a:ext uri="{FF2B5EF4-FFF2-40B4-BE49-F238E27FC236}">
                <a16:creationId xmlns:a16="http://schemas.microsoft.com/office/drawing/2014/main" id="{B96530A0-1C54-0748-F7E6-A83985763501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603657" y="1348681"/>
            <a:ext cx="1073084" cy="19754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876;p98">
            <a:extLst>
              <a:ext uri="{FF2B5EF4-FFF2-40B4-BE49-F238E27FC236}">
                <a16:creationId xmlns:a16="http://schemas.microsoft.com/office/drawing/2014/main" id="{442A1057-F585-0275-CD61-8A890D870839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 t="58923" b="31789"/>
          <a:stretch>
            <a:fillRect/>
          </a:stretch>
        </p:blipFill>
        <p:spPr>
          <a:xfrm>
            <a:off x="3604567" y="2172532"/>
            <a:ext cx="1072173" cy="18331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913;p100">
            <a:extLst>
              <a:ext uri="{FF2B5EF4-FFF2-40B4-BE49-F238E27FC236}">
                <a16:creationId xmlns:a16="http://schemas.microsoft.com/office/drawing/2014/main" id="{21666393-7F11-1536-78E2-B71A52154FC2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 t="9869" b="60877"/>
          <a:stretch>
            <a:fillRect/>
          </a:stretch>
        </p:blipFill>
        <p:spPr>
          <a:xfrm>
            <a:off x="3603657" y="1611741"/>
            <a:ext cx="1073084" cy="577891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14;p1">
            <a:extLst>
              <a:ext uri="{FF2B5EF4-FFF2-40B4-BE49-F238E27FC236}">
                <a16:creationId xmlns:a16="http://schemas.microsoft.com/office/drawing/2014/main" id="{EEDCCF02-F36E-2173-04F8-9E27F36EEAA7}"/>
              </a:ext>
            </a:extLst>
          </p:cNvPr>
          <p:cNvSpPr/>
          <p:nvPr/>
        </p:nvSpPr>
        <p:spPr>
          <a:xfrm>
            <a:off x="2932650" y="8215616"/>
            <a:ext cx="4539420" cy="521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{</a:t>
            </a:r>
            <a:r>
              <a:rPr lang="en-AU" sz="2800" b="0" i="1" u="none" strike="noStrike" cap="none" dirty="0" err="1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signaturerRankShort</a:t>
            </a: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} {</a:t>
            </a:r>
            <a:r>
              <a:rPr lang="en-AU" sz="2800" b="0" i="1" u="none" strike="noStrike" cap="none" dirty="0" err="1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signaturer</a:t>
            </a: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}</a:t>
            </a:r>
            <a:endParaRPr sz="2800" b="0" i="0" u="none" strike="noStrike" cap="none" dirty="0">
              <a:solidFill>
                <a:srgbClr val="000000"/>
              </a:solidFill>
              <a:latin typeface="Brush Script MT" panose="03060802040406070304" pitchFamily="66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62800370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42B27686-D03C-357A-B8F8-09320B05DA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">
            <a:extLst>
              <a:ext uri="{FF2B5EF4-FFF2-40B4-BE49-F238E27FC236}">
                <a16:creationId xmlns:a16="http://schemas.microsoft.com/office/drawing/2014/main" id="{30219C21-FE13-5680-ECBC-975A1AE660B0}"/>
              </a:ext>
            </a:extLst>
          </p:cNvPr>
          <p:cNvSpPr/>
          <p:nvPr/>
        </p:nvSpPr>
        <p:spPr>
          <a:xfrm rot="5400000">
            <a:off x="-1500189" y="1487486"/>
            <a:ext cx="11268076" cy="8293101"/>
          </a:xfrm>
          <a:prstGeom prst="rect">
            <a:avLst/>
          </a:prstGeom>
          <a:blipFill rotWithShape="0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0000" tIns="45000" rIns="90000" bIns="45000" anchor="t" anchorCtr="1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Google Shape;102;p1">
            <a:extLst>
              <a:ext uri="{FF2B5EF4-FFF2-40B4-BE49-F238E27FC236}">
                <a16:creationId xmlns:a16="http://schemas.microsoft.com/office/drawing/2014/main" id="{9CC05672-7141-BE0D-571B-0BBDCCED6C4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10028" t="12535" r="10465" b="20264"/>
          <a:stretch/>
        </p:blipFill>
        <p:spPr>
          <a:xfrm rot="5400000">
            <a:off x="-1521845" y="1469005"/>
            <a:ext cx="11419340" cy="8401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103;p1">
            <a:extLst>
              <a:ext uri="{FF2B5EF4-FFF2-40B4-BE49-F238E27FC236}">
                <a16:creationId xmlns:a16="http://schemas.microsoft.com/office/drawing/2014/main" id="{48F8B7A2-483E-719E-183B-E1F1AAF6F998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29378" y="738891"/>
            <a:ext cx="6821645" cy="9877373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105;p1">
            <a:extLst>
              <a:ext uri="{FF2B5EF4-FFF2-40B4-BE49-F238E27FC236}">
                <a16:creationId xmlns:a16="http://schemas.microsoft.com/office/drawing/2014/main" id="{0F654C8C-3B82-4C18-7EDF-01F43CED052A}"/>
              </a:ext>
            </a:extLst>
          </p:cNvPr>
          <p:cNvSpPr/>
          <p:nvPr/>
        </p:nvSpPr>
        <p:spPr>
          <a:xfrm>
            <a:off x="933609" y="3422520"/>
            <a:ext cx="6419529" cy="737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4200" b="0" i="0" u="none" strike="noStrike" cap="none" dirty="0">
                <a:solidFill>
                  <a:schemeClr val="dk1"/>
                </a:solidFill>
                <a:latin typeface="Old English Text MT" panose="03040902040508030806" pitchFamily="66" charset="0"/>
                <a:sym typeface="Arial"/>
              </a:rPr>
              <a:t>Certificate Of Promotion</a:t>
            </a:r>
            <a:endParaRPr sz="4200" b="0" i="0" u="none" strike="noStrike" cap="none" dirty="0">
              <a:solidFill>
                <a:srgbClr val="000000"/>
              </a:solidFill>
              <a:latin typeface="Old English Text MT" panose="03040902040508030806" pitchFamily="66" charset="0"/>
              <a:sym typeface="Arial"/>
            </a:endParaRPr>
          </a:p>
        </p:txBody>
      </p:sp>
      <p:sp>
        <p:nvSpPr>
          <p:cNvPr id="30" name="Google Shape;106;p1">
            <a:extLst>
              <a:ext uri="{FF2B5EF4-FFF2-40B4-BE49-F238E27FC236}">
                <a16:creationId xmlns:a16="http://schemas.microsoft.com/office/drawing/2014/main" id="{2AA2EEFB-4466-073F-52E0-494422F2868D}"/>
              </a:ext>
            </a:extLst>
          </p:cNvPr>
          <p:cNvSpPr/>
          <p:nvPr/>
        </p:nvSpPr>
        <p:spPr>
          <a:xfrm>
            <a:off x="933609" y="4124520"/>
            <a:ext cx="6419529" cy="644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36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</a:t>
            </a:r>
            <a:endParaRPr sz="3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" name="Google Shape;107;p1">
            <a:extLst>
              <a:ext uri="{FF2B5EF4-FFF2-40B4-BE49-F238E27FC236}">
                <a16:creationId xmlns:a16="http://schemas.microsoft.com/office/drawing/2014/main" id="{1F8422A9-436D-E5F2-22C9-D0FB64A5A677}"/>
              </a:ext>
            </a:extLst>
          </p:cNvPr>
          <p:cNvCxnSpPr/>
          <p:nvPr/>
        </p:nvCxnSpPr>
        <p:spPr>
          <a:xfrm flipH="1">
            <a:off x="3722400" y="8696520"/>
            <a:ext cx="2822040" cy="792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33" name="Google Shape;109;p1">
            <a:extLst>
              <a:ext uri="{FF2B5EF4-FFF2-40B4-BE49-F238E27FC236}">
                <a16:creationId xmlns:a16="http://schemas.microsoft.com/office/drawing/2014/main" id="{4C9C19ED-D490-1366-8F52-3D06A1F68CFC}"/>
              </a:ext>
            </a:extLst>
          </p:cNvPr>
          <p:cNvSpPr/>
          <p:nvPr/>
        </p:nvSpPr>
        <p:spPr>
          <a:xfrm>
            <a:off x="933609" y="6433920"/>
            <a:ext cx="6419529" cy="583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32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110;p1">
            <a:extLst>
              <a:ext uri="{FF2B5EF4-FFF2-40B4-BE49-F238E27FC236}">
                <a16:creationId xmlns:a16="http://schemas.microsoft.com/office/drawing/2014/main" id="{77DC2941-041B-69E3-7BA3-FF84E3D1E999}"/>
              </a:ext>
            </a:extLst>
          </p:cNvPr>
          <p:cNvSpPr/>
          <p:nvPr/>
        </p:nvSpPr>
        <p:spPr>
          <a:xfrm>
            <a:off x="933609" y="7119720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the rank of </a:t>
            </a:r>
            <a:r>
              <a:rPr lang="en-AU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Wing Commander 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 effect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dateNumber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r>
              <a:rPr lang="en-GB" sz="2000" b="0" i="1" u="none" strike="noStrike" cap="none" baseline="30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{suffix}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{date}.</a:t>
            </a:r>
            <a:endParaRPr lang="en-GB"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111;p1">
            <a:extLst>
              <a:ext uri="{FF2B5EF4-FFF2-40B4-BE49-F238E27FC236}">
                <a16:creationId xmlns:a16="http://schemas.microsoft.com/office/drawing/2014/main" id="{36A2BD99-4A9B-29F7-0D63-5BDD382F793E}"/>
              </a:ext>
            </a:extLst>
          </p:cNvPr>
          <p:cNvSpPr/>
          <p:nvPr/>
        </p:nvSpPr>
        <p:spPr>
          <a:xfrm>
            <a:off x="933609" y="4820400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 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has completed all necessary trainings and been deemed suitable in all areas required for promotion.</a:t>
            </a:r>
          </a:p>
        </p:txBody>
      </p:sp>
      <p:sp>
        <p:nvSpPr>
          <p:cNvPr id="37" name="Google Shape;113;p1">
            <a:extLst>
              <a:ext uri="{FF2B5EF4-FFF2-40B4-BE49-F238E27FC236}">
                <a16:creationId xmlns:a16="http://schemas.microsoft.com/office/drawing/2014/main" id="{83C3038A-7679-33D0-09A5-6275266340CD}"/>
              </a:ext>
            </a:extLst>
          </p:cNvPr>
          <p:cNvSpPr/>
          <p:nvPr/>
        </p:nvSpPr>
        <p:spPr>
          <a:xfrm>
            <a:off x="2985840" y="8685000"/>
            <a:ext cx="4277880" cy="598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{signaturerRankShort} {signaturer}</a:t>
            </a:r>
            <a:br>
              <a:rPr lang="en-AU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Officer Commanding</a:t>
            </a:r>
            <a:br>
              <a:rPr lang="en-AU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Australian Special Operations Taskforce HQ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" name="Google Shape;104;p1">
            <a:extLst>
              <a:ext uri="{FF2B5EF4-FFF2-40B4-BE49-F238E27FC236}">
                <a16:creationId xmlns:a16="http://schemas.microsoft.com/office/drawing/2014/main" id="{6F2AD41B-FE14-E709-2A05-428ADFD130E7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14400" y="8354520"/>
            <a:ext cx="1436400" cy="125244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11;p1">
            <a:extLst>
              <a:ext uri="{FF2B5EF4-FFF2-40B4-BE49-F238E27FC236}">
                <a16:creationId xmlns:a16="http://schemas.microsoft.com/office/drawing/2014/main" id="{9CB89068-8881-588E-B94F-A94A507CBC55}"/>
              </a:ext>
            </a:extLst>
          </p:cNvPr>
          <p:cNvSpPr/>
          <p:nvPr/>
        </p:nvSpPr>
        <p:spPr>
          <a:xfrm>
            <a:off x="934292" y="5735481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algn="ctr"/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I,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signaturerRankFull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signaturer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},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Officer Commanding, Australian Special Operations Taskforce, hereby promote</a:t>
            </a:r>
            <a:endParaRPr lang="en-GB"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" name="Google Shape;1913;p100">
            <a:extLst>
              <a:ext uri="{FF2B5EF4-FFF2-40B4-BE49-F238E27FC236}">
                <a16:creationId xmlns:a16="http://schemas.microsoft.com/office/drawing/2014/main" id="{B698C47D-9CEF-36F3-5FAB-5AD3E2FCB590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603657" y="1348681"/>
            <a:ext cx="1073084" cy="1975451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14;p1">
            <a:extLst>
              <a:ext uri="{FF2B5EF4-FFF2-40B4-BE49-F238E27FC236}">
                <a16:creationId xmlns:a16="http://schemas.microsoft.com/office/drawing/2014/main" id="{0DD0EAF7-D0ED-1444-7002-AD4B67796D1A}"/>
              </a:ext>
            </a:extLst>
          </p:cNvPr>
          <p:cNvSpPr/>
          <p:nvPr/>
        </p:nvSpPr>
        <p:spPr>
          <a:xfrm>
            <a:off x="2932650" y="8215616"/>
            <a:ext cx="4539420" cy="521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{</a:t>
            </a:r>
            <a:r>
              <a:rPr lang="en-AU" sz="2800" b="0" i="1" u="none" strike="noStrike" cap="none" dirty="0" err="1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signaturerRankShort</a:t>
            </a: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} {</a:t>
            </a:r>
            <a:r>
              <a:rPr lang="en-AU" sz="2800" b="0" i="1" u="none" strike="noStrike" cap="none" dirty="0" err="1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signaturer</a:t>
            </a: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}</a:t>
            </a:r>
            <a:endParaRPr sz="2800" b="0" i="0" u="none" strike="noStrike" cap="none" dirty="0">
              <a:solidFill>
                <a:srgbClr val="000000"/>
              </a:solidFill>
              <a:latin typeface="Brush Script MT" panose="03060802040406070304" pitchFamily="66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99082420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EE0252E4-2402-3184-C716-94A7E3004C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">
            <a:extLst>
              <a:ext uri="{FF2B5EF4-FFF2-40B4-BE49-F238E27FC236}">
                <a16:creationId xmlns:a16="http://schemas.microsoft.com/office/drawing/2014/main" id="{8383A3F7-E27A-0571-0D95-91B8619650A5}"/>
              </a:ext>
            </a:extLst>
          </p:cNvPr>
          <p:cNvSpPr/>
          <p:nvPr/>
        </p:nvSpPr>
        <p:spPr>
          <a:xfrm rot="5400000">
            <a:off x="-1500189" y="1487486"/>
            <a:ext cx="11268076" cy="8293101"/>
          </a:xfrm>
          <a:prstGeom prst="rect">
            <a:avLst/>
          </a:prstGeom>
          <a:blipFill rotWithShape="0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0000" tIns="45000" rIns="90000" bIns="45000" anchor="t" anchorCtr="1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Google Shape;102;p1">
            <a:extLst>
              <a:ext uri="{FF2B5EF4-FFF2-40B4-BE49-F238E27FC236}">
                <a16:creationId xmlns:a16="http://schemas.microsoft.com/office/drawing/2014/main" id="{237C0AA1-1EF1-40F7-0959-C4D1774BF5F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10028" t="12535" r="10465" b="20264"/>
          <a:stretch/>
        </p:blipFill>
        <p:spPr>
          <a:xfrm rot="5400000">
            <a:off x="-1521845" y="1469005"/>
            <a:ext cx="11419340" cy="8401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103;p1">
            <a:extLst>
              <a:ext uri="{FF2B5EF4-FFF2-40B4-BE49-F238E27FC236}">
                <a16:creationId xmlns:a16="http://schemas.microsoft.com/office/drawing/2014/main" id="{7B6CD596-E820-F5EA-DD04-77FB40668727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29378" y="738891"/>
            <a:ext cx="6821645" cy="9877373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105;p1">
            <a:extLst>
              <a:ext uri="{FF2B5EF4-FFF2-40B4-BE49-F238E27FC236}">
                <a16:creationId xmlns:a16="http://schemas.microsoft.com/office/drawing/2014/main" id="{58C7278E-D54F-F743-F9E5-0A7280A0971E}"/>
              </a:ext>
            </a:extLst>
          </p:cNvPr>
          <p:cNvSpPr/>
          <p:nvPr/>
        </p:nvSpPr>
        <p:spPr>
          <a:xfrm>
            <a:off x="933609" y="3422520"/>
            <a:ext cx="6419529" cy="737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4200" b="0" i="0" u="none" strike="noStrike" cap="none" dirty="0">
                <a:solidFill>
                  <a:schemeClr val="dk1"/>
                </a:solidFill>
                <a:latin typeface="Old English Text MT" panose="03040902040508030806" pitchFamily="66" charset="0"/>
                <a:sym typeface="Arial"/>
              </a:rPr>
              <a:t>Certificate Of Promotion</a:t>
            </a:r>
            <a:endParaRPr sz="4200" b="0" i="0" u="none" strike="noStrike" cap="none" dirty="0">
              <a:solidFill>
                <a:srgbClr val="000000"/>
              </a:solidFill>
              <a:latin typeface="Old English Text MT" panose="03040902040508030806" pitchFamily="66" charset="0"/>
              <a:sym typeface="Arial"/>
            </a:endParaRPr>
          </a:p>
        </p:txBody>
      </p:sp>
      <p:sp>
        <p:nvSpPr>
          <p:cNvPr id="30" name="Google Shape;106;p1">
            <a:extLst>
              <a:ext uri="{FF2B5EF4-FFF2-40B4-BE49-F238E27FC236}">
                <a16:creationId xmlns:a16="http://schemas.microsoft.com/office/drawing/2014/main" id="{CFD0CA5E-F244-933D-80F3-4FD10FD6F59B}"/>
              </a:ext>
            </a:extLst>
          </p:cNvPr>
          <p:cNvSpPr/>
          <p:nvPr/>
        </p:nvSpPr>
        <p:spPr>
          <a:xfrm>
            <a:off x="933609" y="4124520"/>
            <a:ext cx="6419529" cy="644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36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</a:t>
            </a:r>
            <a:endParaRPr sz="3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" name="Google Shape;107;p1">
            <a:extLst>
              <a:ext uri="{FF2B5EF4-FFF2-40B4-BE49-F238E27FC236}">
                <a16:creationId xmlns:a16="http://schemas.microsoft.com/office/drawing/2014/main" id="{E12FC061-9ADB-E46B-64AF-AD8D8CDBDF0C}"/>
              </a:ext>
            </a:extLst>
          </p:cNvPr>
          <p:cNvCxnSpPr/>
          <p:nvPr/>
        </p:nvCxnSpPr>
        <p:spPr>
          <a:xfrm flipH="1">
            <a:off x="3722400" y="8696520"/>
            <a:ext cx="2822040" cy="792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33" name="Google Shape;109;p1">
            <a:extLst>
              <a:ext uri="{FF2B5EF4-FFF2-40B4-BE49-F238E27FC236}">
                <a16:creationId xmlns:a16="http://schemas.microsoft.com/office/drawing/2014/main" id="{D0E0FC9D-2D98-0E44-54AF-27D8BAB634C8}"/>
              </a:ext>
            </a:extLst>
          </p:cNvPr>
          <p:cNvSpPr/>
          <p:nvPr/>
        </p:nvSpPr>
        <p:spPr>
          <a:xfrm>
            <a:off x="933609" y="6433920"/>
            <a:ext cx="6419529" cy="583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32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110;p1">
            <a:extLst>
              <a:ext uri="{FF2B5EF4-FFF2-40B4-BE49-F238E27FC236}">
                <a16:creationId xmlns:a16="http://schemas.microsoft.com/office/drawing/2014/main" id="{C9D4D33D-55B2-4FFD-D2FE-C0906EB969DA}"/>
              </a:ext>
            </a:extLst>
          </p:cNvPr>
          <p:cNvSpPr/>
          <p:nvPr/>
        </p:nvSpPr>
        <p:spPr>
          <a:xfrm>
            <a:off x="933609" y="7119720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the rank of </a:t>
            </a:r>
            <a:r>
              <a:rPr lang="en-AU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Group Captain 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 effect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dateNumber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r>
              <a:rPr lang="en-GB" sz="2000" b="0" i="1" u="none" strike="noStrike" cap="none" baseline="30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{suffix}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{date}.</a:t>
            </a:r>
            <a:endParaRPr lang="en-GB"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111;p1">
            <a:extLst>
              <a:ext uri="{FF2B5EF4-FFF2-40B4-BE49-F238E27FC236}">
                <a16:creationId xmlns:a16="http://schemas.microsoft.com/office/drawing/2014/main" id="{53ACADF3-EEB2-4827-DED9-A0EBED0AE5E6}"/>
              </a:ext>
            </a:extLst>
          </p:cNvPr>
          <p:cNvSpPr/>
          <p:nvPr/>
        </p:nvSpPr>
        <p:spPr>
          <a:xfrm>
            <a:off x="933609" y="4820400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 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has completed all necessary trainings and been deemed suitable in all areas required for promotion.</a:t>
            </a:r>
          </a:p>
        </p:txBody>
      </p:sp>
      <p:sp>
        <p:nvSpPr>
          <p:cNvPr id="37" name="Google Shape;113;p1">
            <a:extLst>
              <a:ext uri="{FF2B5EF4-FFF2-40B4-BE49-F238E27FC236}">
                <a16:creationId xmlns:a16="http://schemas.microsoft.com/office/drawing/2014/main" id="{D99DAF64-1BA1-5ED6-5F91-FAA0820A08C9}"/>
              </a:ext>
            </a:extLst>
          </p:cNvPr>
          <p:cNvSpPr/>
          <p:nvPr/>
        </p:nvSpPr>
        <p:spPr>
          <a:xfrm>
            <a:off x="2985840" y="8685000"/>
            <a:ext cx="4277880" cy="598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{signaturerRankShort} {signaturer}</a:t>
            </a:r>
            <a:br>
              <a:rPr lang="en-AU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Officer Commanding</a:t>
            </a:r>
            <a:br>
              <a:rPr lang="en-AU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Australian Special Operations Taskforce HQ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" name="Google Shape;104;p1">
            <a:extLst>
              <a:ext uri="{FF2B5EF4-FFF2-40B4-BE49-F238E27FC236}">
                <a16:creationId xmlns:a16="http://schemas.microsoft.com/office/drawing/2014/main" id="{67527907-9956-DD67-6F14-1E0EC1246DC1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14400" y="8354520"/>
            <a:ext cx="1436400" cy="125244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11;p1">
            <a:extLst>
              <a:ext uri="{FF2B5EF4-FFF2-40B4-BE49-F238E27FC236}">
                <a16:creationId xmlns:a16="http://schemas.microsoft.com/office/drawing/2014/main" id="{DFE0DC6B-8B4D-7EBA-DAD9-FADBCDB03CDB}"/>
              </a:ext>
            </a:extLst>
          </p:cNvPr>
          <p:cNvSpPr/>
          <p:nvPr/>
        </p:nvSpPr>
        <p:spPr>
          <a:xfrm>
            <a:off x="934292" y="5735481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algn="ctr"/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I,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signaturerRankFull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signaturer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},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Officer Commanding, Australian Special Operations Taskforce, hereby promote</a:t>
            </a:r>
            <a:endParaRPr lang="en-GB"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" name="Google Shape;1931;p101">
            <a:extLst>
              <a:ext uri="{FF2B5EF4-FFF2-40B4-BE49-F238E27FC236}">
                <a16:creationId xmlns:a16="http://schemas.microsoft.com/office/drawing/2014/main" id="{9D48101E-5ED6-088C-B149-21770031326A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603657" y="1344594"/>
            <a:ext cx="1073083" cy="197544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14;p1">
            <a:extLst>
              <a:ext uri="{FF2B5EF4-FFF2-40B4-BE49-F238E27FC236}">
                <a16:creationId xmlns:a16="http://schemas.microsoft.com/office/drawing/2014/main" id="{B08CCB87-C5DE-EF15-21E1-4545577CA644}"/>
              </a:ext>
            </a:extLst>
          </p:cNvPr>
          <p:cNvSpPr/>
          <p:nvPr/>
        </p:nvSpPr>
        <p:spPr>
          <a:xfrm>
            <a:off x="2932650" y="8215616"/>
            <a:ext cx="4539420" cy="521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{</a:t>
            </a:r>
            <a:r>
              <a:rPr lang="en-AU" sz="2800" b="0" i="1" u="none" strike="noStrike" cap="none" dirty="0" err="1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signaturerRankShort</a:t>
            </a: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} {</a:t>
            </a:r>
            <a:r>
              <a:rPr lang="en-AU" sz="2800" b="0" i="1" u="none" strike="noStrike" cap="none" dirty="0" err="1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signaturer</a:t>
            </a: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}</a:t>
            </a:r>
            <a:endParaRPr sz="2800" b="0" i="0" u="none" strike="noStrike" cap="none" dirty="0">
              <a:solidFill>
                <a:srgbClr val="000000"/>
              </a:solidFill>
              <a:latin typeface="Brush Script MT" panose="03060802040406070304" pitchFamily="66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11548264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FAA71904-CBDA-E7E8-1F98-544AB5EB25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">
            <a:extLst>
              <a:ext uri="{FF2B5EF4-FFF2-40B4-BE49-F238E27FC236}">
                <a16:creationId xmlns:a16="http://schemas.microsoft.com/office/drawing/2014/main" id="{BB165B4B-B2DC-9470-7B71-4A3CE2E51E4C}"/>
              </a:ext>
            </a:extLst>
          </p:cNvPr>
          <p:cNvSpPr/>
          <p:nvPr/>
        </p:nvSpPr>
        <p:spPr>
          <a:xfrm rot="5400000">
            <a:off x="-1500189" y="1487486"/>
            <a:ext cx="11268076" cy="8293101"/>
          </a:xfrm>
          <a:prstGeom prst="rect">
            <a:avLst/>
          </a:prstGeom>
          <a:blipFill rotWithShape="0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0000" tIns="45000" rIns="90000" bIns="45000" anchor="t" anchorCtr="1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Google Shape;102;p1">
            <a:extLst>
              <a:ext uri="{FF2B5EF4-FFF2-40B4-BE49-F238E27FC236}">
                <a16:creationId xmlns:a16="http://schemas.microsoft.com/office/drawing/2014/main" id="{2B8137C7-D4AE-111B-970E-B40D3BF4EA9E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10028" t="12535" r="10465" b="20264"/>
          <a:stretch/>
        </p:blipFill>
        <p:spPr>
          <a:xfrm rot="5400000">
            <a:off x="-1521845" y="1469005"/>
            <a:ext cx="11419340" cy="8401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103;p1">
            <a:extLst>
              <a:ext uri="{FF2B5EF4-FFF2-40B4-BE49-F238E27FC236}">
                <a16:creationId xmlns:a16="http://schemas.microsoft.com/office/drawing/2014/main" id="{25AB8B9D-9431-54F9-4414-0F3C490EDFFF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29378" y="738891"/>
            <a:ext cx="6821645" cy="9877373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105;p1">
            <a:extLst>
              <a:ext uri="{FF2B5EF4-FFF2-40B4-BE49-F238E27FC236}">
                <a16:creationId xmlns:a16="http://schemas.microsoft.com/office/drawing/2014/main" id="{973B6231-A01C-CAA0-4A32-81D7B13ADB57}"/>
              </a:ext>
            </a:extLst>
          </p:cNvPr>
          <p:cNvSpPr/>
          <p:nvPr/>
        </p:nvSpPr>
        <p:spPr>
          <a:xfrm>
            <a:off x="933609" y="3422520"/>
            <a:ext cx="6419529" cy="737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4200" b="0" i="0" u="none" strike="noStrike" cap="none" dirty="0">
                <a:solidFill>
                  <a:schemeClr val="dk1"/>
                </a:solidFill>
                <a:latin typeface="Old English Text MT" panose="03040902040508030806" pitchFamily="66" charset="0"/>
                <a:sym typeface="Arial"/>
              </a:rPr>
              <a:t>Certificate Of Promotion</a:t>
            </a:r>
            <a:endParaRPr sz="4200" b="0" i="0" u="none" strike="noStrike" cap="none" dirty="0">
              <a:solidFill>
                <a:srgbClr val="000000"/>
              </a:solidFill>
              <a:latin typeface="Old English Text MT" panose="03040902040508030806" pitchFamily="66" charset="0"/>
              <a:sym typeface="Arial"/>
            </a:endParaRPr>
          </a:p>
        </p:txBody>
      </p:sp>
      <p:sp>
        <p:nvSpPr>
          <p:cNvPr id="30" name="Google Shape;106;p1">
            <a:extLst>
              <a:ext uri="{FF2B5EF4-FFF2-40B4-BE49-F238E27FC236}">
                <a16:creationId xmlns:a16="http://schemas.microsoft.com/office/drawing/2014/main" id="{694A2C49-CBE6-DD79-9423-6305E6DFD279}"/>
              </a:ext>
            </a:extLst>
          </p:cNvPr>
          <p:cNvSpPr/>
          <p:nvPr/>
        </p:nvSpPr>
        <p:spPr>
          <a:xfrm>
            <a:off x="933609" y="4124520"/>
            <a:ext cx="6419529" cy="644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36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</a:t>
            </a:r>
            <a:endParaRPr sz="3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" name="Google Shape;107;p1">
            <a:extLst>
              <a:ext uri="{FF2B5EF4-FFF2-40B4-BE49-F238E27FC236}">
                <a16:creationId xmlns:a16="http://schemas.microsoft.com/office/drawing/2014/main" id="{A02E76C3-EB86-0E75-6013-81B001941189}"/>
              </a:ext>
            </a:extLst>
          </p:cNvPr>
          <p:cNvCxnSpPr/>
          <p:nvPr/>
        </p:nvCxnSpPr>
        <p:spPr>
          <a:xfrm flipH="1">
            <a:off x="3722400" y="8696520"/>
            <a:ext cx="2822040" cy="792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33" name="Google Shape;109;p1">
            <a:extLst>
              <a:ext uri="{FF2B5EF4-FFF2-40B4-BE49-F238E27FC236}">
                <a16:creationId xmlns:a16="http://schemas.microsoft.com/office/drawing/2014/main" id="{3C8B6E2A-F457-B1C1-D423-3AC0286F9842}"/>
              </a:ext>
            </a:extLst>
          </p:cNvPr>
          <p:cNvSpPr/>
          <p:nvPr/>
        </p:nvSpPr>
        <p:spPr>
          <a:xfrm>
            <a:off x="933609" y="6433920"/>
            <a:ext cx="6419529" cy="583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32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110;p1">
            <a:extLst>
              <a:ext uri="{FF2B5EF4-FFF2-40B4-BE49-F238E27FC236}">
                <a16:creationId xmlns:a16="http://schemas.microsoft.com/office/drawing/2014/main" id="{3C32FCB3-B36D-60B5-F6DB-7191DFF4C287}"/>
              </a:ext>
            </a:extLst>
          </p:cNvPr>
          <p:cNvSpPr/>
          <p:nvPr/>
        </p:nvSpPr>
        <p:spPr>
          <a:xfrm>
            <a:off x="933609" y="7119720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the rank of </a:t>
            </a:r>
            <a:r>
              <a:rPr lang="en-AU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Air Commodore 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 effect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dateNumber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r>
              <a:rPr lang="en-GB" sz="2000" b="0" i="1" u="none" strike="noStrike" cap="none" baseline="30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{suffix}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{date}.</a:t>
            </a:r>
            <a:endParaRPr lang="en-GB"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111;p1">
            <a:extLst>
              <a:ext uri="{FF2B5EF4-FFF2-40B4-BE49-F238E27FC236}">
                <a16:creationId xmlns:a16="http://schemas.microsoft.com/office/drawing/2014/main" id="{E50EBA0D-6C24-B034-3777-15B233C48750}"/>
              </a:ext>
            </a:extLst>
          </p:cNvPr>
          <p:cNvSpPr/>
          <p:nvPr/>
        </p:nvSpPr>
        <p:spPr>
          <a:xfrm>
            <a:off x="933609" y="4820400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 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has completed all necessary trainings and been deemed suitable in all areas required for promotion.</a:t>
            </a:r>
          </a:p>
        </p:txBody>
      </p:sp>
      <p:sp>
        <p:nvSpPr>
          <p:cNvPr id="37" name="Google Shape;113;p1">
            <a:extLst>
              <a:ext uri="{FF2B5EF4-FFF2-40B4-BE49-F238E27FC236}">
                <a16:creationId xmlns:a16="http://schemas.microsoft.com/office/drawing/2014/main" id="{57F2CDA4-9CB6-0604-1F51-32D225550440}"/>
              </a:ext>
            </a:extLst>
          </p:cNvPr>
          <p:cNvSpPr/>
          <p:nvPr/>
        </p:nvSpPr>
        <p:spPr>
          <a:xfrm>
            <a:off x="2985840" y="8685000"/>
            <a:ext cx="4277880" cy="598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{signaturerRankShort} {signaturer}</a:t>
            </a:r>
            <a:br>
              <a:rPr lang="en-AU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Officer Commanding</a:t>
            </a:r>
            <a:br>
              <a:rPr lang="en-AU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Australian Special Operations Taskforce HQ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" name="Google Shape;104;p1">
            <a:extLst>
              <a:ext uri="{FF2B5EF4-FFF2-40B4-BE49-F238E27FC236}">
                <a16:creationId xmlns:a16="http://schemas.microsoft.com/office/drawing/2014/main" id="{B7B439AA-3574-CB49-B406-1558BC6F2DAC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14400" y="8354520"/>
            <a:ext cx="1436400" cy="125244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11;p1">
            <a:extLst>
              <a:ext uri="{FF2B5EF4-FFF2-40B4-BE49-F238E27FC236}">
                <a16:creationId xmlns:a16="http://schemas.microsoft.com/office/drawing/2014/main" id="{3CF27A97-6C80-2847-A0FD-C964EF596290}"/>
              </a:ext>
            </a:extLst>
          </p:cNvPr>
          <p:cNvSpPr/>
          <p:nvPr/>
        </p:nvSpPr>
        <p:spPr>
          <a:xfrm>
            <a:off x="934292" y="5735481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algn="ctr"/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I,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signaturerRankFull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signaturer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},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Officer Commanding, Australian Special Operations Taskforce, hereby promote</a:t>
            </a:r>
            <a:endParaRPr lang="en-GB"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" name="Google Shape;1949;p102">
            <a:extLst>
              <a:ext uri="{FF2B5EF4-FFF2-40B4-BE49-F238E27FC236}">
                <a16:creationId xmlns:a16="http://schemas.microsoft.com/office/drawing/2014/main" id="{9AF9FEE7-2A78-9049-D351-902553BC5C4B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605879" y="1348684"/>
            <a:ext cx="1070861" cy="1971357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14;p1">
            <a:extLst>
              <a:ext uri="{FF2B5EF4-FFF2-40B4-BE49-F238E27FC236}">
                <a16:creationId xmlns:a16="http://schemas.microsoft.com/office/drawing/2014/main" id="{12636933-99E6-EFDD-9236-EFC185872BF1}"/>
              </a:ext>
            </a:extLst>
          </p:cNvPr>
          <p:cNvSpPr/>
          <p:nvPr/>
        </p:nvSpPr>
        <p:spPr>
          <a:xfrm>
            <a:off x="2932650" y="8215616"/>
            <a:ext cx="4539420" cy="521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{</a:t>
            </a:r>
            <a:r>
              <a:rPr lang="en-AU" sz="2800" b="0" i="1" u="none" strike="noStrike" cap="none" dirty="0" err="1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signaturerRankShort</a:t>
            </a: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} {</a:t>
            </a:r>
            <a:r>
              <a:rPr lang="en-AU" sz="2800" b="0" i="1" u="none" strike="noStrike" cap="none" dirty="0" err="1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signaturer</a:t>
            </a: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}</a:t>
            </a:r>
            <a:endParaRPr sz="2800" b="0" i="0" u="none" strike="noStrike" cap="none" dirty="0">
              <a:solidFill>
                <a:srgbClr val="000000"/>
              </a:solidFill>
              <a:latin typeface="Brush Script MT" panose="03060802040406070304" pitchFamily="66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89490164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E303D722-A3EE-4301-DE28-F59D135E46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">
            <a:extLst>
              <a:ext uri="{FF2B5EF4-FFF2-40B4-BE49-F238E27FC236}">
                <a16:creationId xmlns:a16="http://schemas.microsoft.com/office/drawing/2014/main" id="{38CC15F7-04A1-0F7F-9F51-AFC1DC7F9370}"/>
              </a:ext>
            </a:extLst>
          </p:cNvPr>
          <p:cNvSpPr/>
          <p:nvPr/>
        </p:nvSpPr>
        <p:spPr>
          <a:xfrm rot="5400000">
            <a:off x="-1500189" y="1487486"/>
            <a:ext cx="11268076" cy="8293101"/>
          </a:xfrm>
          <a:prstGeom prst="rect">
            <a:avLst/>
          </a:prstGeom>
          <a:blipFill rotWithShape="0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0000" tIns="45000" rIns="90000" bIns="45000" anchor="t" anchorCtr="1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Google Shape;102;p1">
            <a:extLst>
              <a:ext uri="{FF2B5EF4-FFF2-40B4-BE49-F238E27FC236}">
                <a16:creationId xmlns:a16="http://schemas.microsoft.com/office/drawing/2014/main" id="{2C1E95D4-FE80-FCDB-C6DD-F01118712D9E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10028" t="12535" r="10465" b="20264"/>
          <a:stretch/>
        </p:blipFill>
        <p:spPr>
          <a:xfrm rot="5400000">
            <a:off x="-1521845" y="1469005"/>
            <a:ext cx="11419340" cy="8401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103;p1">
            <a:extLst>
              <a:ext uri="{FF2B5EF4-FFF2-40B4-BE49-F238E27FC236}">
                <a16:creationId xmlns:a16="http://schemas.microsoft.com/office/drawing/2014/main" id="{31688157-6FC5-0F36-23D0-F1DF991E7FDA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29378" y="738891"/>
            <a:ext cx="6821645" cy="9877373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105;p1">
            <a:extLst>
              <a:ext uri="{FF2B5EF4-FFF2-40B4-BE49-F238E27FC236}">
                <a16:creationId xmlns:a16="http://schemas.microsoft.com/office/drawing/2014/main" id="{93779753-AC7F-B2DE-1BB1-B0AEF313B813}"/>
              </a:ext>
            </a:extLst>
          </p:cNvPr>
          <p:cNvSpPr/>
          <p:nvPr/>
        </p:nvSpPr>
        <p:spPr>
          <a:xfrm>
            <a:off x="933609" y="3422520"/>
            <a:ext cx="6419529" cy="737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4200" b="0" i="0" u="none" strike="noStrike" cap="none" dirty="0">
                <a:solidFill>
                  <a:schemeClr val="dk1"/>
                </a:solidFill>
                <a:latin typeface="Old English Text MT" panose="03040902040508030806" pitchFamily="66" charset="0"/>
                <a:sym typeface="Arial"/>
              </a:rPr>
              <a:t>Certificate Of Promotion</a:t>
            </a:r>
            <a:endParaRPr sz="4200" b="0" i="0" u="none" strike="noStrike" cap="none" dirty="0">
              <a:solidFill>
                <a:srgbClr val="000000"/>
              </a:solidFill>
              <a:latin typeface="Old English Text MT" panose="03040902040508030806" pitchFamily="66" charset="0"/>
              <a:sym typeface="Arial"/>
            </a:endParaRPr>
          </a:p>
        </p:txBody>
      </p:sp>
      <p:sp>
        <p:nvSpPr>
          <p:cNvPr id="30" name="Google Shape;106;p1">
            <a:extLst>
              <a:ext uri="{FF2B5EF4-FFF2-40B4-BE49-F238E27FC236}">
                <a16:creationId xmlns:a16="http://schemas.microsoft.com/office/drawing/2014/main" id="{24CAFAB1-4337-3B58-AD44-06A5D080EE25}"/>
              </a:ext>
            </a:extLst>
          </p:cNvPr>
          <p:cNvSpPr/>
          <p:nvPr/>
        </p:nvSpPr>
        <p:spPr>
          <a:xfrm>
            <a:off x="933609" y="4124520"/>
            <a:ext cx="6419529" cy="644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36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</a:t>
            </a:r>
            <a:endParaRPr sz="3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" name="Google Shape;107;p1">
            <a:extLst>
              <a:ext uri="{FF2B5EF4-FFF2-40B4-BE49-F238E27FC236}">
                <a16:creationId xmlns:a16="http://schemas.microsoft.com/office/drawing/2014/main" id="{534F2204-2749-08E0-36BF-DEBB2F0B0DE7}"/>
              </a:ext>
            </a:extLst>
          </p:cNvPr>
          <p:cNvCxnSpPr/>
          <p:nvPr/>
        </p:nvCxnSpPr>
        <p:spPr>
          <a:xfrm flipH="1">
            <a:off x="3722400" y="8696520"/>
            <a:ext cx="2822040" cy="792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33" name="Google Shape;109;p1">
            <a:extLst>
              <a:ext uri="{FF2B5EF4-FFF2-40B4-BE49-F238E27FC236}">
                <a16:creationId xmlns:a16="http://schemas.microsoft.com/office/drawing/2014/main" id="{C2433AB5-283A-72F6-B115-269C9A356778}"/>
              </a:ext>
            </a:extLst>
          </p:cNvPr>
          <p:cNvSpPr/>
          <p:nvPr/>
        </p:nvSpPr>
        <p:spPr>
          <a:xfrm>
            <a:off x="933609" y="6433920"/>
            <a:ext cx="6419529" cy="583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32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110;p1">
            <a:extLst>
              <a:ext uri="{FF2B5EF4-FFF2-40B4-BE49-F238E27FC236}">
                <a16:creationId xmlns:a16="http://schemas.microsoft.com/office/drawing/2014/main" id="{6A3F9880-92E7-EAA2-430C-BAD8425869D9}"/>
              </a:ext>
            </a:extLst>
          </p:cNvPr>
          <p:cNvSpPr/>
          <p:nvPr/>
        </p:nvSpPr>
        <p:spPr>
          <a:xfrm>
            <a:off x="933609" y="7119720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the rank of </a:t>
            </a:r>
            <a:r>
              <a:rPr lang="en-AU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Air Vice Marshal 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 effect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dateNumber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r>
              <a:rPr lang="en-GB" sz="2000" b="0" i="1" u="none" strike="noStrike" cap="none" baseline="30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{suffix}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{date}.</a:t>
            </a:r>
            <a:endParaRPr lang="en-GB"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111;p1">
            <a:extLst>
              <a:ext uri="{FF2B5EF4-FFF2-40B4-BE49-F238E27FC236}">
                <a16:creationId xmlns:a16="http://schemas.microsoft.com/office/drawing/2014/main" id="{3C14B1D9-2B06-55C0-5685-2F3F6E848A94}"/>
              </a:ext>
            </a:extLst>
          </p:cNvPr>
          <p:cNvSpPr/>
          <p:nvPr/>
        </p:nvSpPr>
        <p:spPr>
          <a:xfrm>
            <a:off x="933609" y="4820400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 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has completed all necessary trainings and been deemed suitable in all areas required for promotion.</a:t>
            </a:r>
          </a:p>
        </p:txBody>
      </p:sp>
      <p:sp>
        <p:nvSpPr>
          <p:cNvPr id="37" name="Google Shape;113;p1">
            <a:extLst>
              <a:ext uri="{FF2B5EF4-FFF2-40B4-BE49-F238E27FC236}">
                <a16:creationId xmlns:a16="http://schemas.microsoft.com/office/drawing/2014/main" id="{71C4CF7E-C606-CC9A-1C11-2C23AE27EDFC}"/>
              </a:ext>
            </a:extLst>
          </p:cNvPr>
          <p:cNvSpPr/>
          <p:nvPr/>
        </p:nvSpPr>
        <p:spPr>
          <a:xfrm>
            <a:off x="2985840" y="8685000"/>
            <a:ext cx="4277880" cy="598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{signaturerRankShort} {signaturer}</a:t>
            </a:r>
            <a:br>
              <a:rPr lang="en-AU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Officer Commanding</a:t>
            </a:r>
            <a:br>
              <a:rPr lang="en-AU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Australian Special Operations Taskforce HQ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" name="Google Shape;104;p1">
            <a:extLst>
              <a:ext uri="{FF2B5EF4-FFF2-40B4-BE49-F238E27FC236}">
                <a16:creationId xmlns:a16="http://schemas.microsoft.com/office/drawing/2014/main" id="{24C30DE4-8F74-04D9-4A3F-1F0C690843D7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14400" y="8354520"/>
            <a:ext cx="1436400" cy="125244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11;p1">
            <a:extLst>
              <a:ext uri="{FF2B5EF4-FFF2-40B4-BE49-F238E27FC236}">
                <a16:creationId xmlns:a16="http://schemas.microsoft.com/office/drawing/2014/main" id="{2C47AD16-1420-1FC0-FCEB-2416F396BA8E}"/>
              </a:ext>
            </a:extLst>
          </p:cNvPr>
          <p:cNvSpPr/>
          <p:nvPr/>
        </p:nvSpPr>
        <p:spPr>
          <a:xfrm>
            <a:off x="934292" y="5735481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algn="ctr"/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I,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signaturerRankFull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signaturer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},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Officer Commanding, Australian Special Operations Taskforce, hereby promote</a:t>
            </a:r>
            <a:endParaRPr lang="en-GB"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" name="Google Shape;1967;p103">
            <a:extLst>
              <a:ext uri="{FF2B5EF4-FFF2-40B4-BE49-F238E27FC236}">
                <a16:creationId xmlns:a16="http://schemas.microsoft.com/office/drawing/2014/main" id="{F9371D2C-3963-8CCC-C22D-F3E36083C4EB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605879" y="1348684"/>
            <a:ext cx="1070861" cy="1971357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14;p1">
            <a:extLst>
              <a:ext uri="{FF2B5EF4-FFF2-40B4-BE49-F238E27FC236}">
                <a16:creationId xmlns:a16="http://schemas.microsoft.com/office/drawing/2014/main" id="{D20DD0D4-1397-CC9B-865D-EA177F8D1B25}"/>
              </a:ext>
            </a:extLst>
          </p:cNvPr>
          <p:cNvSpPr/>
          <p:nvPr/>
        </p:nvSpPr>
        <p:spPr>
          <a:xfrm>
            <a:off x="2932650" y="8215616"/>
            <a:ext cx="4539420" cy="521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{</a:t>
            </a:r>
            <a:r>
              <a:rPr lang="en-AU" sz="2800" b="0" i="1" u="none" strike="noStrike" cap="none" dirty="0" err="1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signaturerRankShort</a:t>
            </a: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} {</a:t>
            </a:r>
            <a:r>
              <a:rPr lang="en-AU" sz="2800" b="0" i="1" u="none" strike="noStrike" cap="none" dirty="0" err="1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signaturer</a:t>
            </a: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}</a:t>
            </a:r>
            <a:endParaRPr sz="2800" b="0" i="0" u="none" strike="noStrike" cap="none" dirty="0">
              <a:solidFill>
                <a:srgbClr val="000000"/>
              </a:solidFill>
              <a:latin typeface="Brush Script MT" panose="03060802040406070304" pitchFamily="66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90123900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8832FAE1-6591-DCF3-3BBB-EF998C6666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">
            <a:extLst>
              <a:ext uri="{FF2B5EF4-FFF2-40B4-BE49-F238E27FC236}">
                <a16:creationId xmlns:a16="http://schemas.microsoft.com/office/drawing/2014/main" id="{0A531BA9-56DD-B076-0245-BBFE12BE8136}"/>
              </a:ext>
            </a:extLst>
          </p:cNvPr>
          <p:cNvSpPr/>
          <p:nvPr/>
        </p:nvSpPr>
        <p:spPr>
          <a:xfrm rot="5400000">
            <a:off x="-1500189" y="1487486"/>
            <a:ext cx="11268076" cy="8293101"/>
          </a:xfrm>
          <a:prstGeom prst="rect">
            <a:avLst/>
          </a:prstGeom>
          <a:blipFill rotWithShape="0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0000" tIns="45000" rIns="90000" bIns="45000" anchor="t" anchorCtr="1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Google Shape;102;p1">
            <a:extLst>
              <a:ext uri="{FF2B5EF4-FFF2-40B4-BE49-F238E27FC236}">
                <a16:creationId xmlns:a16="http://schemas.microsoft.com/office/drawing/2014/main" id="{4D6EE011-03DF-D60A-561B-5777E46C01F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10028" t="12535" r="10465" b="20264"/>
          <a:stretch/>
        </p:blipFill>
        <p:spPr>
          <a:xfrm rot="5400000">
            <a:off x="-1521845" y="1469005"/>
            <a:ext cx="11419340" cy="8401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103;p1">
            <a:extLst>
              <a:ext uri="{FF2B5EF4-FFF2-40B4-BE49-F238E27FC236}">
                <a16:creationId xmlns:a16="http://schemas.microsoft.com/office/drawing/2014/main" id="{357C2EB9-B6F1-C1D0-FB60-E4FBF1FDDD23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29378" y="738891"/>
            <a:ext cx="6821645" cy="9877373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105;p1">
            <a:extLst>
              <a:ext uri="{FF2B5EF4-FFF2-40B4-BE49-F238E27FC236}">
                <a16:creationId xmlns:a16="http://schemas.microsoft.com/office/drawing/2014/main" id="{342DC39A-8064-8276-5EDD-FC895E6CCDCA}"/>
              </a:ext>
            </a:extLst>
          </p:cNvPr>
          <p:cNvSpPr/>
          <p:nvPr/>
        </p:nvSpPr>
        <p:spPr>
          <a:xfrm>
            <a:off x="933609" y="3422520"/>
            <a:ext cx="6419529" cy="737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4200" b="0" i="0" u="none" strike="noStrike" cap="none" dirty="0">
                <a:solidFill>
                  <a:schemeClr val="dk1"/>
                </a:solidFill>
                <a:latin typeface="Old English Text MT" panose="03040902040508030806" pitchFamily="66" charset="0"/>
                <a:sym typeface="Arial"/>
              </a:rPr>
              <a:t>Certificate Of Promotion</a:t>
            </a:r>
            <a:endParaRPr sz="4200" b="0" i="0" u="none" strike="noStrike" cap="none" dirty="0">
              <a:solidFill>
                <a:srgbClr val="000000"/>
              </a:solidFill>
              <a:latin typeface="Old English Text MT" panose="03040902040508030806" pitchFamily="66" charset="0"/>
              <a:sym typeface="Arial"/>
            </a:endParaRPr>
          </a:p>
        </p:txBody>
      </p:sp>
      <p:sp>
        <p:nvSpPr>
          <p:cNvPr id="30" name="Google Shape;106;p1">
            <a:extLst>
              <a:ext uri="{FF2B5EF4-FFF2-40B4-BE49-F238E27FC236}">
                <a16:creationId xmlns:a16="http://schemas.microsoft.com/office/drawing/2014/main" id="{73AB2044-C66A-2783-D5FA-A2FB915CD0F7}"/>
              </a:ext>
            </a:extLst>
          </p:cNvPr>
          <p:cNvSpPr/>
          <p:nvPr/>
        </p:nvSpPr>
        <p:spPr>
          <a:xfrm>
            <a:off x="933609" y="4124520"/>
            <a:ext cx="6419529" cy="644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36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</a:t>
            </a:r>
            <a:endParaRPr sz="3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" name="Google Shape;107;p1">
            <a:extLst>
              <a:ext uri="{FF2B5EF4-FFF2-40B4-BE49-F238E27FC236}">
                <a16:creationId xmlns:a16="http://schemas.microsoft.com/office/drawing/2014/main" id="{8F3FE7AF-9ACA-58E5-F952-18D1C5C31E76}"/>
              </a:ext>
            </a:extLst>
          </p:cNvPr>
          <p:cNvCxnSpPr/>
          <p:nvPr/>
        </p:nvCxnSpPr>
        <p:spPr>
          <a:xfrm flipH="1">
            <a:off x="3722400" y="8696520"/>
            <a:ext cx="2822040" cy="792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33" name="Google Shape;109;p1">
            <a:extLst>
              <a:ext uri="{FF2B5EF4-FFF2-40B4-BE49-F238E27FC236}">
                <a16:creationId xmlns:a16="http://schemas.microsoft.com/office/drawing/2014/main" id="{921CFA5E-A332-4BF2-7185-B785EA131348}"/>
              </a:ext>
            </a:extLst>
          </p:cNvPr>
          <p:cNvSpPr/>
          <p:nvPr/>
        </p:nvSpPr>
        <p:spPr>
          <a:xfrm>
            <a:off x="933609" y="6433920"/>
            <a:ext cx="6419529" cy="583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32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110;p1">
            <a:extLst>
              <a:ext uri="{FF2B5EF4-FFF2-40B4-BE49-F238E27FC236}">
                <a16:creationId xmlns:a16="http://schemas.microsoft.com/office/drawing/2014/main" id="{79639181-C32C-8CA8-07DC-00B6C66F2C1E}"/>
              </a:ext>
            </a:extLst>
          </p:cNvPr>
          <p:cNvSpPr/>
          <p:nvPr/>
        </p:nvSpPr>
        <p:spPr>
          <a:xfrm>
            <a:off x="933609" y="7119720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the rank of </a:t>
            </a:r>
            <a:r>
              <a:rPr lang="en-AU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Air Marshal 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 effect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dateNumber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r>
              <a:rPr lang="en-GB" sz="2000" b="0" i="1" u="none" strike="noStrike" cap="none" baseline="30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{suffix}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{date}.</a:t>
            </a:r>
            <a:endParaRPr lang="en-GB"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111;p1">
            <a:extLst>
              <a:ext uri="{FF2B5EF4-FFF2-40B4-BE49-F238E27FC236}">
                <a16:creationId xmlns:a16="http://schemas.microsoft.com/office/drawing/2014/main" id="{51849F7B-B4E4-895D-3B6F-253C6C8202FD}"/>
              </a:ext>
            </a:extLst>
          </p:cNvPr>
          <p:cNvSpPr/>
          <p:nvPr/>
        </p:nvSpPr>
        <p:spPr>
          <a:xfrm>
            <a:off x="933609" y="4820400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 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has completed all necessary trainings and been deemed suitable in all areas required for promotion.</a:t>
            </a:r>
          </a:p>
        </p:txBody>
      </p:sp>
      <p:sp>
        <p:nvSpPr>
          <p:cNvPr id="37" name="Google Shape;113;p1">
            <a:extLst>
              <a:ext uri="{FF2B5EF4-FFF2-40B4-BE49-F238E27FC236}">
                <a16:creationId xmlns:a16="http://schemas.microsoft.com/office/drawing/2014/main" id="{A7861C17-7A27-442E-493B-111878CE3986}"/>
              </a:ext>
            </a:extLst>
          </p:cNvPr>
          <p:cNvSpPr/>
          <p:nvPr/>
        </p:nvSpPr>
        <p:spPr>
          <a:xfrm>
            <a:off x="2985840" y="8685000"/>
            <a:ext cx="4277880" cy="598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{signaturerRankShort} {signaturer}</a:t>
            </a:r>
            <a:br>
              <a:rPr lang="en-AU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Officer Commanding</a:t>
            </a:r>
            <a:br>
              <a:rPr lang="en-AU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Australian Special Operations Taskforce HQ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" name="Google Shape;104;p1">
            <a:extLst>
              <a:ext uri="{FF2B5EF4-FFF2-40B4-BE49-F238E27FC236}">
                <a16:creationId xmlns:a16="http://schemas.microsoft.com/office/drawing/2014/main" id="{D32FF259-169B-4DA7-5006-C398F49300D5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14400" y="8354520"/>
            <a:ext cx="1436400" cy="125244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11;p1">
            <a:extLst>
              <a:ext uri="{FF2B5EF4-FFF2-40B4-BE49-F238E27FC236}">
                <a16:creationId xmlns:a16="http://schemas.microsoft.com/office/drawing/2014/main" id="{08097ECF-0FDF-B559-69BE-48A486B0021F}"/>
              </a:ext>
            </a:extLst>
          </p:cNvPr>
          <p:cNvSpPr/>
          <p:nvPr/>
        </p:nvSpPr>
        <p:spPr>
          <a:xfrm>
            <a:off x="934292" y="5735481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algn="ctr"/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I,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signaturerRankFull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signaturer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},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Officer Commanding, Australian Special Operations Taskforce, hereby promote</a:t>
            </a:r>
            <a:endParaRPr lang="en-GB"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" name="Google Shape;1985;p104">
            <a:extLst>
              <a:ext uri="{FF2B5EF4-FFF2-40B4-BE49-F238E27FC236}">
                <a16:creationId xmlns:a16="http://schemas.microsoft.com/office/drawing/2014/main" id="{0FDF171B-4BB7-6495-EBD5-CE739BA9C300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605879" y="1348684"/>
            <a:ext cx="1070861" cy="1971357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14;p1">
            <a:extLst>
              <a:ext uri="{FF2B5EF4-FFF2-40B4-BE49-F238E27FC236}">
                <a16:creationId xmlns:a16="http://schemas.microsoft.com/office/drawing/2014/main" id="{5FD91F3C-5A78-EC6D-8FE2-D0F14C981707}"/>
              </a:ext>
            </a:extLst>
          </p:cNvPr>
          <p:cNvSpPr/>
          <p:nvPr/>
        </p:nvSpPr>
        <p:spPr>
          <a:xfrm>
            <a:off x="2932650" y="8215616"/>
            <a:ext cx="4539420" cy="521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{</a:t>
            </a:r>
            <a:r>
              <a:rPr lang="en-AU" sz="2800" b="0" i="1" u="none" strike="noStrike" cap="none" dirty="0" err="1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signaturerRankShort</a:t>
            </a: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} {</a:t>
            </a:r>
            <a:r>
              <a:rPr lang="en-AU" sz="2800" b="0" i="1" u="none" strike="noStrike" cap="none" dirty="0" err="1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signaturer</a:t>
            </a: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}</a:t>
            </a:r>
            <a:endParaRPr sz="2800" b="0" i="0" u="none" strike="noStrike" cap="none" dirty="0">
              <a:solidFill>
                <a:srgbClr val="000000"/>
              </a:solidFill>
              <a:latin typeface="Brush Script MT" panose="03060802040406070304" pitchFamily="66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65824746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2A98EDA4-E40F-505E-2079-4F869AD8EF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">
            <a:extLst>
              <a:ext uri="{FF2B5EF4-FFF2-40B4-BE49-F238E27FC236}">
                <a16:creationId xmlns:a16="http://schemas.microsoft.com/office/drawing/2014/main" id="{9C4D65A4-4628-6000-621B-E63AED1898E9}"/>
              </a:ext>
            </a:extLst>
          </p:cNvPr>
          <p:cNvSpPr/>
          <p:nvPr/>
        </p:nvSpPr>
        <p:spPr>
          <a:xfrm rot="5400000">
            <a:off x="-1500189" y="1487486"/>
            <a:ext cx="11268076" cy="8293101"/>
          </a:xfrm>
          <a:prstGeom prst="rect">
            <a:avLst/>
          </a:prstGeom>
          <a:blipFill rotWithShape="0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0000" tIns="45000" rIns="90000" bIns="45000" anchor="t" anchorCtr="1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Google Shape;102;p1">
            <a:extLst>
              <a:ext uri="{FF2B5EF4-FFF2-40B4-BE49-F238E27FC236}">
                <a16:creationId xmlns:a16="http://schemas.microsoft.com/office/drawing/2014/main" id="{909BE37C-E8C8-57D6-6200-BCF1D8EB9AB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10028" t="12535" r="10465" b="20264"/>
          <a:stretch/>
        </p:blipFill>
        <p:spPr>
          <a:xfrm rot="5400000">
            <a:off x="-1521845" y="1469005"/>
            <a:ext cx="11419340" cy="8401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103;p1">
            <a:extLst>
              <a:ext uri="{FF2B5EF4-FFF2-40B4-BE49-F238E27FC236}">
                <a16:creationId xmlns:a16="http://schemas.microsoft.com/office/drawing/2014/main" id="{86D2C69B-85D0-117B-CC3E-27E6A9E18BD0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29378" y="738891"/>
            <a:ext cx="6821645" cy="9877373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105;p1">
            <a:extLst>
              <a:ext uri="{FF2B5EF4-FFF2-40B4-BE49-F238E27FC236}">
                <a16:creationId xmlns:a16="http://schemas.microsoft.com/office/drawing/2014/main" id="{47582435-8D47-C5E0-9AB1-546125D03480}"/>
              </a:ext>
            </a:extLst>
          </p:cNvPr>
          <p:cNvSpPr/>
          <p:nvPr/>
        </p:nvSpPr>
        <p:spPr>
          <a:xfrm>
            <a:off x="933609" y="3422520"/>
            <a:ext cx="6419529" cy="737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4200" b="0" i="0" u="none" strike="noStrike" cap="none" dirty="0">
                <a:solidFill>
                  <a:schemeClr val="dk1"/>
                </a:solidFill>
                <a:latin typeface="Old English Text MT" panose="03040902040508030806" pitchFamily="66" charset="0"/>
                <a:sym typeface="Arial"/>
              </a:rPr>
              <a:t>Certificate Of Promotion</a:t>
            </a:r>
            <a:endParaRPr sz="4200" b="0" i="0" u="none" strike="noStrike" cap="none" dirty="0">
              <a:solidFill>
                <a:srgbClr val="000000"/>
              </a:solidFill>
              <a:latin typeface="Old English Text MT" panose="03040902040508030806" pitchFamily="66" charset="0"/>
              <a:sym typeface="Arial"/>
            </a:endParaRPr>
          </a:p>
        </p:txBody>
      </p:sp>
      <p:sp>
        <p:nvSpPr>
          <p:cNvPr id="30" name="Google Shape;106;p1">
            <a:extLst>
              <a:ext uri="{FF2B5EF4-FFF2-40B4-BE49-F238E27FC236}">
                <a16:creationId xmlns:a16="http://schemas.microsoft.com/office/drawing/2014/main" id="{BBA880F1-CB15-9B66-2549-5B1B495FB015}"/>
              </a:ext>
            </a:extLst>
          </p:cNvPr>
          <p:cNvSpPr/>
          <p:nvPr/>
        </p:nvSpPr>
        <p:spPr>
          <a:xfrm>
            <a:off x="933609" y="4124520"/>
            <a:ext cx="6419529" cy="644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36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</a:t>
            </a:r>
            <a:endParaRPr sz="3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" name="Google Shape;107;p1">
            <a:extLst>
              <a:ext uri="{FF2B5EF4-FFF2-40B4-BE49-F238E27FC236}">
                <a16:creationId xmlns:a16="http://schemas.microsoft.com/office/drawing/2014/main" id="{71A1464C-7370-E459-9603-210511300726}"/>
              </a:ext>
            </a:extLst>
          </p:cNvPr>
          <p:cNvCxnSpPr/>
          <p:nvPr/>
        </p:nvCxnSpPr>
        <p:spPr>
          <a:xfrm flipH="1">
            <a:off x="3722400" y="8696520"/>
            <a:ext cx="2822040" cy="792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33" name="Google Shape;109;p1">
            <a:extLst>
              <a:ext uri="{FF2B5EF4-FFF2-40B4-BE49-F238E27FC236}">
                <a16:creationId xmlns:a16="http://schemas.microsoft.com/office/drawing/2014/main" id="{D1440214-2F80-D5AF-76D6-334454A15694}"/>
              </a:ext>
            </a:extLst>
          </p:cNvPr>
          <p:cNvSpPr/>
          <p:nvPr/>
        </p:nvSpPr>
        <p:spPr>
          <a:xfrm>
            <a:off x="933609" y="6433920"/>
            <a:ext cx="6419529" cy="583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32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110;p1">
            <a:extLst>
              <a:ext uri="{FF2B5EF4-FFF2-40B4-BE49-F238E27FC236}">
                <a16:creationId xmlns:a16="http://schemas.microsoft.com/office/drawing/2014/main" id="{765DE5E5-47EA-A953-18DC-CCEF8F073456}"/>
              </a:ext>
            </a:extLst>
          </p:cNvPr>
          <p:cNvSpPr/>
          <p:nvPr/>
        </p:nvSpPr>
        <p:spPr>
          <a:xfrm>
            <a:off x="933609" y="7119720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the rank of </a:t>
            </a:r>
            <a:r>
              <a:rPr lang="en-AU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Air Chief Marshal 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 effect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dateNumber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r>
              <a:rPr lang="en-GB" sz="2000" b="0" i="1" u="none" strike="noStrike" cap="none" baseline="30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{suffix}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{date}.</a:t>
            </a:r>
            <a:endParaRPr lang="en-GB"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111;p1">
            <a:extLst>
              <a:ext uri="{FF2B5EF4-FFF2-40B4-BE49-F238E27FC236}">
                <a16:creationId xmlns:a16="http://schemas.microsoft.com/office/drawing/2014/main" id="{4A0025C7-D675-314E-1B09-70B0D5387882}"/>
              </a:ext>
            </a:extLst>
          </p:cNvPr>
          <p:cNvSpPr/>
          <p:nvPr/>
        </p:nvSpPr>
        <p:spPr>
          <a:xfrm>
            <a:off x="933609" y="4820400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 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has completed all necessary trainings and been deemed suitable in all areas required for promotion.</a:t>
            </a:r>
          </a:p>
        </p:txBody>
      </p:sp>
      <p:sp>
        <p:nvSpPr>
          <p:cNvPr id="37" name="Google Shape;113;p1">
            <a:extLst>
              <a:ext uri="{FF2B5EF4-FFF2-40B4-BE49-F238E27FC236}">
                <a16:creationId xmlns:a16="http://schemas.microsoft.com/office/drawing/2014/main" id="{2D20FC9E-4089-672B-E983-9B11EAF02C19}"/>
              </a:ext>
            </a:extLst>
          </p:cNvPr>
          <p:cNvSpPr/>
          <p:nvPr/>
        </p:nvSpPr>
        <p:spPr>
          <a:xfrm>
            <a:off x="2985840" y="8685000"/>
            <a:ext cx="4277880" cy="598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{signaturerRankShort} {signaturer}</a:t>
            </a:r>
            <a:br>
              <a:rPr lang="en-AU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Officer Commanding</a:t>
            </a:r>
            <a:br>
              <a:rPr lang="en-AU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Australian Special Operations Taskforce HQ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" name="Google Shape;104;p1">
            <a:extLst>
              <a:ext uri="{FF2B5EF4-FFF2-40B4-BE49-F238E27FC236}">
                <a16:creationId xmlns:a16="http://schemas.microsoft.com/office/drawing/2014/main" id="{096A07B7-9D47-10BB-9C2D-0882087AB1A3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14400" y="8354520"/>
            <a:ext cx="1436400" cy="125244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11;p1">
            <a:extLst>
              <a:ext uri="{FF2B5EF4-FFF2-40B4-BE49-F238E27FC236}">
                <a16:creationId xmlns:a16="http://schemas.microsoft.com/office/drawing/2014/main" id="{166383F5-F13E-82F0-6C4B-03DB938575A0}"/>
              </a:ext>
            </a:extLst>
          </p:cNvPr>
          <p:cNvSpPr/>
          <p:nvPr/>
        </p:nvSpPr>
        <p:spPr>
          <a:xfrm>
            <a:off x="934292" y="5735481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algn="ctr"/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I,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signaturerRankFull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signaturer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},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Officer Commanding, Australian Special Operations Taskforce, hereby promote</a:t>
            </a:r>
            <a:endParaRPr lang="en-GB"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" name="Google Shape;2003;p105">
            <a:extLst>
              <a:ext uri="{FF2B5EF4-FFF2-40B4-BE49-F238E27FC236}">
                <a16:creationId xmlns:a16="http://schemas.microsoft.com/office/drawing/2014/main" id="{400336A6-CAAB-493E-A677-F944C1BDBE36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603660" y="1344594"/>
            <a:ext cx="1073081" cy="1975447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14;p1">
            <a:extLst>
              <a:ext uri="{FF2B5EF4-FFF2-40B4-BE49-F238E27FC236}">
                <a16:creationId xmlns:a16="http://schemas.microsoft.com/office/drawing/2014/main" id="{1D1A4632-3D18-BEB1-FDD4-A34D628A0547}"/>
              </a:ext>
            </a:extLst>
          </p:cNvPr>
          <p:cNvSpPr/>
          <p:nvPr/>
        </p:nvSpPr>
        <p:spPr>
          <a:xfrm>
            <a:off x="2932650" y="8215616"/>
            <a:ext cx="4539420" cy="521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{</a:t>
            </a:r>
            <a:r>
              <a:rPr lang="en-AU" sz="2800" b="0" i="1" u="none" strike="noStrike" cap="none" dirty="0" err="1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signaturerRankShort</a:t>
            </a: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} {</a:t>
            </a:r>
            <a:r>
              <a:rPr lang="en-AU" sz="2800" b="0" i="1" u="none" strike="noStrike" cap="none" dirty="0" err="1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signaturer</a:t>
            </a: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}</a:t>
            </a:r>
            <a:endParaRPr sz="2800" b="0" i="0" u="none" strike="noStrike" cap="none" dirty="0">
              <a:solidFill>
                <a:srgbClr val="000000"/>
              </a:solidFill>
              <a:latin typeface="Brush Script MT" panose="03060802040406070304" pitchFamily="66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10634584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3292359A-F353-333F-114D-68EA9AF96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">
            <a:extLst>
              <a:ext uri="{FF2B5EF4-FFF2-40B4-BE49-F238E27FC236}">
                <a16:creationId xmlns:a16="http://schemas.microsoft.com/office/drawing/2014/main" id="{B8F569B3-30EF-73F0-E724-FE8A6926A98D}"/>
              </a:ext>
            </a:extLst>
          </p:cNvPr>
          <p:cNvSpPr/>
          <p:nvPr/>
        </p:nvSpPr>
        <p:spPr>
          <a:xfrm rot="5400000">
            <a:off x="-1500189" y="1487486"/>
            <a:ext cx="11268076" cy="8293101"/>
          </a:xfrm>
          <a:prstGeom prst="rect">
            <a:avLst/>
          </a:prstGeom>
          <a:blipFill rotWithShape="0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0000" tIns="45000" rIns="90000" bIns="45000" anchor="t" anchorCtr="1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Google Shape;102;p1">
            <a:extLst>
              <a:ext uri="{FF2B5EF4-FFF2-40B4-BE49-F238E27FC236}">
                <a16:creationId xmlns:a16="http://schemas.microsoft.com/office/drawing/2014/main" id="{64B381F1-2E89-44EC-E61C-169CB759716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10028" t="12535" r="10465" b="20264"/>
          <a:stretch/>
        </p:blipFill>
        <p:spPr>
          <a:xfrm rot="5400000">
            <a:off x="-1521845" y="1469005"/>
            <a:ext cx="11419340" cy="8401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103;p1">
            <a:extLst>
              <a:ext uri="{FF2B5EF4-FFF2-40B4-BE49-F238E27FC236}">
                <a16:creationId xmlns:a16="http://schemas.microsoft.com/office/drawing/2014/main" id="{3CE2826E-C2B6-3008-3890-5F366C184A09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29378" y="738891"/>
            <a:ext cx="6821645" cy="9877373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105;p1">
            <a:extLst>
              <a:ext uri="{FF2B5EF4-FFF2-40B4-BE49-F238E27FC236}">
                <a16:creationId xmlns:a16="http://schemas.microsoft.com/office/drawing/2014/main" id="{A4BA804E-8454-2946-77F4-11A735BE8027}"/>
              </a:ext>
            </a:extLst>
          </p:cNvPr>
          <p:cNvSpPr/>
          <p:nvPr/>
        </p:nvSpPr>
        <p:spPr>
          <a:xfrm>
            <a:off x="933609" y="3422520"/>
            <a:ext cx="6419529" cy="737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4200" b="0" i="0" u="none" strike="noStrike" cap="none" dirty="0">
                <a:solidFill>
                  <a:schemeClr val="dk1"/>
                </a:solidFill>
                <a:latin typeface="Old English Text MT" panose="03040902040508030806" pitchFamily="66" charset="0"/>
                <a:sym typeface="Arial"/>
              </a:rPr>
              <a:t>Certificate Of Promotion</a:t>
            </a:r>
            <a:endParaRPr sz="4200" b="0" i="0" u="none" strike="noStrike" cap="none" dirty="0">
              <a:solidFill>
                <a:srgbClr val="000000"/>
              </a:solidFill>
              <a:latin typeface="Old English Text MT" panose="03040902040508030806" pitchFamily="66" charset="0"/>
              <a:sym typeface="Arial"/>
            </a:endParaRPr>
          </a:p>
        </p:txBody>
      </p:sp>
      <p:sp>
        <p:nvSpPr>
          <p:cNvPr id="30" name="Google Shape;106;p1">
            <a:extLst>
              <a:ext uri="{FF2B5EF4-FFF2-40B4-BE49-F238E27FC236}">
                <a16:creationId xmlns:a16="http://schemas.microsoft.com/office/drawing/2014/main" id="{C80A3F83-D175-C8AB-53AD-636CB2FF0210}"/>
              </a:ext>
            </a:extLst>
          </p:cNvPr>
          <p:cNvSpPr/>
          <p:nvPr/>
        </p:nvSpPr>
        <p:spPr>
          <a:xfrm>
            <a:off x="933609" y="4124520"/>
            <a:ext cx="6419529" cy="644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36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</a:t>
            </a:r>
            <a:endParaRPr sz="3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" name="Google Shape;107;p1">
            <a:extLst>
              <a:ext uri="{FF2B5EF4-FFF2-40B4-BE49-F238E27FC236}">
                <a16:creationId xmlns:a16="http://schemas.microsoft.com/office/drawing/2014/main" id="{A6E7D416-1AA4-40F9-5A44-E05E6D6651AE}"/>
              </a:ext>
            </a:extLst>
          </p:cNvPr>
          <p:cNvCxnSpPr/>
          <p:nvPr/>
        </p:nvCxnSpPr>
        <p:spPr>
          <a:xfrm flipH="1">
            <a:off x="3722400" y="8696520"/>
            <a:ext cx="2822040" cy="792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33" name="Google Shape;109;p1">
            <a:extLst>
              <a:ext uri="{FF2B5EF4-FFF2-40B4-BE49-F238E27FC236}">
                <a16:creationId xmlns:a16="http://schemas.microsoft.com/office/drawing/2014/main" id="{7346CBF6-3F10-ADFE-F888-C22AB99E6DA2}"/>
              </a:ext>
            </a:extLst>
          </p:cNvPr>
          <p:cNvSpPr/>
          <p:nvPr/>
        </p:nvSpPr>
        <p:spPr>
          <a:xfrm>
            <a:off x="933609" y="6433920"/>
            <a:ext cx="6419529" cy="583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32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110;p1">
            <a:extLst>
              <a:ext uri="{FF2B5EF4-FFF2-40B4-BE49-F238E27FC236}">
                <a16:creationId xmlns:a16="http://schemas.microsoft.com/office/drawing/2014/main" id="{66BB226B-00C3-AF0C-0FC3-8B458AECF0A0}"/>
              </a:ext>
            </a:extLst>
          </p:cNvPr>
          <p:cNvSpPr/>
          <p:nvPr/>
        </p:nvSpPr>
        <p:spPr>
          <a:xfrm>
            <a:off x="933609" y="7119720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the rank of </a:t>
            </a:r>
            <a:r>
              <a:rPr lang="en-AU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Senior Air Chief Marshal 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 effect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dateNumber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r>
              <a:rPr lang="en-GB" sz="2000" b="0" i="1" u="none" strike="noStrike" cap="none" baseline="30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{suffix}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{date}.</a:t>
            </a:r>
            <a:endParaRPr lang="en-GB"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111;p1">
            <a:extLst>
              <a:ext uri="{FF2B5EF4-FFF2-40B4-BE49-F238E27FC236}">
                <a16:creationId xmlns:a16="http://schemas.microsoft.com/office/drawing/2014/main" id="{3867BD6D-AD18-A6EC-0BD3-2E9A1FC29C69}"/>
              </a:ext>
            </a:extLst>
          </p:cNvPr>
          <p:cNvSpPr/>
          <p:nvPr/>
        </p:nvSpPr>
        <p:spPr>
          <a:xfrm>
            <a:off x="933609" y="4820400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 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has completed all necessary trainings and been deemed suitable in all areas required for promotion.</a:t>
            </a:r>
          </a:p>
        </p:txBody>
      </p:sp>
      <p:sp>
        <p:nvSpPr>
          <p:cNvPr id="37" name="Google Shape;113;p1">
            <a:extLst>
              <a:ext uri="{FF2B5EF4-FFF2-40B4-BE49-F238E27FC236}">
                <a16:creationId xmlns:a16="http://schemas.microsoft.com/office/drawing/2014/main" id="{37162122-6E7B-E292-688B-CCD97C9DCD6F}"/>
              </a:ext>
            </a:extLst>
          </p:cNvPr>
          <p:cNvSpPr/>
          <p:nvPr/>
        </p:nvSpPr>
        <p:spPr>
          <a:xfrm>
            <a:off x="2985840" y="8685000"/>
            <a:ext cx="4277880" cy="598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{signaturerRankShort} {signaturer}</a:t>
            </a:r>
            <a:br>
              <a:rPr lang="en-AU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Officer Commanding</a:t>
            </a:r>
            <a:br>
              <a:rPr lang="en-AU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Australian Special Operations Taskforce HQ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" name="Google Shape;104;p1">
            <a:extLst>
              <a:ext uri="{FF2B5EF4-FFF2-40B4-BE49-F238E27FC236}">
                <a16:creationId xmlns:a16="http://schemas.microsoft.com/office/drawing/2014/main" id="{ED663A7A-D672-5A6B-943F-48F0DCB163FD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14400" y="8354520"/>
            <a:ext cx="1436400" cy="125244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11;p1">
            <a:extLst>
              <a:ext uri="{FF2B5EF4-FFF2-40B4-BE49-F238E27FC236}">
                <a16:creationId xmlns:a16="http://schemas.microsoft.com/office/drawing/2014/main" id="{BF3D6F32-8FE0-544A-B8FF-4BEB7C1D416C}"/>
              </a:ext>
            </a:extLst>
          </p:cNvPr>
          <p:cNvSpPr/>
          <p:nvPr/>
        </p:nvSpPr>
        <p:spPr>
          <a:xfrm>
            <a:off x="934292" y="5735481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algn="ctr"/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I,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signaturerRankFull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signaturer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},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Officer Commanding, Australian Special Operations Taskforce, hereby promote</a:t>
            </a:r>
            <a:endParaRPr lang="en-GB"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" name="Google Shape;2021;p106">
            <a:extLst>
              <a:ext uri="{FF2B5EF4-FFF2-40B4-BE49-F238E27FC236}">
                <a16:creationId xmlns:a16="http://schemas.microsoft.com/office/drawing/2014/main" id="{CAAFF735-8BA7-F3E1-001C-E5E6065ED86F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603657" y="1344594"/>
            <a:ext cx="1073083" cy="1975447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14;p1">
            <a:extLst>
              <a:ext uri="{FF2B5EF4-FFF2-40B4-BE49-F238E27FC236}">
                <a16:creationId xmlns:a16="http://schemas.microsoft.com/office/drawing/2014/main" id="{586790F7-66D8-2725-623E-561E24D05129}"/>
              </a:ext>
            </a:extLst>
          </p:cNvPr>
          <p:cNvSpPr/>
          <p:nvPr/>
        </p:nvSpPr>
        <p:spPr>
          <a:xfrm>
            <a:off x="2932650" y="8215616"/>
            <a:ext cx="4539420" cy="521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{</a:t>
            </a:r>
            <a:r>
              <a:rPr lang="en-AU" sz="2800" b="0" i="1" u="none" strike="noStrike" cap="none" dirty="0" err="1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signaturerRankShort</a:t>
            </a: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} {</a:t>
            </a:r>
            <a:r>
              <a:rPr lang="en-AU" sz="2800" b="0" i="1" u="none" strike="noStrike" cap="none" dirty="0" err="1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signaturer</a:t>
            </a: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}</a:t>
            </a:r>
            <a:endParaRPr sz="2800" b="0" i="0" u="none" strike="noStrike" cap="none" dirty="0">
              <a:solidFill>
                <a:srgbClr val="000000"/>
              </a:solidFill>
              <a:latin typeface="Brush Script MT" panose="03060802040406070304" pitchFamily="66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01238536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E2759EF2-766E-6FCE-1AEF-D8016B3FC4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">
            <a:extLst>
              <a:ext uri="{FF2B5EF4-FFF2-40B4-BE49-F238E27FC236}">
                <a16:creationId xmlns:a16="http://schemas.microsoft.com/office/drawing/2014/main" id="{B2B8A502-12C1-BF82-8797-29B88699CB3C}"/>
              </a:ext>
            </a:extLst>
          </p:cNvPr>
          <p:cNvSpPr/>
          <p:nvPr/>
        </p:nvSpPr>
        <p:spPr>
          <a:xfrm rot="5400000">
            <a:off x="-1500189" y="1487486"/>
            <a:ext cx="11268076" cy="8293101"/>
          </a:xfrm>
          <a:prstGeom prst="rect">
            <a:avLst/>
          </a:prstGeom>
          <a:blipFill rotWithShape="0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0000" tIns="45000" rIns="90000" bIns="45000" anchor="t" anchorCtr="1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Google Shape;102;p1">
            <a:extLst>
              <a:ext uri="{FF2B5EF4-FFF2-40B4-BE49-F238E27FC236}">
                <a16:creationId xmlns:a16="http://schemas.microsoft.com/office/drawing/2014/main" id="{4E329E7A-2B08-EB72-304C-33B4087FB88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10028" t="12535" r="10465" b="20264"/>
          <a:stretch/>
        </p:blipFill>
        <p:spPr>
          <a:xfrm rot="5400000">
            <a:off x="-1521845" y="1469005"/>
            <a:ext cx="11419340" cy="8401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103;p1">
            <a:extLst>
              <a:ext uri="{FF2B5EF4-FFF2-40B4-BE49-F238E27FC236}">
                <a16:creationId xmlns:a16="http://schemas.microsoft.com/office/drawing/2014/main" id="{4D33C8C6-A2C0-499C-FA8D-752C63D13C05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29378" y="738891"/>
            <a:ext cx="6821645" cy="9877373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105;p1">
            <a:extLst>
              <a:ext uri="{FF2B5EF4-FFF2-40B4-BE49-F238E27FC236}">
                <a16:creationId xmlns:a16="http://schemas.microsoft.com/office/drawing/2014/main" id="{1AA2E628-EDC5-BF2B-D23C-C0536E42BC0D}"/>
              </a:ext>
            </a:extLst>
          </p:cNvPr>
          <p:cNvSpPr/>
          <p:nvPr/>
        </p:nvSpPr>
        <p:spPr>
          <a:xfrm>
            <a:off x="933609" y="3422520"/>
            <a:ext cx="6419529" cy="737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4200" b="0" i="0" u="none" strike="noStrike" cap="none" dirty="0">
                <a:solidFill>
                  <a:schemeClr val="dk1"/>
                </a:solidFill>
                <a:latin typeface="Old English Text MT" panose="03040902040508030806" pitchFamily="66" charset="0"/>
                <a:sym typeface="Arial"/>
              </a:rPr>
              <a:t>Certificate Of Promotion</a:t>
            </a:r>
            <a:endParaRPr sz="4200" b="0" i="0" u="none" strike="noStrike" cap="none" dirty="0">
              <a:solidFill>
                <a:srgbClr val="000000"/>
              </a:solidFill>
              <a:latin typeface="Old English Text MT" panose="03040902040508030806" pitchFamily="66" charset="0"/>
              <a:sym typeface="Arial"/>
            </a:endParaRPr>
          </a:p>
        </p:txBody>
      </p:sp>
      <p:sp>
        <p:nvSpPr>
          <p:cNvPr id="30" name="Google Shape;106;p1">
            <a:extLst>
              <a:ext uri="{FF2B5EF4-FFF2-40B4-BE49-F238E27FC236}">
                <a16:creationId xmlns:a16="http://schemas.microsoft.com/office/drawing/2014/main" id="{6EA6E128-7D5C-BADC-656B-5BABD2998286}"/>
              </a:ext>
            </a:extLst>
          </p:cNvPr>
          <p:cNvSpPr/>
          <p:nvPr/>
        </p:nvSpPr>
        <p:spPr>
          <a:xfrm>
            <a:off x="933609" y="4124520"/>
            <a:ext cx="6419529" cy="644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36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</a:t>
            </a:r>
            <a:endParaRPr sz="3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" name="Google Shape;107;p1">
            <a:extLst>
              <a:ext uri="{FF2B5EF4-FFF2-40B4-BE49-F238E27FC236}">
                <a16:creationId xmlns:a16="http://schemas.microsoft.com/office/drawing/2014/main" id="{6FA256DE-6A76-3FE4-627D-61FE665FD142}"/>
              </a:ext>
            </a:extLst>
          </p:cNvPr>
          <p:cNvCxnSpPr/>
          <p:nvPr/>
        </p:nvCxnSpPr>
        <p:spPr>
          <a:xfrm flipH="1">
            <a:off x="3722400" y="8696520"/>
            <a:ext cx="2822040" cy="792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33" name="Google Shape;109;p1">
            <a:extLst>
              <a:ext uri="{FF2B5EF4-FFF2-40B4-BE49-F238E27FC236}">
                <a16:creationId xmlns:a16="http://schemas.microsoft.com/office/drawing/2014/main" id="{D614E287-4624-2AAE-C469-B9ED45D14028}"/>
              </a:ext>
            </a:extLst>
          </p:cNvPr>
          <p:cNvSpPr/>
          <p:nvPr/>
        </p:nvSpPr>
        <p:spPr>
          <a:xfrm>
            <a:off x="933609" y="6433920"/>
            <a:ext cx="6419529" cy="583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32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110;p1">
            <a:extLst>
              <a:ext uri="{FF2B5EF4-FFF2-40B4-BE49-F238E27FC236}">
                <a16:creationId xmlns:a16="http://schemas.microsoft.com/office/drawing/2014/main" id="{919C25E8-3FA9-BD4D-A8DB-DDDD2736B72C}"/>
              </a:ext>
            </a:extLst>
          </p:cNvPr>
          <p:cNvSpPr/>
          <p:nvPr/>
        </p:nvSpPr>
        <p:spPr>
          <a:xfrm>
            <a:off x="933609" y="7119720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the rank of </a:t>
            </a:r>
            <a:r>
              <a:rPr lang="en-AU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Signaller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 effect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dateNumber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r>
              <a:rPr lang="en-GB" sz="2000" b="0" i="1" u="none" strike="noStrike" cap="none" baseline="30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{suffix}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{date}.</a:t>
            </a:r>
            <a:endParaRPr lang="en-GB"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111;p1">
            <a:extLst>
              <a:ext uri="{FF2B5EF4-FFF2-40B4-BE49-F238E27FC236}">
                <a16:creationId xmlns:a16="http://schemas.microsoft.com/office/drawing/2014/main" id="{F65FE4FD-49C1-3C37-0519-AF10DDC3DFF6}"/>
              </a:ext>
            </a:extLst>
          </p:cNvPr>
          <p:cNvSpPr/>
          <p:nvPr/>
        </p:nvSpPr>
        <p:spPr>
          <a:xfrm>
            <a:off x="933609" y="4820400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 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has completed all necessary trainings and been deemed suitable in all areas required for promotion.</a:t>
            </a:r>
          </a:p>
        </p:txBody>
      </p:sp>
      <p:sp>
        <p:nvSpPr>
          <p:cNvPr id="37" name="Google Shape;113;p1">
            <a:extLst>
              <a:ext uri="{FF2B5EF4-FFF2-40B4-BE49-F238E27FC236}">
                <a16:creationId xmlns:a16="http://schemas.microsoft.com/office/drawing/2014/main" id="{8553B645-53E2-724A-CB4A-390CD55D7599}"/>
              </a:ext>
            </a:extLst>
          </p:cNvPr>
          <p:cNvSpPr/>
          <p:nvPr/>
        </p:nvSpPr>
        <p:spPr>
          <a:xfrm>
            <a:off x="2985840" y="8685000"/>
            <a:ext cx="4277880" cy="598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{signaturerRankShort} {signaturer}</a:t>
            </a:r>
            <a:br>
              <a:rPr lang="en-AU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Officer Commanding</a:t>
            </a:r>
            <a:br>
              <a:rPr lang="en-AU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Australian Special Operations Taskforce HQ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" name="Google Shape;104;p1">
            <a:extLst>
              <a:ext uri="{FF2B5EF4-FFF2-40B4-BE49-F238E27FC236}">
                <a16:creationId xmlns:a16="http://schemas.microsoft.com/office/drawing/2014/main" id="{DDD257E0-EEEF-C14B-4EBE-5AE3DF88073F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14400" y="8354520"/>
            <a:ext cx="1436400" cy="125244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11;p1">
            <a:extLst>
              <a:ext uri="{FF2B5EF4-FFF2-40B4-BE49-F238E27FC236}">
                <a16:creationId xmlns:a16="http://schemas.microsoft.com/office/drawing/2014/main" id="{3243331A-12E9-FEEB-CB6D-15851A69DFAB}"/>
              </a:ext>
            </a:extLst>
          </p:cNvPr>
          <p:cNvSpPr/>
          <p:nvPr/>
        </p:nvSpPr>
        <p:spPr>
          <a:xfrm>
            <a:off x="934292" y="5735481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algn="ctr"/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I,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signaturerRankFull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signaturer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},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Officer Commanding, Australian Special Operations Taskforce, hereby promote</a:t>
            </a:r>
            <a:endParaRPr lang="en-GB"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Google Shape;112;p1">
            <a:extLst>
              <a:ext uri="{FF2B5EF4-FFF2-40B4-BE49-F238E27FC236}">
                <a16:creationId xmlns:a16="http://schemas.microsoft.com/office/drawing/2014/main" id="{474EE5C7-E2D8-0E08-FC56-195E9FCCC08C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001715" y="1602206"/>
            <a:ext cx="2279880" cy="159948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14;p1">
            <a:extLst>
              <a:ext uri="{FF2B5EF4-FFF2-40B4-BE49-F238E27FC236}">
                <a16:creationId xmlns:a16="http://schemas.microsoft.com/office/drawing/2014/main" id="{97A5BDAA-FDA4-F230-BF70-C09F5692E690}"/>
              </a:ext>
            </a:extLst>
          </p:cNvPr>
          <p:cNvSpPr/>
          <p:nvPr/>
        </p:nvSpPr>
        <p:spPr>
          <a:xfrm>
            <a:off x="2932650" y="8215616"/>
            <a:ext cx="4539420" cy="521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{</a:t>
            </a:r>
            <a:r>
              <a:rPr lang="en-AU" sz="2800" b="0" i="1" u="none" strike="noStrike" cap="none" dirty="0" err="1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signaturerRankShort</a:t>
            </a: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} {</a:t>
            </a:r>
            <a:r>
              <a:rPr lang="en-AU" sz="2800" b="0" i="1" u="none" strike="noStrike" cap="none" dirty="0" err="1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signaturer</a:t>
            </a: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}</a:t>
            </a:r>
            <a:endParaRPr sz="2800" b="0" i="0" u="none" strike="noStrike" cap="none" dirty="0">
              <a:solidFill>
                <a:srgbClr val="000000"/>
              </a:solidFill>
              <a:latin typeface="Brush Script MT" panose="03060802040406070304" pitchFamily="66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97827319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A95DA3ED-8E5A-AAA3-1C4C-8884B141F9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">
            <a:extLst>
              <a:ext uri="{FF2B5EF4-FFF2-40B4-BE49-F238E27FC236}">
                <a16:creationId xmlns:a16="http://schemas.microsoft.com/office/drawing/2014/main" id="{70355286-0898-EDDF-F168-D689C722ED9A}"/>
              </a:ext>
            </a:extLst>
          </p:cNvPr>
          <p:cNvSpPr/>
          <p:nvPr/>
        </p:nvSpPr>
        <p:spPr>
          <a:xfrm rot="5400000">
            <a:off x="-1500189" y="1487486"/>
            <a:ext cx="11268076" cy="8293101"/>
          </a:xfrm>
          <a:prstGeom prst="rect">
            <a:avLst/>
          </a:prstGeom>
          <a:blipFill rotWithShape="0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0000" tIns="45000" rIns="90000" bIns="45000" anchor="t" anchorCtr="1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Google Shape;102;p1">
            <a:extLst>
              <a:ext uri="{FF2B5EF4-FFF2-40B4-BE49-F238E27FC236}">
                <a16:creationId xmlns:a16="http://schemas.microsoft.com/office/drawing/2014/main" id="{F31DC959-2A10-3C42-9F7C-809A7234E70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10028" t="12535" r="10465" b="20264"/>
          <a:stretch/>
        </p:blipFill>
        <p:spPr>
          <a:xfrm rot="5400000">
            <a:off x="-1521845" y="1469005"/>
            <a:ext cx="11419340" cy="8401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103;p1">
            <a:extLst>
              <a:ext uri="{FF2B5EF4-FFF2-40B4-BE49-F238E27FC236}">
                <a16:creationId xmlns:a16="http://schemas.microsoft.com/office/drawing/2014/main" id="{0E23D776-78E1-40F7-6208-EB668ECBBC2D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29378" y="738891"/>
            <a:ext cx="6821645" cy="9877373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105;p1">
            <a:extLst>
              <a:ext uri="{FF2B5EF4-FFF2-40B4-BE49-F238E27FC236}">
                <a16:creationId xmlns:a16="http://schemas.microsoft.com/office/drawing/2014/main" id="{221709B2-ECEA-21AC-C82E-52A2E9D0DA5F}"/>
              </a:ext>
            </a:extLst>
          </p:cNvPr>
          <p:cNvSpPr/>
          <p:nvPr/>
        </p:nvSpPr>
        <p:spPr>
          <a:xfrm>
            <a:off x="933609" y="3422520"/>
            <a:ext cx="6419529" cy="737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4200" b="0" i="0" u="none" strike="noStrike" cap="none" dirty="0">
                <a:solidFill>
                  <a:schemeClr val="dk1"/>
                </a:solidFill>
                <a:latin typeface="Old English Text MT" panose="03040902040508030806" pitchFamily="66" charset="0"/>
                <a:sym typeface="Arial"/>
              </a:rPr>
              <a:t>Certificate Of Promotion</a:t>
            </a:r>
            <a:endParaRPr sz="4200" b="0" i="0" u="none" strike="noStrike" cap="none" dirty="0">
              <a:solidFill>
                <a:srgbClr val="000000"/>
              </a:solidFill>
              <a:latin typeface="Old English Text MT" panose="03040902040508030806" pitchFamily="66" charset="0"/>
              <a:sym typeface="Arial"/>
            </a:endParaRPr>
          </a:p>
        </p:txBody>
      </p:sp>
      <p:sp>
        <p:nvSpPr>
          <p:cNvPr id="30" name="Google Shape;106;p1">
            <a:extLst>
              <a:ext uri="{FF2B5EF4-FFF2-40B4-BE49-F238E27FC236}">
                <a16:creationId xmlns:a16="http://schemas.microsoft.com/office/drawing/2014/main" id="{D4DF95E5-62C6-2846-D306-4B2AC8CD8746}"/>
              </a:ext>
            </a:extLst>
          </p:cNvPr>
          <p:cNvSpPr/>
          <p:nvPr/>
        </p:nvSpPr>
        <p:spPr>
          <a:xfrm>
            <a:off x="933609" y="4124520"/>
            <a:ext cx="6419529" cy="644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36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</a:t>
            </a:r>
            <a:endParaRPr sz="3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" name="Google Shape;107;p1">
            <a:extLst>
              <a:ext uri="{FF2B5EF4-FFF2-40B4-BE49-F238E27FC236}">
                <a16:creationId xmlns:a16="http://schemas.microsoft.com/office/drawing/2014/main" id="{84506FFA-436F-C24F-C3C4-16F9EFA73D44}"/>
              </a:ext>
            </a:extLst>
          </p:cNvPr>
          <p:cNvCxnSpPr/>
          <p:nvPr/>
        </p:nvCxnSpPr>
        <p:spPr>
          <a:xfrm flipH="1">
            <a:off x="3722400" y="8696520"/>
            <a:ext cx="2822040" cy="792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33" name="Google Shape;109;p1">
            <a:extLst>
              <a:ext uri="{FF2B5EF4-FFF2-40B4-BE49-F238E27FC236}">
                <a16:creationId xmlns:a16="http://schemas.microsoft.com/office/drawing/2014/main" id="{E45D5FAD-A88A-6FC9-5671-D2A3671BEBBF}"/>
              </a:ext>
            </a:extLst>
          </p:cNvPr>
          <p:cNvSpPr/>
          <p:nvPr/>
        </p:nvSpPr>
        <p:spPr>
          <a:xfrm>
            <a:off x="933609" y="6433920"/>
            <a:ext cx="6419529" cy="583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32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110;p1">
            <a:extLst>
              <a:ext uri="{FF2B5EF4-FFF2-40B4-BE49-F238E27FC236}">
                <a16:creationId xmlns:a16="http://schemas.microsoft.com/office/drawing/2014/main" id="{26D0C763-69F3-0A9E-7E3F-09044E57D646}"/>
              </a:ext>
            </a:extLst>
          </p:cNvPr>
          <p:cNvSpPr/>
          <p:nvPr/>
        </p:nvSpPr>
        <p:spPr>
          <a:xfrm>
            <a:off x="933609" y="7119720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the rank of </a:t>
            </a:r>
            <a:r>
              <a:rPr lang="en-AU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Signaller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Proficient 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 effect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dateNumber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r>
              <a:rPr lang="en-GB" sz="2000" b="0" i="1" u="none" strike="noStrike" cap="none" baseline="30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{suffix}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{date}.</a:t>
            </a:r>
            <a:endParaRPr lang="en-GB"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111;p1">
            <a:extLst>
              <a:ext uri="{FF2B5EF4-FFF2-40B4-BE49-F238E27FC236}">
                <a16:creationId xmlns:a16="http://schemas.microsoft.com/office/drawing/2014/main" id="{5BAB2778-D3CC-48B2-999E-21B35925E629}"/>
              </a:ext>
            </a:extLst>
          </p:cNvPr>
          <p:cNvSpPr/>
          <p:nvPr/>
        </p:nvSpPr>
        <p:spPr>
          <a:xfrm>
            <a:off x="933609" y="4820400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 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has completed all necessary trainings and been deemed suitable in all areas required for promotion.</a:t>
            </a:r>
          </a:p>
        </p:txBody>
      </p:sp>
      <p:sp>
        <p:nvSpPr>
          <p:cNvPr id="37" name="Google Shape;113;p1">
            <a:extLst>
              <a:ext uri="{FF2B5EF4-FFF2-40B4-BE49-F238E27FC236}">
                <a16:creationId xmlns:a16="http://schemas.microsoft.com/office/drawing/2014/main" id="{F787D393-AB42-5231-2851-9011E3AC5A5F}"/>
              </a:ext>
            </a:extLst>
          </p:cNvPr>
          <p:cNvSpPr/>
          <p:nvPr/>
        </p:nvSpPr>
        <p:spPr>
          <a:xfrm>
            <a:off x="2985840" y="8685000"/>
            <a:ext cx="4277880" cy="598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{signaturerRankShort} {signaturer}</a:t>
            </a:r>
            <a:br>
              <a:rPr lang="en-AU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Officer Commanding</a:t>
            </a:r>
            <a:br>
              <a:rPr lang="en-AU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Australian Special Operations Taskforce HQ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" name="Google Shape;104;p1">
            <a:extLst>
              <a:ext uri="{FF2B5EF4-FFF2-40B4-BE49-F238E27FC236}">
                <a16:creationId xmlns:a16="http://schemas.microsoft.com/office/drawing/2014/main" id="{1B4B84D6-BD31-E62B-A188-1E088A35E01A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14400" y="8354520"/>
            <a:ext cx="1436400" cy="125244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11;p1">
            <a:extLst>
              <a:ext uri="{FF2B5EF4-FFF2-40B4-BE49-F238E27FC236}">
                <a16:creationId xmlns:a16="http://schemas.microsoft.com/office/drawing/2014/main" id="{2A8A4D53-BF54-9DCA-D94A-39CB4D74A605}"/>
              </a:ext>
            </a:extLst>
          </p:cNvPr>
          <p:cNvSpPr/>
          <p:nvPr/>
        </p:nvSpPr>
        <p:spPr>
          <a:xfrm>
            <a:off x="934292" y="5735481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algn="ctr"/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I,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signaturerRankFull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signaturer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},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Officer Commanding, Australian Special Operations Taskforce, hereby promote</a:t>
            </a:r>
            <a:endParaRPr lang="en-GB"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Google Shape;2147;p113">
            <a:extLst>
              <a:ext uri="{FF2B5EF4-FFF2-40B4-BE49-F238E27FC236}">
                <a16:creationId xmlns:a16="http://schemas.microsoft.com/office/drawing/2014/main" id="{DCBAF672-FC98-0E44-B1AC-0902D98E3839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 l="5104" t="14133" r="86728" b="36345"/>
          <a:stretch/>
        </p:blipFill>
        <p:spPr>
          <a:xfrm>
            <a:off x="3525837" y="1701165"/>
            <a:ext cx="1230045" cy="163107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114;p1">
            <a:extLst>
              <a:ext uri="{FF2B5EF4-FFF2-40B4-BE49-F238E27FC236}">
                <a16:creationId xmlns:a16="http://schemas.microsoft.com/office/drawing/2014/main" id="{5F9419AB-7C7D-AF0D-3CEB-5364A808C449}"/>
              </a:ext>
            </a:extLst>
          </p:cNvPr>
          <p:cNvSpPr/>
          <p:nvPr/>
        </p:nvSpPr>
        <p:spPr>
          <a:xfrm>
            <a:off x="2932650" y="8215616"/>
            <a:ext cx="4539420" cy="521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{</a:t>
            </a:r>
            <a:r>
              <a:rPr lang="en-AU" sz="2800" b="0" i="1" u="none" strike="noStrike" cap="none" dirty="0" err="1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signaturerRankShort</a:t>
            </a: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} {</a:t>
            </a:r>
            <a:r>
              <a:rPr lang="en-AU" sz="2800" b="0" i="1" u="none" strike="noStrike" cap="none" dirty="0" err="1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signaturer</a:t>
            </a: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}</a:t>
            </a:r>
            <a:endParaRPr sz="2800" b="0" i="0" u="none" strike="noStrike" cap="none" dirty="0">
              <a:solidFill>
                <a:srgbClr val="000000"/>
              </a:solidFill>
              <a:latin typeface="Brush Script MT" panose="03060802040406070304" pitchFamily="66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80371993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619003EB-F886-F1B2-184A-E1F5ED23D3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">
            <a:extLst>
              <a:ext uri="{FF2B5EF4-FFF2-40B4-BE49-F238E27FC236}">
                <a16:creationId xmlns:a16="http://schemas.microsoft.com/office/drawing/2014/main" id="{BE7BA03E-02BD-36FC-B6E5-CE6D3F295E5D}"/>
              </a:ext>
            </a:extLst>
          </p:cNvPr>
          <p:cNvSpPr/>
          <p:nvPr/>
        </p:nvSpPr>
        <p:spPr>
          <a:xfrm rot="5400000">
            <a:off x="-1500189" y="1487486"/>
            <a:ext cx="11268076" cy="8293101"/>
          </a:xfrm>
          <a:prstGeom prst="rect">
            <a:avLst/>
          </a:prstGeom>
          <a:blipFill rotWithShape="0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0000" tIns="45000" rIns="90000" bIns="45000" anchor="t" anchorCtr="1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Google Shape;102;p1">
            <a:extLst>
              <a:ext uri="{FF2B5EF4-FFF2-40B4-BE49-F238E27FC236}">
                <a16:creationId xmlns:a16="http://schemas.microsoft.com/office/drawing/2014/main" id="{4DC882F7-F2DC-08C8-462B-054F7085908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10028" t="12535" r="10465" b="20264"/>
          <a:stretch/>
        </p:blipFill>
        <p:spPr>
          <a:xfrm rot="5400000">
            <a:off x="-1521845" y="1469005"/>
            <a:ext cx="11419340" cy="8401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103;p1">
            <a:extLst>
              <a:ext uri="{FF2B5EF4-FFF2-40B4-BE49-F238E27FC236}">
                <a16:creationId xmlns:a16="http://schemas.microsoft.com/office/drawing/2014/main" id="{1FF742A2-1F08-BEF1-1E0C-0C18F7C8BD2E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29378" y="738891"/>
            <a:ext cx="6821645" cy="9877373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105;p1">
            <a:extLst>
              <a:ext uri="{FF2B5EF4-FFF2-40B4-BE49-F238E27FC236}">
                <a16:creationId xmlns:a16="http://schemas.microsoft.com/office/drawing/2014/main" id="{C513DA59-F4F5-4505-6419-49849BDB79F9}"/>
              </a:ext>
            </a:extLst>
          </p:cNvPr>
          <p:cNvSpPr/>
          <p:nvPr/>
        </p:nvSpPr>
        <p:spPr>
          <a:xfrm>
            <a:off x="933609" y="3422520"/>
            <a:ext cx="6419529" cy="737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4200" b="0" i="0" u="none" strike="noStrike" cap="none" dirty="0">
                <a:solidFill>
                  <a:schemeClr val="dk1"/>
                </a:solidFill>
                <a:latin typeface="Old English Text MT" panose="03040902040508030806" pitchFamily="66" charset="0"/>
                <a:sym typeface="Arial"/>
              </a:rPr>
              <a:t>Certificate Of Promotion</a:t>
            </a:r>
            <a:endParaRPr sz="4200" b="0" i="0" u="none" strike="noStrike" cap="none" dirty="0">
              <a:solidFill>
                <a:srgbClr val="000000"/>
              </a:solidFill>
              <a:latin typeface="Old English Text MT" panose="03040902040508030806" pitchFamily="66" charset="0"/>
              <a:sym typeface="Arial"/>
            </a:endParaRPr>
          </a:p>
        </p:txBody>
      </p:sp>
      <p:sp>
        <p:nvSpPr>
          <p:cNvPr id="30" name="Google Shape;106;p1">
            <a:extLst>
              <a:ext uri="{FF2B5EF4-FFF2-40B4-BE49-F238E27FC236}">
                <a16:creationId xmlns:a16="http://schemas.microsoft.com/office/drawing/2014/main" id="{B0C66B31-1DFE-17DF-6EF7-746E74333C00}"/>
              </a:ext>
            </a:extLst>
          </p:cNvPr>
          <p:cNvSpPr/>
          <p:nvPr/>
        </p:nvSpPr>
        <p:spPr>
          <a:xfrm>
            <a:off x="933609" y="4124520"/>
            <a:ext cx="6419529" cy="644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36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</a:t>
            </a:r>
            <a:endParaRPr sz="3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" name="Google Shape;107;p1">
            <a:extLst>
              <a:ext uri="{FF2B5EF4-FFF2-40B4-BE49-F238E27FC236}">
                <a16:creationId xmlns:a16="http://schemas.microsoft.com/office/drawing/2014/main" id="{65D78308-E15D-6C15-889E-511CB8387235}"/>
              </a:ext>
            </a:extLst>
          </p:cNvPr>
          <p:cNvCxnSpPr/>
          <p:nvPr/>
        </p:nvCxnSpPr>
        <p:spPr>
          <a:xfrm flipH="1">
            <a:off x="3722400" y="8696520"/>
            <a:ext cx="2822040" cy="792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33" name="Google Shape;109;p1">
            <a:extLst>
              <a:ext uri="{FF2B5EF4-FFF2-40B4-BE49-F238E27FC236}">
                <a16:creationId xmlns:a16="http://schemas.microsoft.com/office/drawing/2014/main" id="{D0309F32-5A3E-7977-78C0-66763917DBB1}"/>
              </a:ext>
            </a:extLst>
          </p:cNvPr>
          <p:cNvSpPr/>
          <p:nvPr/>
        </p:nvSpPr>
        <p:spPr>
          <a:xfrm>
            <a:off x="933609" y="6433920"/>
            <a:ext cx="6419529" cy="583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32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110;p1">
            <a:extLst>
              <a:ext uri="{FF2B5EF4-FFF2-40B4-BE49-F238E27FC236}">
                <a16:creationId xmlns:a16="http://schemas.microsoft.com/office/drawing/2014/main" id="{408A5177-B91C-705C-ADCE-A93A6DF95DF1}"/>
              </a:ext>
            </a:extLst>
          </p:cNvPr>
          <p:cNvSpPr/>
          <p:nvPr/>
        </p:nvSpPr>
        <p:spPr>
          <a:xfrm>
            <a:off x="933609" y="7119720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the rank of </a:t>
            </a:r>
            <a:r>
              <a:rPr lang="en-AU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Leading Signaller 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 effect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dateNumber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r>
              <a:rPr lang="en-GB" sz="2000" b="0" i="1" u="none" strike="noStrike" cap="none" baseline="30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{suffix}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{date}.</a:t>
            </a:r>
            <a:endParaRPr lang="en-GB"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111;p1">
            <a:extLst>
              <a:ext uri="{FF2B5EF4-FFF2-40B4-BE49-F238E27FC236}">
                <a16:creationId xmlns:a16="http://schemas.microsoft.com/office/drawing/2014/main" id="{1E9607E5-C45B-2FFE-FFEB-773FB7EE0D5A}"/>
              </a:ext>
            </a:extLst>
          </p:cNvPr>
          <p:cNvSpPr/>
          <p:nvPr/>
        </p:nvSpPr>
        <p:spPr>
          <a:xfrm>
            <a:off x="933609" y="4820400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 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has completed all necessary trainings and been deemed suitable in all areas required for promotion.</a:t>
            </a:r>
          </a:p>
        </p:txBody>
      </p:sp>
      <p:sp>
        <p:nvSpPr>
          <p:cNvPr id="37" name="Google Shape;113;p1">
            <a:extLst>
              <a:ext uri="{FF2B5EF4-FFF2-40B4-BE49-F238E27FC236}">
                <a16:creationId xmlns:a16="http://schemas.microsoft.com/office/drawing/2014/main" id="{D19EC8E7-5433-B960-D861-4910A069966C}"/>
              </a:ext>
            </a:extLst>
          </p:cNvPr>
          <p:cNvSpPr/>
          <p:nvPr/>
        </p:nvSpPr>
        <p:spPr>
          <a:xfrm>
            <a:off x="2985840" y="8685000"/>
            <a:ext cx="4277880" cy="598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{signaturerRankShort} {signaturer}</a:t>
            </a:r>
            <a:br>
              <a:rPr lang="en-AU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Officer Commanding</a:t>
            </a:r>
            <a:br>
              <a:rPr lang="en-AU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Australian Special Operations Taskforce HQ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" name="Google Shape;104;p1">
            <a:extLst>
              <a:ext uri="{FF2B5EF4-FFF2-40B4-BE49-F238E27FC236}">
                <a16:creationId xmlns:a16="http://schemas.microsoft.com/office/drawing/2014/main" id="{276CB704-8428-2B4B-62B4-2A5636346624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14400" y="8354520"/>
            <a:ext cx="1436400" cy="125244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11;p1">
            <a:extLst>
              <a:ext uri="{FF2B5EF4-FFF2-40B4-BE49-F238E27FC236}">
                <a16:creationId xmlns:a16="http://schemas.microsoft.com/office/drawing/2014/main" id="{F2AB78A9-3398-30CD-377F-9CCC7C92423A}"/>
              </a:ext>
            </a:extLst>
          </p:cNvPr>
          <p:cNvSpPr/>
          <p:nvPr/>
        </p:nvSpPr>
        <p:spPr>
          <a:xfrm>
            <a:off x="934292" y="5735481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algn="ctr"/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I,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signaturerRankFull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signaturer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},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Officer Commanding, Australian Special Operations Taskforce, hereby promote</a:t>
            </a:r>
            <a:endParaRPr lang="en-GB"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Google Shape;183;p5">
            <a:extLst>
              <a:ext uri="{FF2B5EF4-FFF2-40B4-BE49-F238E27FC236}">
                <a16:creationId xmlns:a16="http://schemas.microsoft.com/office/drawing/2014/main" id="{B516AC5E-FCD1-526E-79C1-09783D247B40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 l="25990" t="17860" r="27520" b="22775"/>
          <a:stretch/>
        </p:blipFill>
        <p:spPr>
          <a:xfrm>
            <a:off x="3525837" y="1701165"/>
            <a:ext cx="1228725" cy="156901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114;p1">
            <a:extLst>
              <a:ext uri="{FF2B5EF4-FFF2-40B4-BE49-F238E27FC236}">
                <a16:creationId xmlns:a16="http://schemas.microsoft.com/office/drawing/2014/main" id="{166EFE0C-B5BE-FCC9-1714-57310C914AD3}"/>
              </a:ext>
            </a:extLst>
          </p:cNvPr>
          <p:cNvSpPr/>
          <p:nvPr/>
        </p:nvSpPr>
        <p:spPr>
          <a:xfrm>
            <a:off x="2932650" y="8215616"/>
            <a:ext cx="4539420" cy="521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{</a:t>
            </a:r>
            <a:r>
              <a:rPr lang="en-AU" sz="2800" b="0" i="1" u="none" strike="noStrike" cap="none" dirty="0" err="1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signaturerRankShort</a:t>
            </a: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} {</a:t>
            </a:r>
            <a:r>
              <a:rPr lang="en-AU" sz="2800" b="0" i="1" u="none" strike="noStrike" cap="none" dirty="0" err="1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signaturer</a:t>
            </a: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}</a:t>
            </a:r>
            <a:endParaRPr sz="2800" b="0" i="0" u="none" strike="noStrike" cap="none" dirty="0">
              <a:solidFill>
                <a:srgbClr val="000000"/>
              </a:solidFill>
              <a:latin typeface="Brush Script MT" panose="03060802040406070304" pitchFamily="66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33271807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6D5E9A9D-7D10-796D-BC16-F715905BC4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">
            <a:extLst>
              <a:ext uri="{FF2B5EF4-FFF2-40B4-BE49-F238E27FC236}">
                <a16:creationId xmlns:a16="http://schemas.microsoft.com/office/drawing/2014/main" id="{791E49A0-5A88-E962-7812-5A0372E6BBA2}"/>
              </a:ext>
            </a:extLst>
          </p:cNvPr>
          <p:cNvSpPr/>
          <p:nvPr/>
        </p:nvSpPr>
        <p:spPr>
          <a:xfrm rot="5400000">
            <a:off x="-1500189" y="1487486"/>
            <a:ext cx="11268076" cy="8293101"/>
          </a:xfrm>
          <a:prstGeom prst="rect">
            <a:avLst/>
          </a:prstGeom>
          <a:blipFill rotWithShape="0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0000" tIns="45000" rIns="90000" bIns="45000" anchor="t" anchorCtr="1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Google Shape;102;p1">
            <a:extLst>
              <a:ext uri="{FF2B5EF4-FFF2-40B4-BE49-F238E27FC236}">
                <a16:creationId xmlns:a16="http://schemas.microsoft.com/office/drawing/2014/main" id="{70A93BFA-3235-595E-0634-99C613EF589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10028" t="12535" r="10465" b="20264"/>
          <a:stretch/>
        </p:blipFill>
        <p:spPr>
          <a:xfrm rot="5400000">
            <a:off x="-1521845" y="1469005"/>
            <a:ext cx="11419340" cy="8401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103;p1">
            <a:extLst>
              <a:ext uri="{FF2B5EF4-FFF2-40B4-BE49-F238E27FC236}">
                <a16:creationId xmlns:a16="http://schemas.microsoft.com/office/drawing/2014/main" id="{FC8AEDB7-9C84-BA79-2922-93CB7307ABBD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29378" y="738891"/>
            <a:ext cx="6821645" cy="9877373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105;p1">
            <a:extLst>
              <a:ext uri="{FF2B5EF4-FFF2-40B4-BE49-F238E27FC236}">
                <a16:creationId xmlns:a16="http://schemas.microsoft.com/office/drawing/2014/main" id="{5E6010AF-4984-2D2E-898A-F06C6A2CB710}"/>
              </a:ext>
            </a:extLst>
          </p:cNvPr>
          <p:cNvSpPr/>
          <p:nvPr/>
        </p:nvSpPr>
        <p:spPr>
          <a:xfrm>
            <a:off x="933609" y="3422520"/>
            <a:ext cx="6419529" cy="737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4200" b="0" i="0" u="none" strike="noStrike" cap="none" dirty="0">
                <a:solidFill>
                  <a:schemeClr val="dk1"/>
                </a:solidFill>
                <a:latin typeface="Old English Text MT" panose="03040902040508030806" pitchFamily="66" charset="0"/>
                <a:sym typeface="Arial"/>
              </a:rPr>
              <a:t>Certificate Of Promotion</a:t>
            </a:r>
            <a:endParaRPr sz="4200" b="0" i="0" u="none" strike="noStrike" cap="none" dirty="0">
              <a:solidFill>
                <a:srgbClr val="000000"/>
              </a:solidFill>
              <a:latin typeface="Old English Text MT" panose="03040902040508030806" pitchFamily="66" charset="0"/>
              <a:sym typeface="Arial"/>
            </a:endParaRPr>
          </a:p>
        </p:txBody>
      </p:sp>
      <p:sp>
        <p:nvSpPr>
          <p:cNvPr id="30" name="Google Shape;106;p1">
            <a:extLst>
              <a:ext uri="{FF2B5EF4-FFF2-40B4-BE49-F238E27FC236}">
                <a16:creationId xmlns:a16="http://schemas.microsoft.com/office/drawing/2014/main" id="{4D2EB8A8-A43B-C35B-C4E4-933653EE94CD}"/>
              </a:ext>
            </a:extLst>
          </p:cNvPr>
          <p:cNvSpPr/>
          <p:nvPr/>
        </p:nvSpPr>
        <p:spPr>
          <a:xfrm>
            <a:off x="933609" y="4124520"/>
            <a:ext cx="6419529" cy="644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36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</a:t>
            </a:r>
            <a:endParaRPr sz="3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" name="Google Shape;107;p1">
            <a:extLst>
              <a:ext uri="{FF2B5EF4-FFF2-40B4-BE49-F238E27FC236}">
                <a16:creationId xmlns:a16="http://schemas.microsoft.com/office/drawing/2014/main" id="{2A986E19-207E-C55C-90D0-440C2F0E2855}"/>
              </a:ext>
            </a:extLst>
          </p:cNvPr>
          <p:cNvCxnSpPr/>
          <p:nvPr/>
        </p:nvCxnSpPr>
        <p:spPr>
          <a:xfrm flipH="1">
            <a:off x="3722400" y="8696520"/>
            <a:ext cx="2822040" cy="792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33" name="Google Shape;109;p1">
            <a:extLst>
              <a:ext uri="{FF2B5EF4-FFF2-40B4-BE49-F238E27FC236}">
                <a16:creationId xmlns:a16="http://schemas.microsoft.com/office/drawing/2014/main" id="{3585CD70-CF99-1CD1-A616-8919EAE7165C}"/>
              </a:ext>
            </a:extLst>
          </p:cNvPr>
          <p:cNvSpPr/>
          <p:nvPr/>
        </p:nvSpPr>
        <p:spPr>
          <a:xfrm>
            <a:off x="933609" y="6433920"/>
            <a:ext cx="6419529" cy="583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32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110;p1">
            <a:extLst>
              <a:ext uri="{FF2B5EF4-FFF2-40B4-BE49-F238E27FC236}">
                <a16:creationId xmlns:a16="http://schemas.microsoft.com/office/drawing/2014/main" id="{367D2483-EE4D-E11F-BCB0-07FB35F7D009}"/>
              </a:ext>
            </a:extLst>
          </p:cNvPr>
          <p:cNvSpPr/>
          <p:nvPr/>
        </p:nvSpPr>
        <p:spPr>
          <a:xfrm>
            <a:off x="933609" y="7119720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the rank of </a:t>
            </a:r>
            <a:r>
              <a:rPr lang="en-AU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Senior Signaller 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 effect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dateNumber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r>
              <a:rPr lang="en-GB" sz="2000" b="0" i="1" u="none" strike="noStrike" cap="none" baseline="30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{suffix}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{date}.</a:t>
            </a:r>
            <a:endParaRPr lang="en-GB"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111;p1">
            <a:extLst>
              <a:ext uri="{FF2B5EF4-FFF2-40B4-BE49-F238E27FC236}">
                <a16:creationId xmlns:a16="http://schemas.microsoft.com/office/drawing/2014/main" id="{7A0A0341-765B-39F3-88C4-66873FB7D626}"/>
              </a:ext>
            </a:extLst>
          </p:cNvPr>
          <p:cNvSpPr/>
          <p:nvPr/>
        </p:nvSpPr>
        <p:spPr>
          <a:xfrm>
            <a:off x="933609" y="4820400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 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has completed all necessary trainings and been deemed suitable in all areas required for promotion.</a:t>
            </a:r>
          </a:p>
        </p:txBody>
      </p:sp>
      <p:sp>
        <p:nvSpPr>
          <p:cNvPr id="37" name="Google Shape;113;p1">
            <a:extLst>
              <a:ext uri="{FF2B5EF4-FFF2-40B4-BE49-F238E27FC236}">
                <a16:creationId xmlns:a16="http://schemas.microsoft.com/office/drawing/2014/main" id="{38F4D1FA-8625-E5A4-E0C2-6316EABAFF5A}"/>
              </a:ext>
            </a:extLst>
          </p:cNvPr>
          <p:cNvSpPr/>
          <p:nvPr/>
        </p:nvSpPr>
        <p:spPr>
          <a:xfrm>
            <a:off x="2985840" y="8685000"/>
            <a:ext cx="4277880" cy="598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{signaturerRankShort} {signaturer}</a:t>
            </a:r>
            <a:br>
              <a:rPr lang="en-AU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Officer Commanding</a:t>
            </a:r>
            <a:br>
              <a:rPr lang="en-AU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Australian Special Operations Taskforce HQ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" name="Google Shape;104;p1">
            <a:extLst>
              <a:ext uri="{FF2B5EF4-FFF2-40B4-BE49-F238E27FC236}">
                <a16:creationId xmlns:a16="http://schemas.microsoft.com/office/drawing/2014/main" id="{F997AE84-5769-680C-F389-06384D437776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14400" y="8354520"/>
            <a:ext cx="1436400" cy="125244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11;p1">
            <a:extLst>
              <a:ext uri="{FF2B5EF4-FFF2-40B4-BE49-F238E27FC236}">
                <a16:creationId xmlns:a16="http://schemas.microsoft.com/office/drawing/2014/main" id="{4999BBE8-6394-A27F-0BA9-ACA024DCC82C}"/>
              </a:ext>
            </a:extLst>
          </p:cNvPr>
          <p:cNvSpPr/>
          <p:nvPr/>
        </p:nvSpPr>
        <p:spPr>
          <a:xfrm>
            <a:off x="934292" y="5735481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algn="ctr"/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I,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signaturerRankFull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signaturer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},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Officer Commanding, Australian Special Operations Taskforce, hereby promote</a:t>
            </a:r>
            <a:endParaRPr lang="en-GB"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Google Shape;201;p6">
            <a:extLst>
              <a:ext uri="{FF2B5EF4-FFF2-40B4-BE49-F238E27FC236}">
                <a16:creationId xmlns:a16="http://schemas.microsoft.com/office/drawing/2014/main" id="{13405C63-F533-A193-6492-A1274622FBC1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 l="29197" t="20376" r="31421" b="25696"/>
          <a:stretch/>
        </p:blipFill>
        <p:spPr>
          <a:xfrm>
            <a:off x="3671094" y="1829753"/>
            <a:ext cx="938212" cy="1284757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14;p1">
            <a:extLst>
              <a:ext uri="{FF2B5EF4-FFF2-40B4-BE49-F238E27FC236}">
                <a16:creationId xmlns:a16="http://schemas.microsoft.com/office/drawing/2014/main" id="{088D1A7C-62ED-929D-353F-32A5180570EF}"/>
              </a:ext>
            </a:extLst>
          </p:cNvPr>
          <p:cNvSpPr/>
          <p:nvPr/>
        </p:nvSpPr>
        <p:spPr>
          <a:xfrm>
            <a:off x="2932650" y="8215616"/>
            <a:ext cx="4539420" cy="521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{</a:t>
            </a:r>
            <a:r>
              <a:rPr lang="en-AU" sz="2800" b="0" i="1" u="none" strike="noStrike" cap="none" dirty="0" err="1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signaturerRankShort</a:t>
            </a: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} {</a:t>
            </a:r>
            <a:r>
              <a:rPr lang="en-AU" sz="2800" b="0" i="1" u="none" strike="noStrike" cap="none" dirty="0" err="1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signaturer</a:t>
            </a: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}</a:t>
            </a:r>
            <a:endParaRPr sz="2800" b="0" i="0" u="none" strike="noStrike" cap="none" dirty="0">
              <a:solidFill>
                <a:srgbClr val="000000"/>
              </a:solidFill>
              <a:latin typeface="Brush Script MT" panose="03060802040406070304" pitchFamily="66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41726149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ECCA1C17-5A75-9CA9-CB02-722CF34811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">
            <a:extLst>
              <a:ext uri="{FF2B5EF4-FFF2-40B4-BE49-F238E27FC236}">
                <a16:creationId xmlns:a16="http://schemas.microsoft.com/office/drawing/2014/main" id="{E24F98CB-1302-BA63-93F6-888951EEEBC8}"/>
              </a:ext>
            </a:extLst>
          </p:cNvPr>
          <p:cNvSpPr/>
          <p:nvPr/>
        </p:nvSpPr>
        <p:spPr>
          <a:xfrm rot="5400000">
            <a:off x="-1500189" y="1487486"/>
            <a:ext cx="11268076" cy="8293101"/>
          </a:xfrm>
          <a:prstGeom prst="rect">
            <a:avLst/>
          </a:prstGeom>
          <a:blipFill rotWithShape="0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0000" tIns="45000" rIns="90000" bIns="45000" anchor="t" anchorCtr="1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Google Shape;102;p1">
            <a:extLst>
              <a:ext uri="{FF2B5EF4-FFF2-40B4-BE49-F238E27FC236}">
                <a16:creationId xmlns:a16="http://schemas.microsoft.com/office/drawing/2014/main" id="{6B7518C6-DB98-216F-BE00-C29BB40B4BF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10028" t="12535" r="10465" b="20264"/>
          <a:stretch/>
        </p:blipFill>
        <p:spPr>
          <a:xfrm rot="5400000">
            <a:off x="-1521845" y="1469005"/>
            <a:ext cx="11419340" cy="8401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103;p1">
            <a:extLst>
              <a:ext uri="{FF2B5EF4-FFF2-40B4-BE49-F238E27FC236}">
                <a16:creationId xmlns:a16="http://schemas.microsoft.com/office/drawing/2014/main" id="{18677F37-34DE-F638-B7FF-21F48D1F3C44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29378" y="738891"/>
            <a:ext cx="6821645" cy="9877373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105;p1">
            <a:extLst>
              <a:ext uri="{FF2B5EF4-FFF2-40B4-BE49-F238E27FC236}">
                <a16:creationId xmlns:a16="http://schemas.microsoft.com/office/drawing/2014/main" id="{1D1EC464-755A-C5CB-C5E3-F35A0D3454EA}"/>
              </a:ext>
            </a:extLst>
          </p:cNvPr>
          <p:cNvSpPr/>
          <p:nvPr/>
        </p:nvSpPr>
        <p:spPr>
          <a:xfrm>
            <a:off x="933609" y="3422520"/>
            <a:ext cx="6419529" cy="737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4200" b="0" i="0" u="none" strike="noStrike" cap="none" dirty="0">
                <a:solidFill>
                  <a:schemeClr val="dk1"/>
                </a:solidFill>
                <a:latin typeface="Old English Text MT" panose="03040902040508030806" pitchFamily="66" charset="0"/>
                <a:sym typeface="Arial"/>
              </a:rPr>
              <a:t>Certificate Of Promotion</a:t>
            </a:r>
            <a:endParaRPr sz="4200" b="0" i="0" u="none" strike="noStrike" cap="none" dirty="0">
              <a:solidFill>
                <a:srgbClr val="000000"/>
              </a:solidFill>
              <a:latin typeface="Old English Text MT" panose="03040902040508030806" pitchFamily="66" charset="0"/>
              <a:sym typeface="Arial"/>
            </a:endParaRPr>
          </a:p>
        </p:txBody>
      </p:sp>
      <p:sp>
        <p:nvSpPr>
          <p:cNvPr id="30" name="Google Shape;106;p1">
            <a:extLst>
              <a:ext uri="{FF2B5EF4-FFF2-40B4-BE49-F238E27FC236}">
                <a16:creationId xmlns:a16="http://schemas.microsoft.com/office/drawing/2014/main" id="{EB955661-BA86-6CF9-CB1A-BA5A936F3A57}"/>
              </a:ext>
            </a:extLst>
          </p:cNvPr>
          <p:cNvSpPr/>
          <p:nvPr/>
        </p:nvSpPr>
        <p:spPr>
          <a:xfrm>
            <a:off x="933609" y="4124520"/>
            <a:ext cx="6419529" cy="644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36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</a:t>
            </a:r>
            <a:endParaRPr sz="3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" name="Google Shape;107;p1">
            <a:extLst>
              <a:ext uri="{FF2B5EF4-FFF2-40B4-BE49-F238E27FC236}">
                <a16:creationId xmlns:a16="http://schemas.microsoft.com/office/drawing/2014/main" id="{17035A8A-A303-5EEC-4F4F-6226D7D25936}"/>
              </a:ext>
            </a:extLst>
          </p:cNvPr>
          <p:cNvCxnSpPr/>
          <p:nvPr/>
        </p:nvCxnSpPr>
        <p:spPr>
          <a:xfrm flipH="1">
            <a:off x="3722400" y="8696520"/>
            <a:ext cx="2822040" cy="792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33" name="Google Shape;109;p1">
            <a:extLst>
              <a:ext uri="{FF2B5EF4-FFF2-40B4-BE49-F238E27FC236}">
                <a16:creationId xmlns:a16="http://schemas.microsoft.com/office/drawing/2014/main" id="{CEEAB4FA-7FB3-B8AF-9BBC-74DB48E5DDC2}"/>
              </a:ext>
            </a:extLst>
          </p:cNvPr>
          <p:cNvSpPr/>
          <p:nvPr/>
        </p:nvSpPr>
        <p:spPr>
          <a:xfrm>
            <a:off x="933609" y="6433920"/>
            <a:ext cx="6419529" cy="583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32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110;p1">
            <a:extLst>
              <a:ext uri="{FF2B5EF4-FFF2-40B4-BE49-F238E27FC236}">
                <a16:creationId xmlns:a16="http://schemas.microsoft.com/office/drawing/2014/main" id="{0EB25C6A-744D-3C39-8BB3-B6945623EB6E}"/>
              </a:ext>
            </a:extLst>
          </p:cNvPr>
          <p:cNvSpPr/>
          <p:nvPr/>
        </p:nvSpPr>
        <p:spPr>
          <a:xfrm>
            <a:off x="933609" y="7119720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the rank of </a:t>
            </a:r>
            <a:r>
              <a:rPr lang="en-AU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Senior Leading Signaller 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 effect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dateNumber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r>
              <a:rPr lang="en-GB" sz="2000" b="0" i="1" u="none" strike="noStrike" cap="none" baseline="30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{suffix}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{date}.</a:t>
            </a:r>
            <a:endParaRPr lang="en-GB"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111;p1">
            <a:extLst>
              <a:ext uri="{FF2B5EF4-FFF2-40B4-BE49-F238E27FC236}">
                <a16:creationId xmlns:a16="http://schemas.microsoft.com/office/drawing/2014/main" id="{25125C5C-4A66-754C-7F70-FB2F792A9560}"/>
              </a:ext>
            </a:extLst>
          </p:cNvPr>
          <p:cNvSpPr/>
          <p:nvPr/>
        </p:nvSpPr>
        <p:spPr>
          <a:xfrm>
            <a:off x="933609" y="4820400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 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has completed all necessary trainings and been deemed suitable in all areas required for promotion.</a:t>
            </a:r>
          </a:p>
        </p:txBody>
      </p:sp>
      <p:sp>
        <p:nvSpPr>
          <p:cNvPr id="37" name="Google Shape;113;p1">
            <a:extLst>
              <a:ext uri="{FF2B5EF4-FFF2-40B4-BE49-F238E27FC236}">
                <a16:creationId xmlns:a16="http://schemas.microsoft.com/office/drawing/2014/main" id="{92730A78-C17D-8BC7-06F9-097D296BA47E}"/>
              </a:ext>
            </a:extLst>
          </p:cNvPr>
          <p:cNvSpPr/>
          <p:nvPr/>
        </p:nvSpPr>
        <p:spPr>
          <a:xfrm>
            <a:off x="2985840" y="8685000"/>
            <a:ext cx="4277880" cy="598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{signaturerRankShort} {signaturer}</a:t>
            </a:r>
            <a:br>
              <a:rPr lang="en-AU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Officer Commanding</a:t>
            </a:r>
            <a:br>
              <a:rPr lang="en-AU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Australian Special Operations Taskforce HQ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" name="Google Shape;104;p1">
            <a:extLst>
              <a:ext uri="{FF2B5EF4-FFF2-40B4-BE49-F238E27FC236}">
                <a16:creationId xmlns:a16="http://schemas.microsoft.com/office/drawing/2014/main" id="{9DA4DCDF-D4C0-38D4-1D32-72C4587D0132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14400" y="8354520"/>
            <a:ext cx="1436400" cy="125244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11;p1">
            <a:extLst>
              <a:ext uri="{FF2B5EF4-FFF2-40B4-BE49-F238E27FC236}">
                <a16:creationId xmlns:a16="http://schemas.microsoft.com/office/drawing/2014/main" id="{64984857-EB60-B24D-AAF1-414F9BCC4E04}"/>
              </a:ext>
            </a:extLst>
          </p:cNvPr>
          <p:cNvSpPr/>
          <p:nvPr/>
        </p:nvSpPr>
        <p:spPr>
          <a:xfrm>
            <a:off x="934292" y="5735481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algn="ctr"/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I,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signaturerRankFull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signaturer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},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Officer Commanding, Australian Special Operations Taskforce, hereby promote</a:t>
            </a:r>
            <a:endParaRPr lang="en-GB"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Google Shape;309;p12">
            <a:extLst>
              <a:ext uri="{FF2B5EF4-FFF2-40B4-BE49-F238E27FC236}">
                <a16:creationId xmlns:a16="http://schemas.microsoft.com/office/drawing/2014/main" id="{4544D598-0673-AF6D-EA42-7A8703085885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 l="17983" t="20568" r="19375" b="35792"/>
          <a:stretch/>
        </p:blipFill>
        <p:spPr>
          <a:xfrm>
            <a:off x="3220820" y="1824990"/>
            <a:ext cx="1850978" cy="128952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114;p1">
            <a:extLst>
              <a:ext uri="{FF2B5EF4-FFF2-40B4-BE49-F238E27FC236}">
                <a16:creationId xmlns:a16="http://schemas.microsoft.com/office/drawing/2014/main" id="{A7A0061F-BBC9-DE9E-703E-E0A25A2F1DA4}"/>
              </a:ext>
            </a:extLst>
          </p:cNvPr>
          <p:cNvSpPr/>
          <p:nvPr/>
        </p:nvSpPr>
        <p:spPr>
          <a:xfrm>
            <a:off x="2932650" y="8215616"/>
            <a:ext cx="4539420" cy="521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{</a:t>
            </a:r>
            <a:r>
              <a:rPr lang="en-AU" sz="2800" b="0" i="1" u="none" strike="noStrike" cap="none" dirty="0" err="1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signaturerRankShort</a:t>
            </a: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} {</a:t>
            </a:r>
            <a:r>
              <a:rPr lang="en-AU" sz="2800" b="0" i="1" u="none" strike="noStrike" cap="none" dirty="0" err="1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signaturer</a:t>
            </a: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}</a:t>
            </a:r>
            <a:endParaRPr sz="2800" b="0" i="0" u="none" strike="noStrike" cap="none" dirty="0">
              <a:solidFill>
                <a:srgbClr val="000000"/>
              </a:solidFill>
              <a:latin typeface="Brush Script MT" panose="03060802040406070304" pitchFamily="66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16682226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8B7B4AC4-C81F-0E34-50CE-883B3CFFF4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">
            <a:extLst>
              <a:ext uri="{FF2B5EF4-FFF2-40B4-BE49-F238E27FC236}">
                <a16:creationId xmlns:a16="http://schemas.microsoft.com/office/drawing/2014/main" id="{3C0175C4-1541-79FF-54B3-7C46C6A09C0B}"/>
              </a:ext>
            </a:extLst>
          </p:cNvPr>
          <p:cNvSpPr/>
          <p:nvPr/>
        </p:nvSpPr>
        <p:spPr>
          <a:xfrm rot="5400000">
            <a:off x="-1500189" y="1487486"/>
            <a:ext cx="11268076" cy="8293101"/>
          </a:xfrm>
          <a:prstGeom prst="rect">
            <a:avLst/>
          </a:prstGeom>
          <a:blipFill rotWithShape="0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0000" tIns="45000" rIns="90000" bIns="45000" anchor="t" anchorCtr="1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Google Shape;102;p1">
            <a:extLst>
              <a:ext uri="{FF2B5EF4-FFF2-40B4-BE49-F238E27FC236}">
                <a16:creationId xmlns:a16="http://schemas.microsoft.com/office/drawing/2014/main" id="{41DF2BF1-1EE9-3076-B856-2D76ED5C953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10028" t="12535" r="10465" b="20264"/>
          <a:stretch/>
        </p:blipFill>
        <p:spPr>
          <a:xfrm rot="5400000">
            <a:off x="-1521845" y="1469005"/>
            <a:ext cx="11419340" cy="8401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103;p1">
            <a:extLst>
              <a:ext uri="{FF2B5EF4-FFF2-40B4-BE49-F238E27FC236}">
                <a16:creationId xmlns:a16="http://schemas.microsoft.com/office/drawing/2014/main" id="{9C015736-2D04-6433-CA95-FB77C021703A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29378" y="738891"/>
            <a:ext cx="6821645" cy="9877373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105;p1">
            <a:extLst>
              <a:ext uri="{FF2B5EF4-FFF2-40B4-BE49-F238E27FC236}">
                <a16:creationId xmlns:a16="http://schemas.microsoft.com/office/drawing/2014/main" id="{1B24810A-1801-0421-0FB2-C7F261B7DFD6}"/>
              </a:ext>
            </a:extLst>
          </p:cNvPr>
          <p:cNvSpPr/>
          <p:nvPr/>
        </p:nvSpPr>
        <p:spPr>
          <a:xfrm>
            <a:off x="933609" y="3422520"/>
            <a:ext cx="6419529" cy="737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4200" b="0" i="0" u="none" strike="noStrike" cap="none" dirty="0">
                <a:solidFill>
                  <a:schemeClr val="dk1"/>
                </a:solidFill>
                <a:latin typeface="Old English Text MT" panose="03040902040508030806" pitchFamily="66" charset="0"/>
                <a:sym typeface="Arial"/>
              </a:rPr>
              <a:t>Certificate Of Promotion</a:t>
            </a:r>
            <a:endParaRPr sz="4200" b="0" i="0" u="none" strike="noStrike" cap="none" dirty="0">
              <a:solidFill>
                <a:srgbClr val="000000"/>
              </a:solidFill>
              <a:latin typeface="Old English Text MT" panose="03040902040508030806" pitchFamily="66" charset="0"/>
              <a:sym typeface="Arial"/>
            </a:endParaRPr>
          </a:p>
        </p:txBody>
      </p:sp>
      <p:sp>
        <p:nvSpPr>
          <p:cNvPr id="30" name="Google Shape;106;p1">
            <a:extLst>
              <a:ext uri="{FF2B5EF4-FFF2-40B4-BE49-F238E27FC236}">
                <a16:creationId xmlns:a16="http://schemas.microsoft.com/office/drawing/2014/main" id="{6CBE2959-2BC4-2A72-930D-4FD462243C23}"/>
              </a:ext>
            </a:extLst>
          </p:cNvPr>
          <p:cNvSpPr/>
          <p:nvPr/>
        </p:nvSpPr>
        <p:spPr>
          <a:xfrm>
            <a:off x="933609" y="4124520"/>
            <a:ext cx="6419529" cy="644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36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</a:t>
            </a:r>
            <a:endParaRPr sz="3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" name="Google Shape;107;p1">
            <a:extLst>
              <a:ext uri="{FF2B5EF4-FFF2-40B4-BE49-F238E27FC236}">
                <a16:creationId xmlns:a16="http://schemas.microsoft.com/office/drawing/2014/main" id="{98ABB97E-63DB-19B7-81F0-B246BB9A89B2}"/>
              </a:ext>
            </a:extLst>
          </p:cNvPr>
          <p:cNvCxnSpPr/>
          <p:nvPr/>
        </p:nvCxnSpPr>
        <p:spPr>
          <a:xfrm flipH="1">
            <a:off x="3722400" y="8696520"/>
            <a:ext cx="2822040" cy="792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33" name="Google Shape;109;p1">
            <a:extLst>
              <a:ext uri="{FF2B5EF4-FFF2-40B4-BE49-F238E27FC236}">
                <a16:creationId xmlns:a16="http://schemas.microsoft.com/office/drawing/2014/main" id="{DCE56FD9-D3A6-43D3-D983-79AD5399AA28}"/>
              </a:ext>
            </a:extLst>
          </p:cNvPr>
          <p:cNvSpPr/>
          <p:nvPr/>
        </p:nvSpPr>
        <p:spPr>
          <a:xfrm>
            <a:off x="933609" y="6433920"/>
            <a:ext cx="6419529" cy="583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32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110;p1">
            <a:extLst>
              <a:ext uri="{FF2B5EF4-FFF2-40B4-BE49-F238E27FC236}">
                <a16:creationId xmlns:a16="http://schemas.microsoft.com/office/drawing/2014/main" id="{060D5F06-68DD-37C4-6143-C4FA970C4D5B}"/>
              </a:ext>
            </a:extLst>
          </p:cNvPr>
          <p:cNvSpPr/>
          <p:nvPr/>
        </p:nvSpPr>
        <p:spPr>
          <a:xfrm>
            <a:off x="933609" y="7119720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the rank of </a:t>
            </a:r>
            <a:r>
              <a:rPr lang="en-AU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Game Master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 effect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dateNumber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r>
              <a:rPr lang="en-GB" sz="2000" b="0" i="1" u="none" strike="noStrike" cap="none" baseline="30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{suffix}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{date}.</a:t>
            </a:r>
            <a:endParaRPr lang="en-GB"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111;p1">
            <a:extLst>
              <a:ext uri="{FF2B5EF4-FFF2-40B4-BE49-F238E27FC236}">
                <a16:creationId xmlns:a16="http://schemas.microsoft.com/office/drawing/2014/main" id="{90AFA41A-A2D3-AD4A-CA55-603EE6FECE5E}"/>
              </a:ext>
            </a:extLst>
          </p:cNvPr>
          <p:cNvSpPr/>
          <p:nvPr/>
        </p:nvSpPr>
        <p:spPr>
          <a:xfrm>
            <a:off x="933609" y="4820400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 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has completed all necessary trainings and been deemed suitable in all areas required for promotion.</a:t>
            </a:r>
          </a:p>
        </p:txBody>
      </p:sp>
      <p:sp>
        <p:nvSpPr>
          <p:cNvPr id="37" name="Google Shape;113;p1">
            <a:extLst>
              <a:ext uri="{FF2B5EF4-FFF2-40B4-BE49-F238E27FC236}">
                <a16:creationId xmlns:a16="http://schemas.microsoft.com/office/drawing/2014/main" id="{1BDE1D4D-5E2F-9896-969F-D14692685778}"/>
              </a:ext>
            </a:extLst>
          </p:cNvPr>
          <p:cNvSpPr/>
          <p:nvPr/>
        </p:nvSpPr>
        <p:spPr>
          <a:xfrm>
            <a:off x="2985840" y="8685000"/>
            <a:ext cx="4277880" cy="598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{signaturerRankShort} {signaturer}</a:t>
            </a:r>
            <a:br>
              <a:rPr lang="en-AU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Officer Commanding</a:t>
            </a:r>
            <a:br>
              <a:rPr lang="en-AU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Australian Special Operations Taskforce HQ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" name="Google Shape;104;p1">
            <a:extLst>
              <a:ext uri="{FF2B5EF4-FFF2-40B4-BE49-F238E27FC236}">
                <a16:creationId xmlns:a16="http://schemas.microsoft.com/office/drawing/2014/main" id="{9E741D32-7E2F-D994-5AFB-B74954696023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14400" y="8354520"/>
            <a:ext cx="1436400" cy="125244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11;p1">
            <a:extLst>
              <a:ext uri="{FF2B5EF4-FFF2-40B4-BE49-F238E27FC236}">
                <a16:creationId xmlns:a16="http://schemas.microsoft.com/office/drawing/2014/main" id="{91C1BB85-2630-2721-8C2C-3285DA0FC45F}"/>
              </a:ext>
            </a:extLst>
          </p:cNvPr>
          <p:cNvSpPr/>
          <p:nvPr/>
        </p:nvSpPr>
        <p:spPr>
          <a:xfrm>
            <a:off x="934292" y="5735481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algn="ctr"/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I,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signaturerRankFull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signaturer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},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Officer Commanding, Australian Special Operations Taskforce, hereby promote</a:t>
            </a:r>
            <a:endParaRPr lang="en-GB"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Google Shape;112;p1">
            <a:extLst>
              <a:ext uri="{FF2B5EF4-FFF2-40B4-BE49-F238E27FC236}">
                <a16:creationId xmlns:a16="http://schemas.microsoft.com/office/drawing/2014/main" id="{1EAB79D5-D982-9031-0213-C56EE2A232C8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001715" y="1602206"/>
            <a:ext cx="2279880" cy="159948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14;p1">
            <a:extLst>
              <a:ext uri="{FF2B5EF4-FFF2-40B4-BE49-F238E27FC236}">
                <a16:creationId xmlns:a16="http://schemas.microsoft.com/office/drawing/2014/main" id="{86AE58D7-6CDD-827B-F41D-660F6E70B6D1}"/>
              </a:ext>
            </a:extLst>
          </p:cNvPr>
          <p:cNvSpPr/>
          <p:nvPr/>
        </p:nvSpPr>
        <p:spPr>
          <a:xfrm>
            <a:off x="2932650" y="8215616"/>
            <a:ext cx="4539420" cy="521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{</a:t>
            </a:r>
            <a:r>
              <a:rPr lang="en-AU" sz="2800" b="0" i="1" u="none" strike="noStrike" cap="none" dirty="0" err="1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signaturerRankShort</a:t>
            </a: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} {</a:t>
            </a:r>
            <a:r>
              <a:rPr lang="en-AU" sz="2800" b="0" i="1" u="none" strike="noStrike" cap="none" dirty="0" err="1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signaturer</a:t>
            </a: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}</a:t>
            </a:r>
            <a:endParaRPr sz="2800" b="0" i="0" u="none" strike="noStrike" cap="none" dirty="0">
              <a:solidFill>
                <a:srgbClr val="000000"/>
              </a:solidFill>
              <a:latin typeface="Brush Script MT" panose="03060802040406070304" pitchFamily="66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43897732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D95D078D-A4E5-08C6-AC3B-F21F5B4BFB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">
            <a:extLst>
              <a:ext uri="{FF2B5EF4-FFF2-40B4-BE49-F238E27FC236}">
                <a16:creationId xmlns:a16="http://schemas.microsoft.com/office/drawing/2014/main" id="{D2C0ECE4-83E5-48D3-106B-3D7034B14750}"/>
              </a:ext>
            </a:extLst>
          </p:cNvPr>
          <p:cNvSpPr/>
          <p:nvPr/>
        </p:nvSpPr>
        <p:spPr>
          <a:xfrm rot="5400000">
            <a:off x="-1500189" y="1487486"/>
            <a:ext cx="11268076" cy="8293101"/>
          </a:xfrm>
          <a:prstGeom prst="rect">
            <a:avLst/>
          </a:prstGeom>
          <a:blipFill rotWithShape="0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0000" tIns="45000" rIns="90000" bIns="45000" anchor="t" anchorCtr="1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Google Shape;102;p1">
            <a:extLst>
              <a:ext uri="{FF2B5EF4-FFF2-40B4-BE49-F238E27FC236}">
                <a16:creationId xmlns:a16="http://schemas.microsoft.com/office/drawing/2014/main" id="{6615D696-7505-6D07-397F-3BFF4B0A6D5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10028" t="12535" r="10465" b="20264"/>
          <a:stretch/>
        </p:blipFill>
        <p:spPr>
          <a:xfrm rot="5400000">
            <a:off x="-1521845" y="1469005"/>
            <a:ext cx="11419340" cy="8401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103;p1">
            <a:extLst>
              <a:ext uri="{FF2B5EF4-FFF2-40B4-BE49-F238E27FC236}">
                <a16:creationId xmlns:a16="http://schemas.microsoft.com/office/drawing/2014/main" id="{8F84FB5C-3305-B556-691B-32D95D05D35F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29378" y="738891"/>
            <a:ext cx="6821645" cy="9877373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105;p1">
            <a:extLst>
              <a:ext uri="{FF2B5EF4-FFF2-40B4-BE49-F238E27FC236}">
                <a16:creationId xmlns:a16="http://schemas.microsoft.com/office/drawing/2014/main" id="{58254209-4746-BA80-02A5-AF7F6163F883}"/>
              </a:ext>
            </a:extLst>
          </p:cNvPr>
          <p:cNvSpPr/>
          <p:nvPr/>
        </p:nvSpPr>
        <p:spPr>
          <a:xfrm>
            <a:off x="933609" y="3422520"/>
            <a:ext cx="6419529" cy="737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4200" b="0" i="0" u="none" strike="noStrike" cap="none" dirty="0">
                <a:solidFill>
                  <a:schemeClr val="dk1"/>
                </a:solidFill>
                <a:latin typeface="Old English Text MT" panose="03040902040508030806" pitchFamily="66" charset="0"/>
                <a:sym typeface="Arial"/>
              </a:rPr>
              <a:t>Certificate Of Promotion</a:t>
            </a:r>
            <a:endParaRPr sz="4200" b="0" i="0" u="none" strike="noStrike" cap="none" dirty="0">
              <a:solidFill>
                <a:srgbClr val="000000"/>
              </a:solidFill>
              <a:latin typeface="Old English Text MT" panose="03040902040508030806" pitchFamily="66" charset="0"/>
              <a:sym typeface="Arial"/>
            </a:endParaRPr>
          </a:p>
        </p:txBody>
      </p:sp>
      <p:sp>
        <p:nvSpPr>
          <p:cNvPr id="30" name="Google Shape;106;p1">
            <a:extLst>
              <a:ext uri="{FF2B5EF4-FFF2-40B4-BE49-F238E27FC236}">
                <a16:creationId xmlns:a16="http://schemas.microsoft.com/office/drawing/2014/main" id="{F6364F17-AFED-A05A-9183-03135FBF56C3}"/>
              </a:ext>
            </a:extLst>
          </p:cNvPr>
          <p:cNvSpPr/>
          <p:nvPr/>
        </p:nvSpPr>
        <p:spPr>
          <a:xfrm>
            <a:off x="933609" y="4124520"/>
            <a:ext cx="6419529" cy="644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36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</a:t>
            </a:r>
            <a:endParaRPr sz="3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" name="Google Shape;107;p1">
            <a:extLst>
              <a:ext uri="{FF2B5EF4-FFF2-40B4-BE49-F238E27FC236}">
                <a16:creationId xmlns:a16="http://schemas.microsoft.com/office/drawing/2014/main" id="{CDA260A6-EEB7-A891-8D1E-B636D586D8A6}"/>
              </a:ext>
            </a:extLst>
          </p:cNvPr>
          <p:cNvCxnSpPr/>
          <p:nvPr/>
        </p:nvCxnSpPr>
        <p:spPr>
          <a:xfrm flipH="1">
            <a:off x="3722400" y="8696520"/>
            <a:ext cx="2822040" cy="792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33" name="Google Shape;109;p1">
            <a:extLst>
              <a:ext uri="{FF2B5EF4-FFF2-40B4-BE49-F238E27FC236}">
                <a16:creationId xmlns:a16="http://schemas.microsoft.com/office/drawing/2014/main" id="{9FE42152-D59F-D467-B907-3D563EEC4418}"/>
              </a:ext>
            </a:extLst>
          </p:cNvPr>
          <p:cNvSpPr/>
          <p:nvPr/>
        </p:nvSpPr>
        <p:spPr>
          <a:xfrm>
            <a:off x="933609" y="6433920"/>
            <a:ext cx="6419529" cy="583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32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110;p1">
            <a:extLst>
              <a:ext uri="{FF2B5EF4-FFF2-40B4-BE49-F238E27FC236}">
                <a16:creationId xmlns:a16="http://schemas.microsoft.com/office/drawing/2014/main" id="{84F3AB39-47B6-B9EA-B8ED-6FAC67DFBC81}"/>
              </a:ext>
            </a:extLst>
          </p:cNvPr>
          <p:cNvSpPr/>
          <p:nvPr/>
        </p:nvSpPr>
        <p:spPr>
          <a:xfrm>
            <a:off x="933609" y="7119720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the rank of </a:t>
            </a:r>
            <a:r>
              <a:rPr lang="en-AU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Game Master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Proficient 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 effect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dateNumber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r>
              <a:rPr lang="en-GB" sz="2000" b="0" i="1" u="none" strike="noStrike" cap="none" baseline="30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{suffix}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{date}.</a:t>
            </a:r>
            <a:endParaRPr lang="en-GB"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111;p1">
            <a:extLst>
              <a:ext uri="{FF2B5EF4-FFF2-40B4-BE49-F238E27FC236}">
                <a16:creationId xmlns:a16="http://schemas.microsoft.com/office/drawing/2014/main" id="{BE4A5ED8-2F25-B6BD-AFAF-15E58E34F8B4}"/>
              </a:ext>
            </a:extLst>
          </p:cNvPr>
          <p:cNvSpPr/>
          <p:nvPr/>
        </p:nvSpPr>
        <p:spPr>
          <a:xfrm>
            <a:off x="933609" y="4820400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 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has completed all necessary trainings and been deemed suitable in all areas required for promotion.</a:t>
            </a:r>
          </a:p>
        </p:txBody>
      </p:sp>
      <p:sp>
        <p:nvSpPr>
          <p:cNvPr id="37" name="Google Shape;113;p1">
            <a:extLst>
              <a:ext uri="{FF2B5EF4-FFF2-40B4-BE49-F238E27FC236}">
                <a16:creationId xmlns:a16="http://schemas.microsoft.com/office/drawing/2014/main" id="{7B7105CF-592E-0210-4E04-DB83CC79AA2F}"/>
              </a:ext>
            </a:extLst>
          </p:cNvPr>
          <p:cNvSpPr/>
          <p:nvPr/>
        </p:nvSpPr>
        <p:spPr>
          <a:xfrm>
            <a:off x="2985840" y="8685000"/>
            <a:ext cx="4277880" cy="598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{signaturerRankShort} {signaturer}</a:t>
            </a:r>
            <a:br>
              <a:rPr lang="en-AU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Officer Commanding</a:t>
            </a:r>
            <a:br>
              <a:rPr lang="en-AU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Australian Special Operations Taskforce HQ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" name="Google Shape;104;p1">
            <a:extLst>
              <a:ext uri="{FF2B5EF4-FFF2-40B4-BE49-F238E27FC236}">
                <a16:creationId xmlns:a16="http://schemas.microsoft.com/office/drawing/2014/main" id="{A2F6C826-C0E0-5F92-04D9-27A70733249A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14400" y="8354520"/>
            <a:ext cx="1436400" cy="125244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11;p1">
            <a:extLst>
              <a:ext uri="{FF2B5EF4-FFF2-40B4-BE49-F238E27FC236}">
                <a16:creationId xmlns:a16="http://schemas.microsoft.com/office/drawing/2014/main" id="{BB88994F-F0E1-BE70-9D02-53B60B8E4CE4}"/>
              </a:ext>
            </a:extLst>
          </p:cNvPr>
          <p:cNvSpPr/>
          <p:nvPr/>
        </p:nvSpPr>
        <p:spPr>
          <a:xfrm>
            <a:off x="934292" y="5735481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algn="ctr"/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I,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signaturerRankFull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signaturer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},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Officer Commanding, Australian Special Operations Taskforce, hereby promote</a:t>
            </a:r>
            <a:endParaRPr lang="en-GB"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" name="Google Shape;2147;p113">
            <a:extLst>
              <a:ext uri="{FF2B5EF4-FFF2-40B4-BE49-F238E27FC236}">
                <a16:creationId xmlns:a16="http://schemas.microsoft.com/office/drawing/2014/main" id="{A8689FC3-845D-B7C5-506F-44095D12ADDE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 l="5104" t="14133" r="86728" b="36345"/>
          <a:stretch/>
        </p:blipFill>
        <p:spPr>
          <a:xfrm>
            <a:off x="3525837" y="1701165"/>
            <a:ext cx="1230045" cy="1631072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14;p1">
            <a:extLst>
              <a:ext uri="{FF2B5EF4-FFF2-40B4-BE49-F238E27FC236}">
                <a16:creationId xmlns:a16="http://schemas.microsoft.com/office/drawing/2014/main" id="{9E2AAA15-AD60-2618-167E-85B4345E5E2E}"/>
              </a:ext>
            </a:extLst>
          </p:cNvPr>
          <p:cNvSpPr/>
          <p:nvPr/>
        </p:nvSpPr>
        <p:spPr>
          <a:xfrm>
            <a:off x="2932650" y="8215616"/>
            <a:ext cx="4539420" cy="521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{</a:t>
            </a:r>
            <a:r>
              <a:rPr lang="en-AU" sz="2800" b="0" i="1" u="none" strike="noStrike" cap="none" dirty="0" err="1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signaturerRankShort</a:t>
            </a: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} {</a:t>
            </a:r>
            <a:r>
              <a:rPr lang="en-AU" sz="2800" b="0" i="1" u="none" strike="noStrike" cap="none" dirty="0" err="1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signaturer</a:t>
            </a: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}</a:t>
            </a:r>
            <a:endParaRPr sz="2800" b="0" i="0" u="none" strike="noStrike" cap="none" dirty="0">
              <a:solidFill>
                <a:srgbClr val="000000"/>
              </a:solidFill>
              <a:latin typeface="Brush Script MT" panose="03060802040406070304" pitchFamily="66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37283447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0B224B38-77B4-911A-51AD-8181A88395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">
            <a:extLst>
              <a:ext uri="{FF2B5EF4-FFF2-40B4-BE49-F238E27FC236}">
                <a16:creationId xmlns:a16="http://schemas.microsoft.com/office/drawing/2014/main" id="{3AE5ACEC-0E2B-92BA-8D12-70DD8BF76175}"/>
              </a:ext>
            </a:extLst>
          </p:cNvPr>
          <p:cNvSpPr/>
          <p:nvPr/>
        </p:nvSpPr>
        <p:spPr>
          <a:xfrm rot="5400000">
            <a:off x="-1500189" y="1487486"/>
            <a:ext cx="11268076" cy="8293101"/>
          </a:xfrm>
          <a:prstGeom prst="rect">
            <a:avLst/>
          </a:prstGeom>
          <a:blipFill rotWithShape="0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0000" tIns="45000" rIns="90000" bIns="45000" anchor="t" anchorCtr="1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Google Shape;102;p1">
            <a:extLst>
              <a:ext uri="{FF2B5EF4-FFF2-40B4-BE49-F238E27FC236}">
                <a16:creationId xmlns:a16="http://schemas.microsoft.com/office/drawing/2014/main" id="{0C7421C1-467D-E664-95CF-C313976EE19E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10028" t="12535" r="10465" b="20264"/>
          <a:stretch/>
        </p:blipFill>
        <p:spPr>
          <a:xfrm rot="5400000">
            <a:off x="-1521845" y="1469005"/>
            <a:ext cx="11419340" cy="8401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103;p1">
            <a:extLst>
              <a:ext uri="{FF2B5EF4-FFF2-40B4-BE49-F238E27FC236}">
                <a16:creationId xmlns:a16="http://schemas.microsoft.com/office/drawing/2014/main" id="{BE630B35-30FC-C8BF-3DB1-1E745F04E55D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29378" y="738891"/>
            <a:ext cx="6821645" cy="9877373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105;p1">
            <a:extLst>
              <a:ext uri="{FF2B5EF4-FFF2-40B4-BE49-F238E27FC236}">
                <a16:creationId xmlns:a16="http://schemas.microsoft.com/office/drawing/2014/main" id="{0BBA4639-5DAF-9ED2-6356-A1BF06601638}"/>
              </a:ext>
            </a:extLst>
          </p:cNvPr>
          <p:cNvSpPr/>
          <p:nvPr/>
        </p:nvSpPr>
        <p:spPr>
          <a:xfrm>
            <a:off x="933609" y="3422520"/>
            <a:ext cx="6419529" cy="737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4200" b="0" i="0" u="none" strike="noStrike" cap="none" dirty="0">
                <a:solidFill>
                  <a:schemeClr val="dk1"/>
                </a:solidFill>
                <a:latin typeface="Old English Text MT" panose="03040902040508030806" pitchFamily="66" charset="0"/>
                <a:sym typeface="Arial"/>
              </a:rPr>
              <a:t>Certificate Of Promotion</a:t>
            </a:r>
            <a:endParaRPr sz="4200" b="0" i="0" u="none" strike="noStrike" cap="none" dirty="0">
              <a:solidFill>
                <a:srgbClr val="000000"/>
              </a:solidFill>
              <a:latin typeface="Old English Text MT" panose="03040902040508030806" pitchFamily="66" charset="0"/>
              <a:sym typeface="Arial"/>
            </a:endParaRPr>
          </a:p>
        </p:txBody>
      </p:sp>
      <p:sp>
        <p:nvSpPr>
          <p:cNvPr id="30" name="Google Shape;106;p1">
            <a:extLst>
              <a:ext uri="{FF2B5EF4-FFF2-40B4-BE49-F238E27FC236}">
                <a16:creationId xmlns:a16="http://schemas.microsoft.com/office/drawing/2014/main" id="{19EE568E-09A4-2FC9-BE64-0B57F2539077}"/>
              </a:ext>
            </a:extLst>
          </p:cNvPr>
          <p:cNvSpPr/>
          <p:nvPr/>
        </p:nvSpPr>
        <p:spPr>
          <a:xfrm>
            <a:off x="933609" y="4124520"/>
            <a:ext cx="6419529" cy="644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36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</a:t>
            </a:r>
            <a:endParaRPr sz="3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" name="Google Shape;107;p1">
            <a:extLst>
              <a:ext uri="{FF2B5EF4-FFF2-40B4-BE49-F238E27FC236}">
                <a16:creationId xmlns:a16="http://schemas.microsoft.com/office/drawing/2014/main" id="{0FE6E26C-E10D-92CA-2635-E858CD7A8B38}"/>
              </a:ext>
            </a:extLst>
          </p:cNvPr>
          <p:cNvCxnSpPr/>
          <p:nvPr/>
        </p:nvCxnSpPr>
        <p:spPr>
          <a:xfrm flipH="1">
            <a:off x="3722400" y="8696520"/>
            <a:ext cx="2822040" cy="792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33" name="Google Shape;109;p1">
            <a:extLst>
              <a:ext uri="{FF2B5EF4-FFF2-40B4-BE49-F238E27FC236}">
                <a16:creationId xmlns:a16="http://schemas.microsoft.com/office/drawing/2014/main" id="{5A670CE2-A3B8-9DAB-FC35-CA844163F610}"/>
              </a:ext>
            </a:extLst>
          </p:cNvPr>
          <p:cNvSpPr/>
          <p:nvPr/>
        </p:nvSpPr>
        <p:spPr>
          <a:xfrm>
            <a:off x="933609" y="6433920"/>
            <a:ext cx="6419529" cy="583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32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110;p1">
            <a:extLst>
              <a:ext uri="{FF2B5EF4-FFF2-40B4-BE49-F238E27FC236}">
                <a16:creationId xmlns:a16="http://schemas.microsoft.com/office/drawing/2014/main" id="{A867512A-FA18-B9C1-21B0-D6CD15586AFB}"/>
              </a:ext>
            </a:extLst>
          </p:cNvPr>
          <p:cNvSpPr/>
          <p:nvPr/>
        </p:nvSpPr>
        <p:spPr>
          <a:xfrm>
            <a:off x="933609" y="7119720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the rank of </a:t>
            </a:r>
            <a:r>
              <a:rPr lang="en-AU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Senior Game Master 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 effect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dateNumber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r>
              <a:rPr lang="en-GB" sz="2000" b="0" i="1" u="none" strike="noStrike" cap="none" baseline="30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{suffix}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{date}.</a:t>
            </a:r>
            <a:endParaRPr lang="en-GB"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111;p1">
            <a:extLst>
              <a:ext uri="{FF2B5EF4-FFF2-40B4-BE49-F238E27FC236}">
                <a16:creationId xmlns:a16="http://schemas.microsoft.com/office/drawing/2014/main" id="{386DCED3-8A75-5648-1F9F-2AFD99ECEFB7}"/>
              </a:ext>
            </a:extLst>
          </p:cNvPr>
          <p:cNvSpPr/>
          <p:nvPr/>
        </p:nvSpPr>
        <p:spPr>
          <a:xfrm>
            <a:off x="933609" y="4820400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 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has completed all necessary trainings and been deemed suitable in all areas required for promotion.</a:t>
            </a:r>
          </a:p>
        </p:txBody>
      </p:sp>
      <p:sp>
        <p:nvSpPr>
          <p:cNvPr id="37" name="Google Shape;113;p1">
            <a:extLst>
              <a:ext uri="{FF2B5EF4-FFF2-40B4-BE49-F238E27FC236}">
                <a16:creationId xmlns:a16="http://schemas.microsoft.com/office/drawing/2014/main" id="{62083658-D8D3-A5C8-5B50-1AEF5096BFD0}"/>
              </a:ext>
            </a:extLst>
          </p:cNvPr>
          <p:cNvSpPr/>
          <p:nvPr/>
        </p:nvSpPr>
        <p:spPr>
          <a:xfrm>
            <a:off x="2985840" y="8685000"/>
            <a:ext cx="4277880" cy="598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{signaturerRankShort} {signaturer}</a:t>
            </a:r>
            <a:br>
              <a:rPr lang="en-AU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Officer Commanding</a:t>
            </a:r>
            <a:br>
              <a:rPr lang="en-AU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Australian Special Operations Taskforce HQ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" name="Google Shape;104;p1">
            <a:extLst>
              <a:ext uri="{FF2B5EF4-FFF2-40B4-BE49-F238E27FC236}">
                <a16:creationId xmlns:a16="http://schemas.microsoft.com/office/drawing/2014/main" id="{B7870303-61BC-1016-A4A1-0518D70152A7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14400" y="8354520"/>
            <a:ext cx="1436400" cy="125244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11;p1">
            <a:extLst>
              <a:ext uri="{FF2B5EF4-FFF2-40B4-BE49-F238E27FC236}">
                <a16:creationId xmlns:a16="http://schemas.microsoft.com/office/drawing/2014/main" id="{9070D47B-B88D-790F-DE40-04132A458C9E}"/>
              </a:ext>
            </a:extLst>
          </p:cNvPr>
          <p:cNvSpPr/>
          <p:nvPr/>
        </p:nvSpPr>
        <p:spPr>
          <a:xfrm>
            <a:off x="934292" y="5735481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algn="ctr"/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I,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signaturerRankFull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signaturer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},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Officer Commanding, Australian Special Operations Taskforce, hereby promote</a:t>
            </a:r>
            <a:endParaRPr lang="en-GB"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Google Shape;201;p6">
            <a:extLst>
              <a:ext uri="{FF2B5EF4-FFF2-40B4-BE49-F238E27FC236}">
                <a16:creationId xmlns:a16="http://schemas.microsoft.com/office/drawing/2014/main" id="{E54C3C21-54B9-1BD3-DF17-D67ADCA7DC76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 l="29197" t="20376" r="31421" b="25696"/>
          <a:stretch/>
        </p:blipFill>
        <p:spPr>
          <a:xfrm>
            <a:off x="3671094" y="1829753"/>
            <a:ext cx="938212" cy="1284757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14;p1">
            <a:extLst>
              <a:ext uri="{FF2B5EF4-FFF2-40B4-BE49-F238E27FC236}">
                <a16:creationId xmlns:a16="http://schemas.microsoft.com/office/drawing/2014/main" id="{422ADEDF-A78F-8039-B4FB-7C3D48559FD7}"/>
              </a:ext>
            </a:extLst>
          </p:cNvPr>
          <p:cNvSpPr/>
          <p:nvPr/>
        </p:nvSpPr>
        <p:spPr>
          <a:xfrm>
            <a:off x="2932650" y="8215616"/>
            <a:ext cx="4539420" cy="521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{</a:t>
            </a:r>
            <a:r>
              <a:rPr lang="en-AU" sz="2800" b="0" i="1" u="none" strike="noStrike" cap="none" dirty="0" err="1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signaturerRankShort</a:t>
            </a: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} {</a:t>
            </a:r>
            <a:r>
              <a:rPr lang="en-AU" sz="2800" b="0" i="1" u="none" strike="noStrike" cap="none" dirty="0" err="1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signaturer</a:t>
            </a: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}</a:t>
            </a:r>
            <a:endParaRPr sz="2800" b="0" i="0" u="none" strike="noStrike" cap="none" dirty="0">
              <a:solidFill>
                <a:srgbClr val="000000"/>
              </a:solidFill>
              <a:latin typeface="Brush Script MT" panose="03060802040406070304" pitchFamily="66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7535853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95939F5E-9350-7876-685B-1C9CB24FA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">
            <a:extLst>
              <a:ext uri="{FF2B5EF4-FFF2-40B4-BE49-F238E27FC236}">
                <a16:creationId xmlns:a16="http://schemas.microsoft.com/office/drawing/2014/main" id="{BEEC7943-95EF-9C48-125A-054A7AFE7B19}"/>
              </a:ext>
            </a:extLst>
          </p:cNvPr>
          <p:cNvSpPr/>
          <p:nvPr/>
        </p:nvSpPr>
        <p:spPr>
          <a:xfrm rot="5400000">
            <a:off x="-1500189" y="1487486"/>
            <a:ext cx="11268076" cy="8293101"/>
          </a:xfrm>
          <a:prstGeom prst="rect">
            <a:avLst/>
          </a:prstGeom>
          <a:blipFill rotWithShape="0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0000" tIns="45000" rIns="90000" bIns="45000" anchor="t" anchorCtr="1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Google Shape;102;p1">
            <a:extLst>
              <a:ext uri="{FF2B5EF4-FFF2-40B4-BE49-F238E27FC236}">
                <a16:creationId xmlns:a16="http://schemas.microsoft.com/office/drawing/2014/main" id="{8DF20C32-D5FB-2E85-25FD-B23BD7FB1F93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10028" t="12535" r="10465" b="20264"/>
          <a:stretch/>
        </p:blipFill>
        <p:spPr>
          <a:xfrm rot="5400000">
            <a:off x="-1521845" y="1469005"/>
            <a:ext cx="11419340" cy="8401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103;p1">
            <a:extLst>
              <a:ext uri="{FF2B5EF4-FFF2-40B4-BE49-F238E27FC236}">
                <a16:creationId xmlns:a16="http://schemas.microsoft.com/office/drawing/2014/main" id="{F4CDAC11-BE09-8B29-7F6A-BC6383FC811B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29378" y="738891"/>
            <a:ext cx="6821645" cy="9877373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105;p1">
            <a:extLst>
              <a:ext uri="{FF2B5EF4-FFF2-40B4-BE49-F238E27FC236}">
                <a16:creationId xmlns:a16="http://schemas.microsoft.com/office/drawing/2014/main" id="{2345446B-D406-08D2-6F5F-9CBC405AB5F4}"/>
              </a:ext>
            </a:extLst>
          </p:cNvPr>
          <p:cNvSpPr/>
          <p:nvPr/>
        </p:nvSpPr>
        <p:spPr>
          <a:xfrm>
            <a:off x="933609" y="3422520"/>
            <a:ext cx="6419529" cy="737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4200" b="0" i="0" u="none" strike="noStrike" cap="none" dirty="0">
                <a:solidFill>
                  <a:schemeClr val="dk1"/>
                </a:solidFill>
                <a:latin typeface="Old English Text MT" panose="03040902040508030806" pitchFamily="66" charset="0"/>
                <a:sym typeface="Arial"/>
              </a:rPr>
              <a:t>Certificate Of Promotion</a:t>
            </a:r>
            <a:endParaRPr sz="4200" b="0" i="0" u="none" strike="noStrike" cap="none" dirty="0">
              <a:solidFill>
                <a:srgbClr val="000000"/>
              </a:solidFill>
              <a:latin typeface="Old English Text MT" panose="03040902040508030806" pitchFamily="66" charset="0"/>
              <a:sym typeface="Arial"/>
            </a:endParaRPr>
          </a:p>
        </p:txBody>
      </p:sp>
      <p:sp>
        <p:nvSpPr>
          <p:cNvPr id="30" name="Google Shape;106;p1">
            <a:extLst>
              <a:ext uri="{FF2B5EF4-FFF2-40B4-BE49-F238E27FC236}">
                <a16:creationId xmlns:a16="http://schemas.microsoft.com/office/drawing/2014/main" id="{C333F5F3-618E-FCF5-5289-9C931A9E5515}"/>
              </a:ext>
            </a:extLst>
          </p:cNvPr>
          <p:cNvSpPr/>
          <p:nvPr/>
        </p:nvSpPr>
        <p:spPr>
          <a:xfrm>
            <a:off x="933609" y="4124520"/>
            <a:ext cx="6419529" cy="644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36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</a:t>
            </a:r>
            <a:endParaRPr sz="3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" name="Google Shape;107;p1">
            <a:extLst>
              <a:ext uri="{FF2B5EF4-FFF2-40B4-BE49-F238E27FC236}">
                <a16:creationId xmlns:a16="http://schemas.microsoft.com/office/drawing/2014/main" id="{C25F03C6-78AB-E653-97F0-A8807F01700B}"/>
              </a:ext>
            </a:extLst>
          </p:cNvPr>
          <p:cNvCxnSpPr/>
          <p:nvPr/>
        </p:nvCxnSpPr>
        <p:spPr>
          <a:xfrm flipH="1">
            <a:off x="3722400" y="8696520"/>
            <a:ext cx="2822040" cy="792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33" name="Google Shape;109;p1">
            <a:extLst>
              <a:ext uri="{FF2B5EF4-FFF2-40B4-BE49-F238E27FC236}">
                <a16:creationId xmlns:a16="http://schemas.microsoft.com/office/drawing/2014/main" id="{AEB8340E-5BCB-2A54-F876-B91EF80F34DB}"/>
              </a:ext>
            </a:extLst>
          </p:cNvPr>
          <p:cNvSpPr/>
          <p:nvPr/>
        </p:nvSpPr>
        <p:spPr>
          <a:xfrm>
            <a:off x="933609" y="6433920"/>
            <a:ext cx="6419529" cy="583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32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110;p1">
            <a:extLst>
              <a:ext uri="{FF2B5EF4-FFF2-40B4-BE49-F238E27FC236}">
                <a16:creationId xmlns:a16="http://schemas.microsoft.com/office/drawing/2014/main" id="{6421D4C3-1101-8323-C6A3-7D320847B157}"/>
              </a:ext>
            </a:extLst>
          </p:cNvPr>
          <p:cNvSpPr/>
          <p:nvPr/>
        </p:nvSpPr>
        <p:spPr>
          <a:xfrm>
            <a:off x="933609" y="7119720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the rank of </a:t>
            </a:r>
            <a:r>
              <a:rPr lang="en-AU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Grand Game Master 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 effect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dateNumber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r>
              <a:rPr lang="en-GB" sz="2000" b="0" i="1" u="none" strike="noStrike" cap="none" baseline="30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{suffix}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{date}.</a:t>
            </a:r>
            <a:endParaRPr lang="en-GB"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111;p1">
            <a:extLst>
              <a:ext uri="{FF2B5EF4-FFF2-40B4-BE49-F238E27FC236}">
                <a16:creationId xmlns:a16="http://schemas.microsoft.com/office/drawing/2014/main" id="{C9C22308-3715-4A2E-F08D-FC727D7BD9D1}"/>
              </a:ext>
            </a:extLst>
          </p:cNvPr>
          <p:cNvSpPr/>
          <p:nvPr/>
        </p:nvSpPr>
        <p:spPr>
          <a:xfrm>
            <a:off x="933609" y="4820400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 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has completed all necessary trainings and been deemed suitable in all areas required for promotion.</a:t>
            </a:r>
          </a:p>
        </p:txBody>
      </p:sp>
      <p:sp>
        <p:nvSpPr>
          <p:cNvPr id="37" name="Google Shape;113;p1">
            <a:extLst>
              <a:ext uri="{FF2B5EF4-FFF2-40B4-BE49-F238E27FC236}">
                <a16:creationId xmlns:a16="http://schemas.microsoft.com/office/drawing/2014/main" id="{D76CB3C5-141B-5B4C-DF4E-8EA4521114DD}"/>
              </a:ext>
            </a:extLst>
          </p:cNvPr>
          <p:cNvSpPr/>
          <p:nvPr/>
        </p:nvSpPr>
        <p:spPr>
          <a:xfrm>
            <a:off x="2985840" y="8685000"/>
            <a:ext cx="4277880" cy="598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{signaturerRankShort} {signaturer}</a:t>
            </a:r>
            <a:br>
              <a:rPr lang="en-AU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Officer Commanding</a:t>
            </a:r>
            <a:br>
              <a:rPr lang="en-AU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Australian Special Operations Taskforce HQ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" name="Google Shape;104;p1">
            <a:extLst>
              <a:ext uri="{FF2B5EF4-FFF2-40B4-BE49-F238E27FC236}">
                <a16:creationId xmlns:a16="http://schemas.microsoft.com/office/drawing/2014/main" id="{686FDE15-BE36-0F79-7686-68CC88C911CD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14400" y="8354520"/>
            <a:ext cx="1436400" cy="125244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11;p1">
            <a:extLst>
              <a:ext uri="{FF2B5EF4-FFF2-40B4-BE49-F238E27FC236}">
                <a16:creationId xmlns:a16="http://schemas.microsoft.com/office/drawing/2014/main" id="{453FA328-CB60-650D-CD9C-21BAEAE9652E}"/>
              </a:ext>
            </a:extLst>
          </p:cNvPr>
          <p:cNvSpPr/>
          <p:nvPr/>
        </p:nvSpPr>
        <p:spPr>
          <a:xfrm>
            <a:off x="934292" y="5735481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algn="ctr"/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I,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signaturerRankFull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signaturer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},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Officer Commanding, Australian Special Operations Taskforce, hereby promote</a:t>
            </a:r>
            <a:endParaRPr lang="en-GB"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" name="Google Shape;2183;p115">
            <a:extLst>
              <a:ext uri="{FF2B5EF4-FFF2-40B4-BE49-F238E27FC236}">
                <a16:creationId xmlns:a16="http://schemas.microsoft.com/office/drawing/2014/main" id="{499C6BDE-D396-0636-2970-F98BAFE26BAE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 r="80641"/>
          <a:stretch/>
        </p:blipFill>
        <p:spPr>
          <a:xfrm>
            <a:off x="2786230" y="1244199"/>
            <a:ext cx="2707940" cy="2572987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14;p1">
            <a:extLst>
              <a:ext uri="{FF2B5EF4-FFF2-40B4-BE49-F238E27FC236}">
                <a16:creationId xmlns:a16="http://schemas.microsoft.com/office/drawing/2014/main" id="{ACBF257B-A426-286B-8684-1D7AE2140B83}"/>
              </a:ext>
            </a:extLst>
          </p:cNvPr>
          <p:cNvSpPr/>
          <p:nvPr/>
        </p:nvSpPr>
        <p:spPr>
          <a:xfrm>
            <a:off x="2932650" y="8215616"/>
            <a:ext cx="4539420" cy="521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{</a:t>
            </a:r>
            <a:r>
              <a:rPr lang="en-AU" sz="2800" b="0" i="1" u="none" strike="noStrike" cap="none" dirty="0" err="1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signaturerRankShort</a:t>
            </a: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} {</a:t>
            </a:r>
            <a:r>
              <a:rPr lang="en-AU" sz="2800" b="0" i="1" u="none" strike="noStrike" cap="none" dirty="0" err="1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signaturer</a:t>
            </a: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}</a:t>
            </a:r>
            <a:endParaRPr sz="2800" b="0" i="0" u="none" strike="noStrike" cap="none" dirty="0">
              <a:solidFill>
                <a:srgbClr val="000000"/>
              </a:solidFill>
              <a:latin typeface="Brush Script MT" panose="03060802040406070304" pitchFamily="66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3473836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496891AA-771A-129B-5A48-736480A06C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">
            <a:extLst>
              <a:ext uri="{FF2B5EF4-FFF2-40B4-BE49-F238E27FC236}">
                <a16:creationId xmlns:a16="http://schemas.microsoft.com/office/drawing/2014/main" id="{50E7CF8E-C158-EF5D-744F-219BECF91059}"/>
              </a:ext>
            </a:extLst>
          </p:cNvPr>
          <p:cNvSpPr/>
          <p:nvPr/>
        </p:nvSpPr>
        <p:spPr>
          <a:xfrm rot="5400000">
            <a:off x="-1500189" y="1487486"/>
            <a:ext cx="11268076" cy="8293101"/>
          </a:xfrm>
          <a:prstGeom prst="rect">
            <a:avLst/>
          </a:prstGeom>
          <a:blipFill rotWithShape="0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0000" tIns="45000" rIns="90000" bIns="45000" anchor="t" anchorCtr="1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Google Shape;102;p1">
            <a:extLst>
              <a:ext uri="{FF2B5EF4-FFF2-40B4-BE49-F238E27FC236}">
                <a16:creationId xmlns:a16="http://schemas.microsoft.com/office/drawing/2014/main" id="{F8953618-A845-FC75-EC40-1EECD608D627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10028" t="12535" r="10465" b="20264"/>
          <a:stretch/>
        </p:blipFill>
        <p:spPr>
          <a:xfrm rot="5400000">
            <a:off x="-1521845" y="1469005"/>
            <a:ext cx="11419340" cy="8401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103;p1">
            <a:extLst>
              <a:ext uri="{FF2B5EF4-FFF2-40B4-BE49-F238E27FC236}">
                <a16:creationId xmlns:a16="http://schemas.microsoft.com/office/drawing/2014/main" id="{0C77C587-295A-5124-A910-327ADC14BE75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29378" y="738891"/>
            <a:ext cx="6821645" cy="9877373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105;p1">
            <a:extLst>
              <a:ext uri="{FF2B5EF4-FFF2-40B4-BE49-F238E27FC236}">
                <a16:creationId xmlns:a16="http://schemas.microsoft.com/office/drawing/2014/main" id="{E367BE07-798C-6E1D-55D3-A395522DE956}"/>
              </a:ext>
            </a:extLst>
          </p:cNvPr>
          <p:cNvSpPr/>
          <p:nvPr/>
        </p:nvSpPr>
        <p:spPr>
          <a:xfrm>
            <a:off x="933609" y="3422520"/>
            <a:ext cx="6419529" cy="737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4200" b="0" i="0" u="none" strike="noStrike" cap="none" dirty="0">
                <a:solidFill>
                  <a:schemeClr val="dk1"/>
                </a:solidFill>
                <a:latin typeface="Old English Text MT" panose="03040902040508030806" pitchFamily="66" charset="0"/>
                <a:sym typeface="Arial"/>
              </a:rPr>
              <a:t>Certificate Of Promotion</a:t>
            </a:r>
            <a:endParaRPr sz="4200" b="0" i="0" u="none" strike="noStrike" cap="none" dirty="0">
              <a:solidFill>
                <a:srgbClr val="000000"/>
              </a:solidFill>
              <a:latin typeface="Old English Text MT" panose="03040902040508030806" pitchFamily="66" charset="0"/>
              <a:sym typeface="Arial"/>
            </a:endParaRPr>
          </a:p>
        </p:txBody>
      </p:sp>
      <p:sp>
        <p:nvSpPr>
          <p:cNvPr id="30" name="Google Shape;106;p1">
            <a:extLst>
              <a:ext uri="{FF2B5EF4-FFF2-40B4-BE49-F238E27FC236}">
                <a16:creationId xmlns:a16="http://schemas.microsoft.com/office/drawing/2014/main" id="{C4304F55-3DE8-55E9-2D65-93F1C1D6706B}"/>
              </a:ext>
            </a:extLst>
          </p:cNvPr>
          <p:cNvSpPr/>
          <p:nvPr/>
        </p:nvSpPr>
        <p:spPr>
          <a:xfrm>
            <a:off x="933609" y="4124520"/>
            <a:ext cx="6419529" cy="644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36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</a:t>
            </a:r>
            <a:endParaRPr sz="3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" name="Google Shape;107;p1">
            <a:extLst>
              <a:ext uri="{FF2B5EF4-FFF2-40B4-BE49-F238E27FC236}">
                <a16:creationId xmlns:a16="http://schemas.microsoft.com/office/drawing/2014/main" id="{C0196C75-59D7-F52A-CBD2-21320849A494}"/>
              </a:ext>
            </a:extLst>
          </p:cNvPr>
          <p:cNvCxnSpPr/>
          <p:nvPr/>
        </p:nvCxnSpPr>
        <p:spPr>
          <a:xfrm flipH="1">
            <a:off x="3722400" y="8696520"/>
            <a:ext cx="2822040" cy="792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33" name="Google Shape;109;p1">
            <a:extLst>
              <a:ext uri="{FF2B5EF4-FFF2-40B4-BE49-F238E27FC236}">
                <a16:creationId xmlns:a16="http://schemas.microsoft.com/office/drawing/2014/main" id="{2A24E474-941A-DD98-CA26-9BCF61A0E115}"/>
              </a:ext>
            </a:extLst>
          </p:cNvPr>
          <p:cNvSpPr/>
          <p:nvPr/>
        </p:nvSpPr>
        <p:spPr>
          <a:xfrm>
            <a:off x="933609" y="6433920"/>
            <a:ext cx="6419529" cy="583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32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110;p1">
            <a:extLst>
              <a:ext uri="{FF2B5EF4-FFF2-40B4-BE49-F238E27FC236}">
                <a16:creationId xmlns:a16="http://schemas.microsoft.com/office/drawing/2014/main" id="{7652EFD2-4B12-C754-D02D-8D9BCE076473}"/>
              </a:ext>
            </a:extLst>
          </p:cNvPr>
          <p:cNvSpPr/>
          <p:nvPr/>
        </p:nvSpPr>
        <p:spPr>
          <a:xfrm>
            <a:off x="933609" y="7119720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the rank of </a:t>
            </a:r>
            <a:r>
              <a:rPr lang="en-AU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Distinguished Game Master 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 effect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dateNumber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r>
              <a:rPr lang="en-GB" sz="2000" b="0" i="1" u="none" strike="noStrike" cap="none" baseline="30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{suffix}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{date}.</a:t>
            </a:r>
            <a:endParaRPr lang="en-GB"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111;p1">
            <a:extLst>
              <a:ext uri="{FF2B5EF4-FFF2-40B4-BE49-F238E27FC236}">
                <a16:creationId xmlns:a16="http://schemas.microsoft.com/office/drawing/2014/main" id="{F09F0198-25F9-47EC-B012-003AFFEE089A}"/>
              </a:ext>
            </a:extLst>
          </p:cNvPr>
          <p:cNvSpPr/>
          <p:nvPr/>
        </p:nvSpPr>
        <p:spPr>
          <a:xfrm>
            <a:off x="933609" y="4820400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{name} 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has completed all necessary trainings and been deemed suitable in all areas required for promotion.</a:t>
            </a:r>
          </a:p>
        </p:txBody>
      </p:sp>
      <p:sp>
        <p:nvSpPr>
          <p:cNvPr id="37" name="Google Shape;113;p1">
            <a:extLst>
              <a:ext uri="{FF2B5EF4-FFF2-40B4-BE49-F238E27FC236}">
                <a16:creationId xmlns:a16="http://schemas.microsoft.com/office/drawing/2014/main" id="{3E1EF93B-3BDE-0CFA-8F6B-2637C1447DE1}"/>
              </a:ext>
            </a:extLst>
          </p:cNvPr>
          <p:cNvSpPr/>
          <p:nvPr/>
        </p:nvSpPr>
        <p:spPr>
          <a:xfrm>
            <a:off x="2985840" y="8685000"/>
            <a:ext cx="4277880" cy="598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{signaturerRankShort} {signaturer}</a:t>
            </a:r>
            <a:br>
              <a:rPr lang="en-AU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Officer Commanding</a:t>
            </a:r>
            <a:br>
              <a:rPr lang="en-AU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Australian Special Operations Taskforce HQ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" name="Google Shape;104;p1">
            <a:extLst>
              <a:ext uri="{FF2B5EF4-FFF2-40B4-BE49-F238E27FC236}">
                <a16:creationId xmlns:a16="http://schemas.microsoft.com/office/drawing/2014/main" id="{166F6C2B-3D38-DFC3-88A7-B1A5DF96094A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14400" y="8354520"/>
            <a:ext cx="1436400" cy="125244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11;p1">
            <a:extLst>
              <a:ext uri="{FF2B5EF4-FFF2-40B4-BE49-F238E27FC236}">
                <a16:creationId xmlns:a16="http://schemas.microsoft.com/office/drawing/2014/main" id="{2C1BC9BD-570E-C086-2707-E20753375B19}"/>
              </a:ext>
            </a:extLst>
          </p:cNvPr>
          <p:cNvSpPr/>
          <p:nvPr/>
        </p:nvSpPr>
        <p:spPr>
          <a:xfrm>
            <a:off x="934292" y="5735481"/>
            <a:ext cx="6419529" cy="7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algn="ctr"/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I,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signaturerRankFull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GB" sz="20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signaturer</a:t>
            </a:r>
            <a:r>
              <a:rPr lang="en-GB" sz="20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},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Officer Commanding, Australian Special Operations Taskforce, hereby promote</a:t>
            </a:r>
            <a:endParaRPr lang="en-GB"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" name="Google Shape;2201;p116">
            <a:extLst>
              <a:ext uri="{FF2B5EF4-FFF2-40B4-BE49-F238E27FC236}">
                <a16:creationId xmlns:a16="http://schemas.microsoft.com/office/drawing/2014/main" id="{6B5DBC64-530A-3CA5-494D-44768D988AA5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 l="4717" t="6190" r="87556" b="25763"/>
          <a:stretch/>
        </p:blipFill>
        <p:spPr>
          <a:xfrm>
            <a:off x="3583940" y="1432560"/>
            <a:ext cx="1112520" cy="16819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14;p1">
            <a:extLst>
              <a:ext uri="{FF2B5EF4-FFF2-40B4-BE49-F238E27FC236}">
                <a16:creationId xmlns:a16="http://schemas.microsoft.com/office/drawing/2014/main" id="{6BDB41E5-FB6F-87CF-12B1-1056552DC864}"/>
              </a:ext>
            </a:extLst>
          </p:cNvPr>
          <p:cNvSpPr/>
          <p:nvPr/>
        </p:nvSpPr>
        <p:spPr>
          <a:xfrm>
            <a:off x="2932650" y="8215616"/>
            <a:ext cx="4539420" cy="521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{</a:t>
            </a:r>
            <a:r>
              <a:rPr lang="en-AU" sz="2800" b="0" i="1" u="none" strike="noStrike" cap="none" dirty="0" err="1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signaturerRankShort</a:t>
            </a: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} {</a:t>
            </a:r>
            <a:r>
              <a:rPr lang="en-AU" sz="2800" b="0" i="1" u="none" strike="noStrike" cap="none" dirty="0" err="1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signaturer</a:t>
            </a:r>
            <a:r>
              <a:rPr lang="en-AU" sz="2800" b="0" i="1" u="none" strike="noStrike" cap="none" dirty="0">
                <a:solidFill>
                  <a:schemeClr val="dk1"/>
                </a:solidFill>
                <a:latin typeface="Brush Script MT" panose="03060802040406070304" pitchFamily="66" charset="0"/>
                <a:ea typeface="Courgette"/>
                <a:cs typeface="Courgette"/>
                <a:sym typeface="Courgette"/>
              </a:rPr>
              <a:t>}</a:t>
            </a:r>
            <a:endParaRPr sz="2800" b="0" i="0" u="none" strike="noStrike" cap="none" dirty="0">
              <a:solidFill>
                <a:srgbClr val="000000"/>
              </a:solidFill>
              <a:latin typeface="Brush Script MT" panose="03060802040406070304" pitchFamily="66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346124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1335</TotalTime>
  <Words>9672</Words>
  <Application>Microsoft Office PowerPoint</Application>
  <PresentationFormat>Custom</PresentationFormat>
  <Paragraphs>928</Paragraphs>
  <Slides>116</Slides>
  <Notes>116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116</vt:i4>
      </vt:variant>
    </vt:vector>
  </HeadingPairs>
  <TitlesOfParts>
    <vt:vector size="122" baseType="lpstr">
      <vt:lpstr>Times New Roman</vt:lpstr>
      <vt:lpstr>Calibri</vt:lpstr>
      <vt:lpstr>Arial</vt:lpstr>
      <vt:lpstr>Brush Script MT</vt:lpstr>
      <vt:lpstr>Old English Text MT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Dean Thomas</dc:creator>
  <cp:lastModifiedBy>William Cui</cp:lastModifiedBy>
  <cp:revision>4</cp:revision>
  <dcterms:created xsi:type="dcterms:W3CDTF">2022-02-23T22:05:46Z</dcterms:created>
  <dcterms:modified xsi:type="dcterms:W3CDTF">2025-12-09T12:21:41Z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Custom</vt:lpwstr>
  </property>
  <property fmtid="{D5CDD505-2E9C-101B-9397-08002B2CF9AE}" pid="3" name="Slides">
    <vt:i4>16</vt:i4>
  </property>
</Properties>
</file>